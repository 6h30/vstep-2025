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5"/>
    <p:sldMasterId id="214748367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y="10288575" cx="18288000"/>
  <p:notesSz cx="7004050" cy="9290050"/>
  <p:embeddedFontLst>
    <p:embeddedFont>
      <p:font typeface="Montserrat SemiBold"/>
      <p:regular r:id="rId24"/>
      <p:bold r:id="rId25"/>
      <p:italic r:id="rId26"/>
      <p:boldItalic r:id="rId27"/>
    </p:embeddedFont>
    <p:embeddedFont>
      <p:font typeface="Roboto"/>
      <p:regular r:id="rId28"/>
      <p:bold r:id="rId29"/>
      <p:italic r:id="rId30"/>
      <p:boldItalic r:id="rId31"/>
    </p:embeddedFont>
    <p:embeddedFont>
      <p:font typeface="Roboto Medium"/>
      <p:regular r:id="rId32"/>
      <p:bold r:id="rId33"/>
      <p:italic r:id="rId34"/>
      <p:boldItalic r:id="rId35"/>
    </p:embeddedFont>
    <p:embeddedFont>
      <p:font typeface="Playfair Display"/>
      <p:regular r:id="rId36"/>
      <p:bold r:id="rId37"/>
      <p:italic r:id="rId38"/>
      <p:boldItalic r:id="rId39"/>
    </p:embeddedFont>
    <p:embeddedFont>
      <p:font typeface="Montserrat"/>
      <p:bold r:id="rId40"/>
      <p:boldItalic r:id="rId41"/>
    </p:embeddedFont>
    <p:embeddedFont>
      <p:font typeface="Montserrat Medium"/>
      <p:regular r:id="rId42"/>
      <p:bold r:id="rId43"/>
      <p:italic r:id="rId44"/>
      <p:boldItalic r:id="rId45"/>
    </p:embeddedFont>
    <p:embeddedFont>
      <p:font typeface="Public Sans Black"/>
      <p:bold r:id="rId46"/>
      <p:boldItalic r:id="rId47"/>
    </p:embeddedFont>
    <p:embeddedFont>
      <p:font typeface="Lexend"/>
      <p:regular r:id="rId48"/>
      <p:bold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241">
          <p15:clr>
            <a:srgbClr val="A4A3A4"/>
          </p15:clr>
        </p15:guide>
        <p15:guide id="2" pos="331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056378C-3D4B-46D3-BBB8-3A0B07725FAC}">
  <a:tblStyle styleId="{F056378C-3D4B-46D3-BBB8-3A0B07725FA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241" orient="horz"/>
        <p:guide pos="3311"/>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bold.fntdata"/><Relationship Id="rId42" Type="http://schemas.openxmlformats.org/officeDocument/2006/relationships/font" Target="fonts/MontserratMedium-regular.fntdata"/><Relationship Id="rId41" Type="http://schemas.openxmlformats.org/officeDocument/2006/relationships/font" Target="fonts/Montserrat-boldItalic.fntdata"/><Relationship Id="rId44" Type="http://schemas.openxmlformats.org/officeDocument/2006/relationships/font" Target="fonts/MontserratMedium-italic.fntdata"/><Relationship Id="rId43" Type="http://schemas.openxmlformats.org/officeDocument/2006/relationships/font" Target="fonts/MontserratMedium-bold.fntdata"/><Relationship Id="rId46" Type="http://schemas.openxmlformats.org/officeDocument/2006/relationships/font" Target="fonts/PublicSansBlack-bold.fntdata"/><Relationship Id="rId45" Type="http://schemas.openxmlformats.org/officeDocument/2006/relationships/font" Target="fonts/MontserratMedium-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Lexend-regular.fntdata"/><Relationship Id="rId47" Type="http://schemas.openxmlformats.org/officeDocument/2006/relationships/font" Target="fonts/PublicSansBlack-boldItalic.fntdata"/><Relationship Id="rId49" Type="http://schemas.openxmlformats.org/officeDocument/2006/relationships/font" Target="fonts/Lexend-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Roboto-boldItalic.fntdata"/><Relationship Id="rId30" Type="http://schemas.openxmlformats.org/officeDocument/2006/relationships/font" Target="fonts/Roboto-italic.fntdata"/><Relationship Id="rId33" Type="http://schemas.openxmlformats.org/officeDocument/2006/relationships/font" Target="fonts/RobotoMedium-bold.fntdata"/><Relationship Id="rId32" Type="http://schemas.openxmlformats.org/officeDocument/2006/relationships/font" Target="fonts/RobotoMedium-regular.fntdata"/><Relationship Id="rId35" Type="http://schemas.openxmlformats.org/officeDocument/2006/relationships/font" Target="fonts/RobotoMedium-boldItalic.fntdata"/><Relationship Id="rId34" Type="http://schemas.openxmlformats.org/officeDocument/2006/relationships/font" Target="fonts/RobotoMedium-italic.fntdata"/><Relationship Id="rId37" Type="http://schemas.openxmlformats.org/officeDocument/2006/relationships/font" Target="fonts/PlayfairDisplay-bold.fntdata"/><Relationship Id="rId36" Type="http://schemas.openxmlformats.org/officeDocument/2006/relationships/font" Target="fonts/PlayfairDisplay-regular.fntdata"/><Relationship Id="rId39" Type="http://schemas.openxmlformats.org/officeDocument/2006/relationships/font" Target="fonts/PlayfairDisplay-boldItalic.fntdata"/><Relationship Id="rId38" Type="http://schemas.openxmlformats.org/officeDocument/2006/relationships/font" Target="fonts/PlayfairDisplay-italic.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font" Target="fonts/MontserratSemiBold-regular.fntdata"/><Relationship Id="rId23" Type="http://schemas.openxmlformats.org/officeDocument/2006/relationships/slide" Target="slides/slide16.xml"/><Relationship Id="rId26" Type="http://schemas.openxmlformats.org/officeDocument/2006/relationships/font" Target="fonts/MontserratSemiBold-italic.fntdata"/><Relationship Id="rId25" Type="http://schemas.openxmlformats.org/officeDocument/2006/relationships/font" Target="fonts/MontserratSemiBold-bold.fntdata"/><Relationship Id="rId28" Type="http://schemas.openxmlformats.org/officeDocument/2006/relationships/font" Target="fonts/Roboto-regular.fntdata"/><Relationship Id="rId27" Type="http://schemas.openxmlformats.org/officeDocument/2006/relationships/font" Target="fonts/MontserratSemiBold-boldItalic.fntdata"/><Relationship Id="rId29" Type="http://schemas.openxmlformats.org/officeDocument/2006/relationships/font" Target="fonts/Roboto-bold.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35088" cy="466116"/>
          </a:xfrm>
          <a:prstGeom prst="rect">
            <a:avLst/>
          </a:prstGeom>
          <a:noFill/>
          <a:ln>
            <a:noFill/>
          </a:ln>
        </p:spPr>
        <p:txBody>
          <a:bodyPr anchorCtr="0" anchor="t" bIns="46550" lIns="93100" spcFirstLastPara="1" rIns="93100" wrap="square" tIns="4655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67341" y="0"/>
            <a:ext cx="3035088" cy="466116"/>
          </a:xfrm>
          <a:prstGeom prst="rect">
            <a:avLst/>
          </a:prstGeom>
          <a:noFill/>
          <a:ln>
            <a:noFill/>
          </a:ln>
        </p:spPr>
        <p:txBody>
          <a:bodyPr anchorCtr="0" anchor="t" bIns="46550" lIns="93100" spcFirstLastPara="1" rIns="93100" wrap="square" tIns="4655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14375" y="1160463"/>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0405" y="4470837"/>
            <a:ext cx="5603240" cy="3657957"/>
          </a:xfrm>
          <a:prstGeom prst="rect">
            <a:avLst/>
          </a:prstGeom>
          <a:noFill/>
          <a:ln>
            <a:noFill/>
          </a:ln>
        </p:spPr>
        <p:txBody>
          <a:bodyPr anchorCtr="0" anchor="t" bIns="46550" lIns="93100" spcFirstLastPara="1" rIns="93100" wrap="square" tIns="4655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23936"/>
            <a:ext cx="3035088" cy="466115"/>
          </a:xfrm>
          <a:prstGeom prst="rect">
            <a:avLst/>
          </a:prstGeom>
          <a:noFill/>
          <a:ln>
            <a:noFill/>
          </a:ln>
        </p:spPr>
        <p:txBody>
          <a:bodyPr anchorCtr="0" anchor="b" bIns="46550" lIns="93100" spcFirstLastPara="1" rIns="93100" wrap="square" tIns="4655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67341" y="8823936"/>
            <a:ext cx="3035088" cy="466115"/>
          </a:xfrm>
          <a:prstGeom prst="rect">
            <a:avLst/>
          </a:prstGeom>
          <a:noFill/>
          <a:ln>
            <a:noFill/>
          </a:ln>
        </p:spPr>
        <p:txBody>
          <a:bodyPr anchorCtr="0" anchor="b" bIns="46550" lIns="93100" spcFirstLastPara="1" rIns="93100" wrap="square" tIns="4655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document/d/1mXpu8Za5k-50Gwhrhc-OGvJxdIE9jzDKoULt9iec8x0/edi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02be62c7c8_0_0:notes"/>
          <p:cNvSpPr txBox="1"/>
          <p:nvPr>
            <p:ph idx="1" type="body"/>
          </p:nvPr>
        </p:nvSpPr>
        <p:spPr>
          <a:xfrm>
            <a:off x="700405" y="4412774"/>
            <a:ext cx="5603100" cy="4180500"/>
          </a:xfrm>
          <a:prstGeom prst="rect">
            <a:avLst/>
          </a:prstGeom>
          <a:noFill/>
          <a:ln>
            <a:noFill/>
          </a:ln>
        </p:spPr>
        <p:txBody>
          <a:bodyPr anchorCtr="0" anchor="t" bIns="93200" lIns="93200" spcFirstLastPara="1" rIns="93200" wrap="square" tIns="93200">
            <a:noAutofit/>
          </a:bodyPr>
          <a:lstStyle/>
          <a:p>
            <a:pPr indent="0" lvl="0" marL="0" rtl="0" algn="l">
              <a:spcBef>
                <a:spcPts val="0"/>
              </a:spcBef>
              <a:spcAft>
                <a:spcPts val="0"/>
              </a:spcAft>
              <a:buNone/>
            </a:pPr>
            <a:r>
              <a:t/>
            </a:r>
            <a:endParaRPr/>
          </a:p>
        </p:txBody>
      </p:sp>
      <p:sp>
        <p:nvSpPr>
          <p:cNvPr id="708" name="Google Shape;708;g302be62c7c8_0_0:notes"/>
          <p:cNvSpPr/>
          <p:nvPr>
            <p:ph idx="2" type="sldImg"/>
          </p:nvPr>
        </p:nvSpPr>
        <p:spPr>
          <a:xfrm>
            <a:off x="1167929" y="696754"/>
            <a:ext cx="4668900" cy="3483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2f8c212ca7c_0_20:notes"/>
          <p:cNvSpPr txBox="1"/>
          <p:nvPr>
            <p:ph idx="1" type="body"/>
          </p:nvPr>
        </p:nvSpPr>
        <p:spPr>
          <a:xfrm>
            <a:off x="700405" y="4470837"/>
            <a:ext cx="5603100" cy="36579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715" name="Google Shape;715;g2f8c212ca7c_0_20:notes"/>
          <p:cNvSpPr/>
          <p:nvPr>
            <p:ph idx="2" type="sldImg"/>
          </p:nvPr>
        </p:nvSpPr>
        <p:spPr>
          <a:xfrm>
            <a:off x="714375" y="1160463"/>
            <a:ext cx="5575200" cy="313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2efc57e289a_0_4:notes"/>
          <p:cNvSpPr txBox="1"/>
          <p:nvPr>
            <p:ph idx="1" type="body"/>
          </p:nvPr>
        </p:nvSpPr>
        <p:spPr>
          <a:xfrm>
            <a:off x="700405" y="4470837"/>
            <a:ext cx="5603100" cy="36582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rPr lang="en-US"/>
              <a:t>1. Giáo viên show bảng câu hỏi ví dụ và yêu cầu học viên tìm điểm chung trong các đề bài từ 1-5</a:t>
            </a:r>
            <a:endParaRPr/>
          </a:p>
        </p:txBody>
      </p:sp>
      <p:sp>
        <p:nvSpPr>
          <p:cNvPr id="722" name="Google Shape;722;g2efc57e289a_0_4:notes"/>
          <p:cNvSpPr/>
          <p:nvPr>
            <p:ph idx="2" type="sldImg"/>
          </p:nvPr>
        </p:nvSpPr>
        <p:spPr>
          <a:xfrm>
            <a:off x="700834" y="1161256"/>
            <a:ext cx="5602500" cy="3135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3060e36b081_0_35:notes"/>
          <p:cNvSpPr txBox="1"/>
          <p:nvPr>
            <p:ph idx="1" type="body"/>
          </p:nvPr>
        </p:nvSpPr>
        <p:spPr>
          <a:xfrm>
            <a:off x="700405" y="4470837"/>
            <a:ext cx="5603100" cy="36579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735" name="Google Shape;735;g3060e36b081_0_35:notes"/>
          <p:cNvSpPr/>
          <p:nvPr>
            <p:ph idx="2" type="sldImg"/>
          </p:nvPr>
        </p:nvSpPr>
        <p:spPr>
          <a:xfrm>
            <a:off x="714375" y="1160463"/>
            <a:ext cx="5575200" cy="313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3060e36b081_0_23:notes"/>
          <p:cNvSpPr txBox="1"/>
          <p:nvPr>
            <p:ph idx="1" type="body"/>
          </p:nvPr>
        </p:nvSpPr>
        <p:spPr>
          <a:xfrm>
            <a:off x="700405" y="4470837"/>
            <a:ext cx="5603100" cy="36582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742" name="Google Shape;742;g3060e36b081_0_23:notes"/>
          <p:cNvSpPr/>
          <p:nvPr>
            <p:ph idx="2" type="sldImg"/>
          </p:nvPr>
        </p:nvSpPr>
        <p:spPr>
          <a:xfrm>
            <a:off x="700834" y="1161256"/>
            <a:ext cx="5602500" cy="3135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060e36b081_0_58:notes"/>
          <p:cNvSpPr txBox="1"/>
          <p:nvPr>
            <p:ph idx="1" type="body"/>
          </p:nvPr>
        </p:nvSpPr>
        <p:spPr>
          <a:xfrm>
            <a:off x="700405" y="4470837"/>
            <a:ext cx="5603100" cy="36582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762" name="Google Shape;762;g3060e36b081_0_58:notes"/>
          <p:cNvSpPr/>
          <p:nvPr>
            <p:ph idx="2" type="sldImg"/>
          </p:nvPr>
        </p:nvSpPr>
        <p:spPr>
          <a:xfrm>
            <a:off x="700834" y="1161256"/>
            <a:ext cx="5602500" cy="3135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3060e36b081_0_87:notes"/>
          <p:cNvSpPr txBox="1"/>
          <p:nvPr>
            <p:ph idx="1" type="body"/>
          </p:nvPr>
        </p:nvSpPr>
        <p:spPr>
          <a:xfrm>
            <a:off x="700405" y="4470837"/>
            <a:ext cx="5603100" cy="36579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789" name="Google Shape;789;g3060e36b081_0_87:notes"/>
          <p:cNvSpPr/>
          <p:nvPr>
            <p:ph idx="2" type="sldImg"/>
          </p:nvPr>
        </p:nvSpPr>
        <p:spPr>
          <a:xfrm>
            <a:off x="714375" y="1160463"/>
            <a:ext cx="5575200" cy="313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060e36b081_0_93:notes"/>
          <p:cNvSpPr txBox="1"/>
          <p:nvPr>
            <p:ph idx="1" type="body"/>
          </p:nvPr>
        </p:nvSpPr>
        <p:spPr>
          <a:xfrm>
            <a:off x="700405" y="4470837"/>
            <a:ext cx="5603100" cy="36582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796" name="Google Shape;796;g3060e36b081_0_93:notes"/>
          <p:cNvSpPr/>
          <p:nvPr>
            <p:ph idx="2" type="sldImg"/>
          </p:nvPr>
        </p:nvSpPr>
        <p:spPr>
          <a:xfrm>
            <a:off x="700834" y="1161256"/>
            <a:ext cx="5602500" cy="3135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3060e36b081_0_128:notes"/>
          <p:cNvSpPr txBox="1"/>
          <p:nvPr>
            <p:ph idx="1" type="body"/>
          </p:nvPr>
        </p:nvSpPr>
        <p:spPr>
          <a:xfrm>
            <a:off x="700405" y="4470837"/>
            <a:ext cx="5603100" cy="36582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804" name="Google Shape;804;g3060e36b081_0_128:notes"/>
          <p:cNvSpPr/>
          <p:nvPr>
            <p:ph idx="2" type="sldImg"/>
          </p:nvPr>
        </p:nvSpPr>
        <p:spPr>
          <a:xfrm>
            <a:off x="700834" y="1161256"/>
            <a:ext cx="5602500" cy="3135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3060e36b081_0_162:notes"/>
          <p:cNvSpPr txBox="1"/>
          <p:nvPr>
            <p:ph idx="1" type="body"/>
          </p:nvPr>
        </p:nvSpPr>
        <p:spPr>
          <a:xfrm>
            <a:off x="700405" y="4470837"/>
            <a:ext cx="5603100" cy="36582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824" name="Google Shape;824;g3060e36b081_0_162:notes"/>
          <p:cNvSpPr/>
          <p:nvPr>
            <p:ph idx="2" type="sldImg"/>
          </p:nvPr>
        </p:nvSpPr>
        <p:spPr>
          <a:xfrm>
            <a:off x="700834" y="1161256"/>
            <a:ext cx="5602500" cy="3135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3060e36b081_0_169:notes"/>
          <p:cNvSpPr txBox="1"/>
          <p:nvPr>
            <p:ph idx="1" type="body"/>
          </p:nvPr>
        </p:nvSpPr>
        <p:spPr>
          <a:xfrm>
            <a:off x="700405" y="4470837"/>
            <a:ext cx="5603100" cy="36579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832" name="Google Shape;832;g3060e36b081_0_169:notes"/>
          <p:cNvSpPr/>
          <p:nvPr>
            <p:ph idx="2" type="sldImg"/>
          </p:nvPr>
        </p:nvSpPr>
        <p:spPr>
          <a:xfrm>
            <a:off x="714375" y="1160463"/>
            <a:ext cx="5575200" cy="313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3060e36b081_0_175:notes"/>
          <p:cNvSpPr txBox="1"/>
          <p:nvPr>
            <p:ph idx="1" type="body"/>
          </p:nvPr>
        </p:nvSpPr>
        <p:spPr>
          <a:xfrm>
            <a:off x="700405" y="4470837"/>
            <a:ext cx="5603100" cy="36582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rPr lang="en-US"/>
              <a:t>Giáo viên có tham khảo cấu trúc câu phức-ghép ở </a:t>
            </a:r>
            <a:r>
              <a:rPr lang="en-US" u="sng">
                <a:solidFill>
                  <a:schemeClr val="hlink"/>
                </a:solidFill>
                <a:hlinkClick r:id="rId2"/>
              </a:rPr>
              <a:t>file này</a:t>
            </a:r>
            <a:r>
              <a:rPr lang="en-US"/>
              <a:t> để hướng dẫn học sinh viết câu</a:t>
            </a:r>
            <a:endParaRPr/>
          </a:p>
        </p:txBody>
      </p:sp>
      <p:sp>
        <p:nvSpPr>
          <p:cNvPr id="839" name="Google Shape;839;g3060e36b081_0_175:notes"/>
          <p:cNvSpPr/>
          <p:nvPr>
            <p:ph idx="2" type="sldImg"/>
          </p:nvPr>
        </p:nvSpPr>
        <p:spPr>
          <a:xfrm>
            <a:off x="700834" y="1161256"/>
            <a:ext cx="5602500" cy="3135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g3060e36b081_0_377:notes"/>
          <p:cNvSpPr txBox="1"/>
          <p:nvPr>
            <p:ph idx="1" type="body"/>
          </p:nvPr>
        </p:nvSpPr>
        <p:spPr>
          <a:xfrm>
            <a:off x="700405" y="4470837"/>
            <a:ext cx="5603100" cy="36582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847" name="Google Shape;847;g3060e36b081_0_377:notes"/>
          <p:cNvSpPr/>
          <p:nvPr>
            <p:ph idx="2" type="sldImg"/>
          </p:nvPr>
        </p:nvSpPr>
        <p:spPr>
          <a:xfrm>
            <a:off x="700834" y="1161256"/>
            <a:ext cx="5602500" cy="3135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2fa05e0233f_3_0:notes"/>
          <p:cNvSpPr txBox="1"/>
          <p:nvPr>
            <p:ph idx="1" type="body"/>
          </p:nvPr>
        </p:nvSpPr>
        <p:spPr>
          <a:xfrm>
            <a:off x="700405" y="4470837"/>
            <a:ext cx="5603100" cy="36582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876" name="Google Shape;876;g2fa05e0233f_3_0:notes"/>
          <p:cNvSpPr/>
          <p:nvPr>
            <p:ph idx="2" type="sldImg"/>
          </p:nvPr>
        </p:nvSpPr>
        <p:spPr>
          <a:xfrm>
            <a:off x="700834" y="1161256"/>
            <a:ext cx="5602500" cy="3135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g2f8c212ca7c_0_1:notes"/>
          <p:cNvSpPr txBox="1"/>
          <p:nvPr>
            <p:ph idx="1" type="body"/>
          </p:nvPr>
        </p:nvSpPr>
        <p:spPr>
          <a:xfrm>
            <a:off x="700405" y="4470837"/>
            <a:ext cx="5603100" cy="36582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887" name="Google Shape;887;g2f8c212ca7c_0_1:notes"/>
          <p:cNvSpPr/>
          <p:nvPr>
            <p:ph idx="2" type="sldImg"/>
          </p:nvPr>
        </p:nvSpPr>
        <p:spPr>
          <a:xfrm>
            <a:off x="700834" y="1161256"/>
            <a:ext cx="5602500" cy="3135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2ee203ee2b2_0_25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5" name="Google Shape;895;g2ee203ee2b2_0_25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1" name="Shape 21"/>
        <p:cNvGrpSpPr/>
        <p:nvPr/>
      </p:nvGrpSpPr>
      <p:grpSpPr>
        <a:xfrm>
          <a:off x="0" y="0"/>
          <a:ext cx="0" cy="0"/>
          <a:chOff x="0" y="0"/>
          <a:chExt cx="0" cy="0"/>
        </a:xfrm>
      </p:grpSpPr>
      <p:pic>
        <p:nvPicPr>
          <p:cNvPr descr="A picture containing person, suit&#10;&#10;Description automatically generated" id="22" name="Google Shape;22;p2"/>
          <p:cNvPicPr preferRelativeResize="0"/>
          <p:nvPr/>
        </p:nvPicPr>
        <p:blipFill rotWithShape="1">
          <a:blip r:embed="rId2">
            <a:alphaModFix/>
          </a:blip>
          <a:srcRect b="0" l="0" r="0" t="0"/>
          <a:stretch/>
        </p:blipFill>
        <p:spPr>
          <a:xfrm>
            <a:off x="-1540719" y="0"/>
            <a:ext cx="21369437" cy="10288589"/>
          </a:xfrm>
          <a:prstGeom prst="rect">
            <a:avLst/>
          </a:prstGeom>
          <a:noFill/>
          <a:ln>
            <a:noFill/>
          </a:ln>
        </p:spPr>
      </p:pic>
      <p:sp>
        <p:nvSpPr>
          <p:cNvPr id="23" name="Google Shape;23;p2"/>
          <p:cNvSpPr/>
          <p:nvPr/>
        </p:nvSpPr>
        <p:spPr>
          <a:xfrm>
            <a:off x="0" y="0"/>
            <a:ext cx="11583300" cy="10288500"/>
          </a:xfrm>
          <a:prstGeom prst="rect">
            <a:avLst/>
          </a:prstGeom>
          <a:gradFill>
            <a:gsLst>
              <a:gs pos="0">
                <a:schemeClr val="lt1"/>
              </a:gs>
              <a:gs pos="48000">
                <a:schemeClr val="lt1"/>
              </a:gs>
              <a:gs pos="100000">
                <a:srgbClr val="FFFFFF">
                  <a:alpha val="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700" u="none" cap="none" strike="noStrike">
              <a:solidFill>
                <a:schemeClr val="lt1"/>
              </a:solidFill>
              <a:latin typeface="Roboto"/>
              <a:ea typeface="Roboto"/>
              <a:cs typeface="Roboto"/>
              <a:sym typeface="Roboto"/>
            </a:endParaRPr>
          </a:p>
        </p:txBody>
      </p:sp>
      <p:sp>
        <p:nvSpPr>
          <p:cNvPr id="24" name="Google Shape;24;p2"/>
          <p:cNvSpPr txBox="1"/>
          <p:nvPr>
            <p:ph type="ctrTitle"/>
          </p:nvPr>
        </p:nvSpPr>
        <p:spPr>
          <a:xfrm>
            <a:off x="1042883" y="3855091"/>
            <a:ext cx="13716000" cy="2578500"/>
          </a:xfrm>
          <a:prstGeom prst="rect">
            <a:avLst/>
          </a:prstGeom>
          <a:noFill/>
          <a:ln>
            <a:noFill/>
          </a:ln>
        </p:spPr>
        <p:txBody>
          <a:bodyPr anchorCtr="0" anchor="b" bIns="45700" lIns="91425" spcFirstLastPara="1" rIns="91425" wrap="square" tIns="45700">
            <a:normAutofit/>
          </a:bodyPr>
          <a:lstStyle>
            <a:lvl1pPr lvl="0" rtl="0" algn="l">
              <a:lnSpc>
                <a:spcPct val="90000"/>
              </a:lnSpc>
              <a:spcBef>
                <a:spcPts val="0"/>
              </a:spcBef>
              <a:spcAft>
                <a:spcPts val="0"/>
              </a:spcAft>
              <a:buClr>
                <a:schemeClr val="dk1"/>
              </a:buClr>
              <a:buSzPts val="9000"/>
              <a:buFont typeface="Playfair Display"/>
              <a:buNone/>
              <a:defRPr sz="9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5" name="Google Shape;25;p2"/>
          <p:cNvSpPr txBox="1"/>
          <p:nvPr>
            <p:ph idx="1" type="subTitle"/>
          </p:nvPr>
        </p:nvSpPr>
        <p:spPr>
          <a:xfrm>
            <a:off x="1042988" y="6804474"/>
            <a:ext cx="13716000" cy="1242000"/>
          </a:xfrm>
          <a:prstGeom prst="rect">
            <a:avLst/>
          </a:prstGeom>
          <a:noFill/>
          <a:ln>
            <a:noFill/>
          </a:ln>
        </p:spPr>
        <p:txBody>
          <a:bodyPr anchorCtr="0" anchor="t" bIns="45700" lIns="91425" spcFirstLastPara="1" rIns="91425" wrap="square" tIns="45700">
            <a:normAutofit/>
          </a:bodyPr>
          <a:lstStyle>
            <a:lvl1pPr lvl="0" rtl="0" algn="l">
              <a:lnSpc>
                <a:spcPct val="90000"/>
              </a:lnSpc>
              <a:spcBef>
                <a:spcPts val="1500"/>
              </a:spcBef>
              <a:spcAft>
                <a:spcPts val="0"/>
              </a:spcAft>
              <a:buClr>
                <a:schemeClr val="dk1"/>
              </a:buClr>
              <a:buSzPts val="3600"/>
              <a:buNone/>
              <a:defRPr sz="3600"/>
            </a:lvl1pPr>
            <a:lvl2pPr lvl="1" rtl="0" algn="ctr">
              <a:lnSpc>
                <a:spcPct val="90000"/>
              </a:lnSpc>
              <a:spcBef>
                <a:spcPts val="750"/>
              </a:spcBef>
              <a:spcAft>
                <a:spcPts val="0"/>
              </a:spcAft>
              <a:buClr>
                <a:schemeClr val="dk1"/>
              </a:buClr>
              <a:buSzPts val="3000"/>
              <a:buNone/>
              <a:defRPr sz="3000"/>
            </a:lvl2pPr>
            <a:lvl3pPr lvl="2" rtl="0" algn="ctr">
              <a:lnSpc>
                <a:spcPct val="90000"/>
              </a:lnSpc>
              <a:spcBef>
                <a:spcPts val="750"/>
              </a:spcBef>
              <a:spcAft>
                <a:spcPts val="0"/>
              </a:spcAft>
              <a:buClr>
                <a:schemeClr val="dk1"/>
              </a:buClr>
              <a:buSzPts val="2700"/>
              <a:buNone/>
              <a:defRPr sz="2700"/>
            </a:lvl3pPr>
            <a:lvl4pPr lvl="3" rtl="0" algn="ctr">
              <a:lnSpc>
                <a:spcPct val="90000"/>
              </a:lnSpc>
              <a:spcBef>
                <a:spcPts val="750"/>
              </a:spcBef>
              <a:spcAft>
                <a:spcPts val="0"/>
              </a:spcAft>
              <a:buClr>
                <a:schemeClr val="dk1"/>
              </a:buClr>
              <a:buSzPts val="2400"/>
              <a:buNone/>
              <a:defRPr sz="2400"/>
            </a:lvl4pPr>
            <a:lvl5pPr lvl="4" rtl="0" algn="ctr">
              <a:lnSpc>
                <a:spcPct val="90000"/>
              </a:lnSpc>
              <a:spcBef>
                <a:spcPts val="750"/>
              </a:spcBef>
              <a:spcAft>
                <a:spcPts val="0"/>
              </a:spcAft>
              <a:buClr>
                <a:schemeClr val="dk1"/>
              </a:buClr>
              <a:buSzPts val="2400"/>
              <a:buNone/>
              <a:defRPr sz="2400"/>
            </a:lvl5pPr>
            <a:lvl6pPr lvl="5" rtl="0" algn="ctr">
              <a:lnSpc>
                <a:spcPct val="90000"/>
              </a:lnSpc>
              <a:spcBef>
                <a:spcPts val="750"/>
              </a:spcBef>
              <a:spcAft>
                <a:spcPts val="0"/>
              </a:spcAft>
              <a:buClr>
                <a:schemeClr val="dk1"/>
              </a:buClr>
              <a:buSzPts val="2400"/>
              <a:buNone/>
              <a:defRPr sz="2400"/>
            </a:lvl6pPr>
            <a:lvl7pPr lvl="6" rtl="0" algn="ctr">
              <a:lnSpc>
                <a:spcPct val="90000"/>
              </a:lnSpc>
              <a:spcBef>
                <a:spcPts val="750"/>
              </a:spcBef>
              <a:spcAft>
                <a:spcPts val="0"/>
              </a:spcAft>
              <a:buClr>
                <a:schemeClr val="dk1"/>
              </a:buClr>
              <a:buSzPts val="2400"/>
              <a:buNone/>
              <a:defRPr sz="2400"/>
            </a:lvl7pPr>
            <a:lvl8pPr lvl="7" rtl="0" algn="ctr">
              <a:lnSpc>
                <a:spcPct val="90000"/>
              </a:lnSpc>
              <a:spcBef>
                <a:spcPts val="750"/>
              </a:spcBef>
              <a:spcAft>
                <a:spcPts val="0"/>
              </a:spcAft>
              <a:buClr>
                <a:schemeClr val="dk1"/>
              </a:buClr>
              <a:buSzPts val="2400"/>
              <a:buNone/>
              <a:defRPr sz="2400"/>
            </a:lvl8pPr>
            <a:lvl9pPr lvl="8" rtl="0" algn="ctr">
              <a:lnSpc>
                <a:spcPct val="90000"/>
              </a:lnSpc>
              <a:spcBef>
                <a:spcPts val="750"/>
              </a:spcBef>
              <a:spcAft>
                <a:spcPts val="0"/>
              </a:spcAft>
              <a:buClr>
                <a:schemeClr val="dk1"/>
              </a:buClr>
              <a:buSzPts val="2400"/>
              <a:buNone/>
              <a:defRPr sz="2400"/>
            </a:lvl9pPr>
          </a:lstStyle>
          <a:p/>
        </p:txBody>
      </p:sp>
      <p:sp>
        <p:nvSpPr>
          <p:cNvPr id="26" name="Google Shape;26;p2"/>
          <p:cNvSpPr txBox="1"/>
          <p:nvPr>
            <p:ph idx="10" type="dt"/>
          </p:nvPr>
        </p:nvSpPr>
        <p:spPr>
          <a:xfrm>
            <a:off x="1042988" y="9535996"/>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7" name="Google Shape;27;p2"/>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28" name="Google Shape;28;p2"/>
          <p:cNvGrpSpPr/>
          <p:nvPr/>
        </p:nvGrpSpPr>
        <p:grpSpPr>
          <a:xfrm>
            <a:off x="16311697" y="-799989"/>
            <a:ext cx="3953014" cy="4041090"/>
            <a:chOff x="9414500" y="3211685"/>
            <a:chExt cx="1939368" cy="1982287"/>
          </a:xfrm>
        </p:grpSpPr>
        <p:sp>
          <p:nvSpPr>
            <p:cNvPr id="29" name="Google Shape;29;p2"/>
            <p:cNvSpPr/>
            <p:nvPr/>
          </p:nvSpPr>
          <p:spPr>
            <a:xfrm>
              <a:off x="9414500" y="3673801"/>
              <a:ext cx="924300" cy="924300"/>
            </a:xfrm>
            <a:prstGeom prst="ellipse">
              <a:avLst/>
            </a:prstGeom>
            <a:noFill/>
            <a:ln cap="flat" cmpd="sng" w="28575">
              <a:solidFill>
                <a:srgbClr val="EC1B23">
                  <a:alpha val="29020"/>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30" name="Google Shape;30;p2"/>
            <p:cNvSpPr/>
            <p:nvPr/>
          </p:nvSpPr>
          <p:spPr>
            <a:xfrm>
              <a:off x="10429568" y="3211685"/>
              <a:ext cx="924300" cy="924300"/>
            </a:xfrm>
            <a:prstGeom prst="ellipse">
              <a:avLst/>
            </a:prstGeom>
            <a:noFill/>
            <a:ln cap="flat" cmpd="sng" w="28575">
              <a:solidFill>
                <a:srgbClr val="EC1B23">
                  <a:alpha val="29020"/>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31" name="Google Shape;31;p2"/>
            <p:cNvSpPr/>
            <p:nvPr/>
          </p:nvSpPr>
          <p:spPr>
            <a:xfrm>
              <a:off x="10338732" y="4269672"/>
              <a:ext cx="924300" cy="924300"/>
            </a:xfrm>
            <a:prstGeom prst="ellipse">
              <a:avLst/>
            </a:prstGeom>
            <a:noFill/>
            <a:ln cap="flat" cmpd="sng" w="28575">
              <a:solidFill>
                <a:srgbClr val="EC1B23">
                  <a:alpha val="29020"/>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grpSp>
      <p:pic>
        <p:nvPicPr>
          <p:cNvPr descr="Logo" id="32" name="Google Shape;32;p2"/>
          <p:cNvPicPr preferRelativeResize="0"/>
          <p:nvPr/>
        </p:nvPicPr>
        <p:blipFill rotWithShape="1">
          <a:blip r:embed="rId3">
            <a:alphaModFix/>
          </a:blip>
          <a:srcRect b="0" l="0" r="0" t="0"/>
          <a:stretch/>
        </p:blipFill>
        <p:spPr>
          <a:xfrm>
            <a:off x="1042883" y="1998957"/>
            <a:ext cx="4817871" cy="124201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3" name="Shape 33"/>
        <p:cNvGrpSpPr/>
        <p:nvPr/>
      </p:nvGrpSpPr>
      <p:grpSpPr>
        <a:xfrm>
          <a:off x="0" y="0"/>
          <a:ext cx="0" cy="0"/>
          <a:chOff x="0" y="0"/>
          <a:chExt cx="0" cy="0"/>
        </a:xfrm>
      </p:grpSpPr>
      <p:sp>
        <p:nvSpPr>
          <p:cNvPr id="34" name="Google Shape;34;p3"/>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5" name="Google Shape;35;p3"/>
          <p:cNvSpPr txBox="1"/>
          <p:nvPr>
            <p:ph idx="1" type="body"/>
          </p:nvPr>
        </p:nvSpPr>
        <p:spPr>
          <a:xfrm>
            <a:off x="1042988" y="2493893"/>
            <a:ext cx="16771500" cy="65280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500"/>
              </a:spcBef>
              <a:spcAft>
                <a:spcPts val="0"/>
              </a:spcAft>
              <a:buClr>
                <a:schemeClr val="dk1"/>
              </a:buClr>
              <a:buSzPts val="1800"/>
              <a:buChar char="•"/>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36" name="Google Shape;36;p3"/>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7" name="Google Shape;37;p3"/>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8" name="Google Shape;38;p3"/>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9" name="Google Shape;39;p3"/>
          <p:cNvSpPr txBox="1"/>
          <p:nvPr>
            <p:ph idx="2" type="body"/>
          </p:nvPr>
        </p:nvSpPr>
        <p:spPr>
          <a:xfrm>
            <a:off x="473870" y="1186046"/>
            <a:ext cx="17340300" cy="791400"/>
          </a:xfrm>
          <a:prstGeom prst="rect">
            <a:avLst/>
          </a:prstGeom>
          <a:noFill/>
          <a:ln>
            <a:noFill/>
          </a:ln>
        </p:spPr>
        <p:txBody>
          <a:bodyPr anchorCtr="0" anchor="ctr" bIns="45700" lIns="91425" spcFirstLastPara="1" rIns="91425" wrap="square" tIns="45700">
            <a:normAutofit/>
          </a:bodyPr>
          <a:lstStyle>
            <a:lvl1pPr indent="-228600" lvl="0" marL="457200" rtl="0" algn="l">
              <a:lnSpc>
                <a:spcPct val="90000"/>
              </a:lnSpc>
              <a:spcBef>
                <a:spcPts val="1500"/>
              </a:spcBef>
              <a:spcAft>
                <a:spcPts val="0"/>
              </a:spcAft>
              <a:buClr>
                <a:schemeClr val="dk1"/>
              </a:buClr>
              <a:buSzPts val="4200"/>
              <a:buNone/>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spTree>
      <p:nvGrpSpPr>
        <p:cNvPr id="40" name="Shape 40"/>
        <p:cNvGrpSpPr/>
        <p:nvPr/>
      </p:nvGrpSpPr>
      <p:grpSpPr>
        <a:xfrm>
          <a:off x="0" y="0"/>
          <a:ext cx="0" cy="0"/>
          <a:chOff x="0" y="0"/>
          <a:chExt cx="0" cy="0"/>
        </a:xfrm>
      </p:grpSpPr>
      <p:sp>
        <p:nvSpPr>
          <p:cNvPr id="41" name="Google Shape;41;p4"/>
          <p:cNvSpPr/>
          <p:nvPr/>
        </p:nvSpPr>
        <p:spPr>
          <a:xfrm>
            <a:off x="14677444" y="6666207"/>
            <a:ext cx="3620700" cy="3620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700" u="none" cap="none" strike="noStrike">
              <a:solidFill>
                <a:schemeClr val="lt1"/>
              </a:solidFill>
              <a:latin typeface="Roboto"/>
              <a:ea typeface="Roboto"/>
              <a:cs typeface="Roboto"/>
              <a:sym typeface="Roboto"/>
            </a:endParaRPr>
          </a:p>
        </p:txBody>
      </p:sp>
      <p:sp>
        <p:nvSpPr>
          <p:cNvPr id="42" name="Google Shape;42;p4"/>
          <p:cNvSpPr/>
          <p:nvPr/>
        </p:nvSpPr>
        <p:spPr>
          <a:xfrm>
            <a:off x="0" y="1588"/>
            <a:ext cx="18288000" cy="14643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dk1"/>
              </a:solidFill>
              <a:latin typeface="Roboto"/>
              <a:ea typeface="Roboto"/>
              <a:cs typeface="Roboto"/>
              <a:sym typeface="Roboto"/>
            </a:endParaRPr>
          </a:p>
        </p:txBody>
      </p:sp>
      <p:sp>
        <p:nvSpPr>
          <p:cNvPr id="43" name="Google Shape;43;p4"/>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6600"/>
              <a:buFont typeface="Playfair Display"/>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4" name="Google Shape;44;p4"/>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45" name="Google Shape;45;p4"/>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46" name="Google Shape;46;p4"/>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7" name="Google Shape;47;p4"/>
          <p:cNvSpPr/>
          <p:nvPr/>
        </p:nvSpPr>
        <p:spPr>
          <a:xfrm>
            <a:off x="-1251175" y="8476603"/>
            <a:ext cx="3620700" cy="36207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2700"/>
              <a:buFont typeface="Roboto"/>
              <a:buNone/>
            </a:pPr>
            <a:r>
              <a:t/>
            </a:r>
            <a:endParaRPr b="0" i="0" sz="2700" u="none" cap="none" strike="noStrike">
              <a:solidFill>
                <a:schemeClr val="dk1"/>
              </a:solidFill>
              <a:latin typeface="Roboto"/>
              <a:ea typeface="Roboto"/>
              <a:cs typeface="Roboto"/>
              <a:sym typeface="Roboto"/>
            </a:endParaRPr>
          </a:p>
        </p:txBody>
      </p:sp>
      <p:pic>
        <p:nvPicPr>
          <p:cNvPr id="48" name="Google Shape;48;p4"/>
          <p:cNvPicPr preferRelativeResize="0"/>
          <p:nvPr/>
        </p:nvPicPr>
        <p:blipFill rotWithShape="1">
          <a:blip r:embed="rId2">
            <a:alphaModFix/>
          </a:blip>
          <a:srcRect b="0" l="0" r="0" t="0"/>
          <a:stretch/>
        </p:blipFill>
        <p:spPr>
          <a:xfrm>
            <a:off x="162161" y="9535996"/>
            <a:ext cx="1761650" cy="398927"/>
          </a:xfrm>
          <a:prstGeom prst="rect">
            <a:avLst/>
          </a:prstGeom>
          <a:noFill/>
          <a:ln>
            <a:noFill/>
          </a:ln>
        </p:spPr>
      </p:pic>
      <p:cxnSp>
        <p:nvCxnSpPr>
          <p:cNvPr id="49" name="Google Shape;49;p4"/>
          <p:cNvCxnSpPr/>
          <p:nvPr/>
        </p:nvCxnSpPr>
        <p:spPr>
          <a:xfrm>
            <a:off x="473529" y="395691"/>
            <a:ext cx="0" cy="791400"/>
          </a:xfrm>
          <a:prstGeom prst="straightConnector1">
            <a:avLst/>
          </a:prstGeom>
          <a:noFill/>
          <a:ln cap="flat" cmpd="sng" w="57150">
            <a:solidFill>
              <a:schemeClr val="lt1"/>
            </a:solidFill>
            <a:prstDash val="solid"/>
            <a:miter lim="800000"/>
            <a:headEnd len="sm" w="sm" type="none"/>
            <a:tailEnd len="sm" w="sm" type="none"/>
          </a:ln>
        </p:spPr>
      </p:cxnSp>
      <p:sp>
        <p:nvSpPr>
          <p:cNvPr id="50" name="Google Shape;50;p4"/>
          <p:cNvSpPr txBox="1"/>
          <p:nvPr>
            <p:ph idx="1" type="body"/>
          </p:nvPr>
        </p:nvSpPr>
        <p:spPr>
          <a:xfrm>
            <a:off x="1042988" y="2493893"/>
            <a:ext cx="16771500" cy="65280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500"/>
              </a:spcBef>
              <a:spcAft>
                <a:spcPts val="0"/>
              </a:spcAft>
              <a:buClr>
                <a:schemeClr val="dk1"/>
              </a:buClr>
              <a:buSzPts val="1800"/>
              <a:buChar char="•"/>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Only">
  <p:cSld name="2_Title Only">
    <p:spTree>
      <p:nvGrpSpPr>
        <p:cNvPr id="51" name="Shape 51"/>
        <p:cNvGrpSpPr/>
        <p:nvPr/>
      </p:nvGrpSpPr>
      <p:grpSpPr>
        <a:xfrm>
          <a:off x="0" y="0"/>
          <a:ext cx="0" cy="0"/>
          <a:chOff x="0" y="0"/>
          <a:chExt cx="0" cy="0"/>
        </a:xfrm>
      </p:grpSpPr>
      <p:sp>
        <p:nvSpPr>
          <p:cNvPr id="52" name="Google Shape;52;p5"/>
          <p:cNvSpPr/>
          <p:nvPr/>
        </p:nvSpPr>
        <p:spPr>
          <a:xfrm>
            <a:off x="14677444" y="6666207"/>
            <a:ext cx="3620700" cy="3620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700" u="none" cap="none" strike="noStrike">
              <a:solidFill>
                <a:schemeClr val="lt1"/>
              </a:solidFill>
              <a:latin typeface="Roboto"/>
              <a:ea typeface="Roboto"/>
              <a:cs typeface="Roboto"/>
              <a:sym typeface="Roboto"/>
            </a:endParaRPr>
          </a:p>
        </p:txBody>
      </p:sp>
      <p:sp>
        <p:nvSpPr>
          <p:cNvPr id="53" name="Google Shape;53;p5"/>
          <p:cNvSpPr/>
          <p:nvPr/>
        </p:nvSpPr>
        <p:spPr>
          <a:xfrm>
            <a:off x="0" y="1588"/>
            <a:ext cx="18288000" cy="14643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dk1"/>
              </a:solidFill>
              <a:latin typeface="Roboto"/>
              <a:ea typeface="Roboto"/>
              <a:cs typeface="Roboto"/>
              <a:sym typeface="Roboto"/>
            </a:endParaRPr>
          </a:p>
        </p:txBody>
      </p:sp>
      <p:sp>
        <p:nvSpPr>
          <p:cNvPr id="54" name="Google Shape;54;p5"/>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6600"/>
              <a:buFont typeface="Playfair Display"/>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5" name="Google Shape;55;p5"/>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6" name="Google Shape;56;p5"/>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7" name="Google Shape;57;p5"/>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8" name="Google Shape;58;p5"/>
          <p:cNvSpPr/>
          <p:nvPr/>
        </p:nvSpPr>
        <p:spPr>
          <a:xfrm>
            <a:off x="-1810397" y="8478191"/>
            <a:ext cx="3620700" cy="36207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2700"/>
              <a:buFont typeface="Roboto"/>
              <a:buNone/>
            </a:pPr>
            <a:r>
              <a:t/>
            </a:r>
            <a:endParaRPr b="0" i="0" sz="2700" u="none" cap="none" strike="noStrike">
              <a:solidFill>
                <a:schemeClr val="dk1"/>
              </a:solidFill>
              <a:latin typeface="Roboto"/>
              <a:ea typeface="Roboto"/>
              <a:cs typeface="Roboto"/>
              <a:sym typeface="Roboto"/>
            </a:endParaRPr>
          </a:p>
        </p:txBody>
      </p:sp>
      <p:pic>
        <p:nvPicPr>
          <p:cNvPr id="59" name="Google Shape;59;p5"/>
          <p:cNvPicPr preferRelativeResize="0"/>
          <p:nvPr/>
        </p:nvPicPr>
        <p:blipFill rotWithShape="1">
          <a:blip r:embed="rId2">
            <a:alphaModFix/>
          </a:blip>
          <a:srcRect b="0" l="0" r="0" t="0"/>
          <a:stretch/>
        </p:blipFill>
        <p:spPr>
          <a:xfrm>
            <a:off x="15457823" y="441265"/>
            <a:ext cx="2472744" cy="559952"/>
          </a:xfrm>
          <a:prstGeom prst="rect">
            <a:avLst/>
          </a:prstGeom>
          <a:noFill/>
          <a:ln>
            <a:noFill/>
          </a:ln>
        </p:spPr>
      </p:pic>
      <p:cxnSp>
        <p:nvCxnSpPr>
          <p:cNvPr id="60" name="Google Shape;60;p5"/>
          <p:cNvCxnSpPr/>
          <p:nvPr/>
        </p:nvCxnSpPr>
        <p:spPr>
          <a:xfrm>
            <a:off x="473529" y="395691"/>
            <a:ext cx="0" cy="791400"/>
          </a:xfrm>
          <a:prstGeom prst="straightConnector1">
            <a:avLst/>
          </a:prstGeom>
          <a:noFill/>
          <a:ln cap="flat" cmpd="sng" w="57150">
            <a:solidFill>
              <a:schemeClr val="lt1"/>
            </a:solidFill>
            <a:prstDash val="solid"/>
            <a:miter lim="800000"/>
            <a:headEnd len="sm" w="sm" type="none"/>
            <a:tailEnd len="sm" w="sm" type="none"/>
          </a:ln>
        </p:spPr>
      </p:cxnSp>
      <p:sp>
        <p:nvSpPr>
          <p:cNvPr id="61" name="Google Shape;61;p5"/>
          <p:cNvSpPr txBox="1"/>
          <p:nvPr>
            <p:ph idx="1" type="body"/>
          </p:nvPr>
        </p:nvSpPr>
        <p:spPr>
          <a:xfrm>
            <a:off x="1042988" y="2493893"/>
            <a:ext cx="16771500" cy="65280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500"/>
              </a:spcBef>
              <a:spcAft>
                <a:spcPts val="0"/>
              </a:spcAft>
              <a:buClr>
                <a:schemeClr val="dk1"/>
              </a:buClr>
              <a:buSzPts val="1800"/>
              <a:buChar char="•"/>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62" name="Shape 62"/>
        <p:cNvGrpSpPr/>
        <p:nvPr/>
      </p:nvGrpSpPr>
      <p:grpSpPr>
        <a:xfrm>
          <a:off x="0" y="0"/>
          <a:ext cx="0" cy="0"/>
          <a:chOff x="0" y="0"/>
          <a:chExt cx="0" cy="0"/>
        </a:xfrm>
      </p:grpSpPr>
      <p:sp>
        <p:nvSpPr>
          <p:cNvPr id="63" name="Google Shape;63;p6"/>
          <p:cNvSpPr txBox="1"/>
          <p:nvPr>
            <p:ph idx="1" type="body"/>
          </p:nvPr>
        </p:nvSpPr>
        <p:spPr>
          <a:xfrm>
            <a:off x="1042988" y="2522134"/>
            <a:ext cx="7736700" cy="1236000"/>
          </a:xfrm>
          <a:prstGeom prst="rect">
            <a:avLst/>
          </a:prstGeom>
          <a:noFill/>
          <a:ln>
            <a:noFill/>
          </a:ln>
        </p:spPr>
        <p:txBody>
          <a:bodyPr anchorCtr="0" anchor="b" bIns="45700" lIns="91425" spcFirstLastPara="1" rIns="91425" wrap="square" tIns="45700">
            <a:noAutofit/>
          </a:bodyPr>
          <a:lstStyle>
            <a:lvl1pPr indent="-228600" lvl="0" marL="457200" rtl="0" algn="l">
              <a:lnSpc>
                <a:spcPct val="90000"/>
              </a:lnSpc>
              <a:spcBef>
                <a:spcPts val="1500"/>
              </a:spcBef>
              <a:spcAft>
                <a:spcPts val="0"/>
              </a:spcAft>
              <a:buClr>
                <a:schemeClr val="dk1"/>
              </a:buClr>
              <a:buSzPts val="4400"/>
              <a:buNone/>
              <a:defRPr b="1" sz="4400"/>
            </a:lvl1pPr>
            <a:lvl2pPr indent="-228600" lvl="1" marL="914400" rtl="0" algn="l">
              <a:lnSpc>
                <a:spcPct val="90000"/>
              </a:lnSpc>
              <a:spcBef>
                <a:spcPts val="750"/>
              </a:spcBef>
              <a:spcAft>
                <a:spcPts val="0"/>
              </a:spcAft>
              <a:buClr>
                <a:schemeClr val="dk1"/>
              </a:buClr>
              <a:buSzPts val="3000"/>
              <a:buNone/>
              <a:defRPr b="1" sz="3000"/>
            </a:lvl2pPr>
            <a:lvl3pPr indent="-228600" lvl="2" marL="1371600" rtl="0" algn="l">
              <a:lnSpc>
                <a:spcPct val="90000"/>
              </a:lnSpc>
              <a:spcBef>
                <a:spcPts val="750"/>
              </a:spcBef>
              <a:spcAft>
                <a:spcPts val="0"/>
              </a:spcAft>
              <a:buClr>
                <a:schemeClr val="dk1"/>
              </a:buClr>
              <a:buSzPts val="2700"/>
              <a:buNone/>
              <a:defRPr b="1" sz="2700"/>
            </a:lvl3pPr>
            <a:lvl4pPr indent="-228600" lvl="3" marL="1828800" rtl="0" algn="l">
              <a:lnSpc>
                <a:spcPct val="90000"/>
              </a:lnSpc>
              <a:spcBef>
                <a:spcPts val="750"/>
              </a:spcBef>
              <a:spcAft>
                <a:spcPts val="0"/>
              </a:spcAft>
              <a:buClr>
                <a:schemeClr val="dk1"/>
              </a:buClr>
              <a:buSzPts val="2400"/>
              <a:buNone/>
              <a:defRPr b="1" sz="2400"/>
            </a:lvl4pPr>
            <a:lvl5pPr indent="-228600" lvl="4" marL="2286000" rtl="0" algn="l">
              <a:lnSpc>
                <a:spcPct val="90000"/>
              </a:lnSpc>
              <a:spcBef>
                <a:spcPts val="750"/>
              </a:spcBef>
              <a:spcAft>
                <a:spcPts val="0"/>
              </a:spcAft>
              <a:buClr>
                <a:schemeClr val="dk1"/>
              </a:buClr>
              <a:buSzPts val="2400"/>
              <a:buNone/>
              <a:defRPr b="1" sz="2400"/>
            </a:lvl5pPr>
            <a:lvl6pPr indent="-228600" lvl="5" marL="2743200" rtl="0" algn="l">
              <a:lnSpc>
                <a:spcPct val="90000"/>
              </a:lnSpc>
              <a:spcBef>
                <a:spcPts val="750"/>
              </a:spcBef>
              <a:spcAft>
                <a:spcPts val="0"/>
              </a:spcAft>
              <a:buClr>
                <a:schemeClr val="dk1"/>
              </a:buClr>
              <a:buSzPts val="2400"/>
              <a:buNone/>
              <a:defRPr b="1" sz="2400"/>
            </a:lvl6pPr>
            <a:lvl7pPr indent="-228600" lvl="6" marL="3200400" rtl="0" algn="l">
              <a:lnSpc>
                <a:spcPct val="90000"/>
              </a:lnSpc>
              <a:spcBef>
                <a:spcPts val="750"/>
              </a:spcBef>
              <a:spcAft>
                <a:spcPts val="0"/>
              </a:spcAft>
              <a:buClr>
                <a:schemeClr val="dk1"/>
              </a:buClr>
              <a:buSzPts val="2400"/>
              <a:buNone/>
              <a:defRPr b="1" sz="2400"/>
            </a:lvl7pPr>
            <a:lvl8pPr indent="-228600" lvl="7" marL="3657600" rtl="0" algn="l">
              <a:lnSpc>
                <a:spcPct val="90000"/>
              </a:lnSpc>
              <a:spcBef>
                <a:spcPts val="750"/>
              </a:spcBef>
              <a:spcAft>
                <a:spcPts val="0"/>
              </a:spcAft>
              <a:buClr>
                <a:schemeClr val="dk1"/>
              </a:buClr>
              <a:buSzPts val="2400"/>
              <a:buNone/>
              <a:defRPr b="1" sz="2400"/>
            </a:lvl8pPr>
            <a:lvl9pPr indent="-228600" lvl="8" marL="4114800" rtl="0" algn="l">
              <a:lnSpc>
                <a:spcPct val="90000"/>
              </a:lnSpc>
              <a:spcBef>
                <a:spcPts val="750"/>
              </a:spcBef>
              <a:spcAft>
                <a:spcPts val="0"/>
              </a:spcAft>
              <a:buClr>
                <a:schemeClr val="dk1"/>
              </a:buClr>
              <a:buSzPts val="2400"/>
              <a:buNone/>
              <a:defRPr b="1" sz="2400"/>
            </a:lvl9pPr>
          </a:lstStyle>
          <a:p/>
        </p:txBody>
      </p:sp>
      <p:sp>
        <p:nvSpPr>
          <p:cNvPr id="64" name="Google Shape;64;p6"/>
          <p:cNvSpPr txBox="1"/>
          <p:nvPr>
            <p:ph idx="2" type="body"/>
          </p:nvPr>
        </p:nvSpPr>
        <p:spPr>
          <a:xfrm>
            <a:off x="1042988" y="3758193"/>
            <a:ext cx="7736700" cy="5527800"/>
          </a:xfrm>
          <a:prstGeom prst="rect">
            <a:avLst/>
          </a:prstGeom>
          <a:noFill/>
          <a:ln>
            <a:noFill/>
          </a:ln>
        </p:spPr>
        <p:txBody>
          <a:bodyPr anchorCtr="0" anchor="t" bIns="45700" lIns="91425" spcFirstLastPara="1" rIns="91425" wrap="square" tIns="45700">
            <a:normAutofit/>
          </a:bodyPr>
          <a:lstStyle>
            <a:lvl1pPr indent="-482600" lvl="0" marL="457200" rtl="0" algn="l">
              <a:lnSpc>
                <a:spcPct val="90000"/>
              </a:lnSpc>
              <a:spcBef>
                <a:spcPts val="1500"/>
              </a:spcBef>
              <a:spcAft>
                <a:spcPts val="0"/>
              </a:spcAft>
              <a:buClr>
                <a:schemeClr val="dk1"/>
              </a:buClr>
              <a:buSzPts val="4000"/>
              <a:buChar char="•"/>
              <a:defRPr sz="4000"/>
            </a:lvl1pPr>
            <a:lvl2pPr indent="-431800" lvl="1" marL="914400" rtl="0" algn="l">
              <a:lnSpc>
                <a:spcPct val="90000"/>
              </a:lnSpc>
              <a:spcBef>
                <a:spcPts val="750"/>
              </a:spcBef>
              <a:spcAft>
                <a:spcPts val="0"/>
              </a:spcAft>
              <a:buClr>
                <a:schemeClr val="dk1"/>
              </a:buClr>
              <a:buSzPts val="3200"/>
              <a:buChar char="•"/>
              <a:defRPr sz="3200"/>
            </a:lvl2pPr>
            <a:lvl3pPr indent="-406400" lvl="2" marL="1371600" rtl="0" algn="l">
              <a:lnSpc>
                <a:spcPct val="90000"/>
              </a:lnSpc>
              <a:spcBef>
                <a:spcPts val="750"/>
              </a:spcBef>
              <a:spcAft>
                <a:spcPts val="0"/>
              </a:spcAft>
              <a:buClr>
                <a:schemeClr val="dk1"/>
              </a:buClr>
              <a:buSzPts val="2800"/>
              <a:buChar char="•"/>
              <a:defRPr sz="2800"/>
            </a:lvl3pPr>
            <a:lvl4pPr indent="-381000" lvl="3" marL="1828800" rtl="0" algn="l">
              <a:lnSpc>
                <a:spcPct val="90000"/>
              </a:lnSpc>
              <a:spcBef>
                <a:spcPts val="750"/>
              </a:spcBef>
              <a:spcAft>
                <a:spcPts val="0"/>
              </a:spcAft>
              <a:buClr>
                <a:schemeClr val="dk1"/>
              </a:buClr>
              <a:buSzPts val="2400"/>
              <a:buChar char="•"/>
              <a:defRPr sz="2400"/>
            </a:lvl4pPr>
            <a:lvl5pPr indent="-381000" lvl="4" marL="2286000" rtl="0" algn="l">
              <a:lnSpc>
                <a:spcPct val="90000"/>
              </a:lnSpc>
              <a:spcBef>
                <a:spcPts val="750"/>
              </a:spcBef>
              <a:spcAft>
                <a:spcPts val="0"/>
              </a:spcAft>
              <a:buClr>
                <a:schemeClr val="dk1"/>
              </a:buClr>
              <a:buSzPts val="2400"/>
              <a:buChar char="•"/>
              <a:defRPr sz="2400"/>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65" name="Google Shape;65;p6"/>
          <p:cNvSpPr txBox="1"/>
          <p:nvPr>
            <p:ph idx="3" type="body"/>
          </p:nvPr>
        </p:nvSpPr>
        <p:spPr>
          <a:xfrm>
            <a:off x="9147690" y="2522134"/>
            <a:ext cx="7774800" cy="1236000"/>
          </a:xfrm>
          <a:prstGeom prst="rect">
            <a:avLst/>
          </a:prstGeom>
          <a:noFill/>
          <a:ln>
            <a:noFill/>
          </a:ln>
        </p:spPr>
        <p:txBody>
          <a:bodyPr anchorCtr="0" anchor="b" bIns="45700" lIns="91425" spcFirstLastPara="1" rIns="91425" wrap="square" tIns="45700">
            <a:noAutofit/>
          </a:bodyPr>
          <a:lstStyle>
            <a:lvl1pPr indent="-228600" lvl="0" marL="457200" rtl="0" algn="l">
              <a:lnSpc>
                <a:spcPct val="90000"/>
              </a:lnSpc>
              <a:spcBef>
                <a:spcPts val="1500"/>
              </a:spcBef>
              <a:spcAft>
                <a:spcPts val="0"/>
              </a:spcAft>
              <a:buClr>
                <a:schemeClr val="dk1"/>
              </a:buClr>
              <a:buSzPts val="4400"/>
              <a:buNone/>
              <a:defRPr b="1" sz="4400"/>
            </a:lvl1pPr>
            <a:lvl2pPr indent="-228600" lvl="1" marL="914400" rtl="0" algn="l">
              <a:lnSpc>
                <a:spcPct val="90000"/>
              </a:lnSpc>
              <a:spcBef>
                <a:spcPts val="750"/>
              </a:spcBef>
              <a:spcAft>
                <a:spcPts val="0"/>
              </a:spcAft>
              <a:buClr>
                <a:schemeClr val="dk1"/>
              </a:buClr>
              <a:buSzPts val="3000"/>
              <a:buNone/>
              <a:defRPr b="1" sz="3000"/>
            </a:lvl2pPr>
            <a:lvl3pPr indent="-228600" lvl="2" marL="1371600" rtl="0" algn="l">
              <a:lnSpc>
                <a:spcPct val="90000"/>
              </a:lnSpc>
              <a:spcBef>
                <a:spcPts val="750"/>
              </a:spcBef>
              <a:spcAft>
                <a:spcPts val="0"/>
              </a:spcAft>
              <a:buClr>
                <a:schemeClr val="dk1"/>
              </a:buClr>
              <a:buSzPts val="2700"/>
              <a:buNone/>
              <a:defRPr b="1" sz="2700"/>
            </a:lvl3pPr>
            <a:lvl4pPr indent="-228600" lvl="3" marL="1828800" rtl="0" algn="l">
              <a:lnSpc>
                <a:spcPct val="90000"/>
              </a:lnSpc>
              <a:spcBef>
                <a:spcPts val="750"/>
              </a:spcBef>
              <a:spcAft>
                <a:spcPts val="0"/>
              </a:spcAft>
              <a:buClr>
                <a:schemeClr val="dk1"/>
              </a:buClr>
              <a:buSzPts val="2400"/>
              <a:buNone/>
              <a:defRPr b="1" sz="2400"/>
            </a:lvl4pPr>
            <a:lvl5pPr indent="-228600" lvl="4" marL="2286000" rtl="0" algn="l">
              <a:lnSpc>
                <a:spcPct val="90000"/>
              </a:lnSpc>
              <a:spcBef>
                <a:spcPts val="750"/>
              </a:spcBef>
              <a:spcAft>
                <a:spcPts val="0"/>
              </a:spcAft>
              <a:buClr>
                <a:schemeClr val="dk1"/>
              </a:buClr>
              <a:buSzPts val="2400"/>
              <a:buNone/>
              <a:defRPr b="1" sz="2400"/>
            </a:lvl5pPr>
            <a:lvl6pPr indent="-228600" lvl="5" marL="2743200" rtl="0" algn="l">
              <a:lnSpc>
                <a:spcPct val="90000"/>
              </a:lnSpc>
              <a:spcBef>
                <a:spcPts val="750"/>
              </a:spcBef>
              <a:spcAft>
                <a:spcPts val="0"/>
              </a:spcAft>
              <a:buClr>
                <a:schemeClr val="dk1"/>
              </a:buClr>
              <a:buSzPts val="2400"/>
              <a:buNone/>
              <a:defRPr b="1" sz="2400"/>
            </a:lvl6pPr>
            <a:lvl7pPr indent="-228600" lvl="6" marL="3200400" rtl="0" algn="l">
              <a:lnSpc>
                <a:spcPct val="90000"/>
              </a:lnSpc>
              <a:spcBef>
                <a:spcPts val="750"/>
              </a:spcBef>
              <a:spcAft>
                <a:spcPts val="0"/>
              </a:spcAft>
              <a:buClr>
                <a:schemeClr val="dk1"/>
              </a:buClr>
              <a:buSzPts val="2400"/>
              <a:buNone/>
              <a:defRPr b="1" sz="2400"/>
            </a:lvl7pPr>
            <a:lvl8pPr indent="-228600" lvl="7" marL="3657600" rtl="0" algn="l">
              <a:lnSpc>
                <a:spcPct val="90000"/>
              </a:lnSpc>
              <a:spcBef>
                <a:spcPts val="750"/>
              </a:spcBef>
              <a:spcAft>
                <a:spcPts val="0"/>
              </a:spcAft>
              <a:buClr>
                <a:schemeClr val="dk1"/>
              </a:buClr>
              <a:buSzPts val="2400"/>
              <a:buNone/>
              <a:defRPr b="1" sz="2400"/>
            </a:lvl8pPr>
            <a:lvl9pPr indent="-228600" lvl="8" marL="4114800" rtl="0" algn="l">
              <a:lnSpc>
                <a:spcPct val="90000"/>
              </a:lnSpc>
              <a:spcBef>
                <a:spcPts val="750"/>
              </a:spcBef>
              <a:spcAft>
                <a:spcPts val="0"/>
              </a:spcAft>
              <a:buClr>
                <a:schemeClr val="dk1"/>
              </a:buClr>
              <a:buSzPts val="2400"/>
              <a:buNone/>
              <a:defRPr b="1" sz="2400"/>
            </a:lvl9pPr>
          </a:lstStyle>
          <a:p/>
        </p:txBody>
      </p:sp>
      <p:sp>
        <p:nvSpPr>
          <p:cNvPr id="66" name="Google Shape;66;p6"/>
          <p:cNvSpPr txBox="1"/>
          <p:nvPr>
            <p:ph idx="4" type="body"/>
          </p:nvPr>
        </p:nvSpPr>
        <p:spPr>
          <a:xfrm>
            <a:off x="9147690" y="3758193"/>
            <a:ext cx="7774800" cy="5527800"/>
          </a:xfrm>
          <a:prstGeom prst="rect">
            <a:avLst/>
          </a:prstGeom>
          <a:noFill/>
          <a:ln>
            <a:noFill/>
          </a:ln>
        </p:spPr>
        <p:txBody>
          <a:bodyPr anchorCtr="0" anchor="t" bIns="45700" lIns="91425" spcFirstLastPara="1" rIns="91425" wrap="square" tIns="45700">
            <a:normAutofit/>
          </a:bodyPr>
          <a:lstStyle>
            <a:lvl1pPr indent="-482600" lvl="0" marL="457200" rtl="0" algn="l">
              <a:lnSpc>
                <a:spcPct val="90000"/>
              </a:lnSpc>
              <a:spcBef>
                <a:spcPts val="1500"/>
              </a:spcBef>
              <a:spcAft>
                <a:spcPts val="0"/>
              </a:spcAft>
              <a:buClr>
                <a:schemeClr val="dk1"/>
              </a:buClr>
              <a:buSzPts val="4000"/>
              <a:buChar char="•"/>
              <a:defRPr sz="4000"/>
            </a:lvl1pPr>
            <a:lvl2pPr indent="-431800" lvl="1" marL="914400" rtl="0" algn="l">
              <a:lnSpc>
                <a:spcPct val="90000"/>
              </a:lnSpc>
              <a:spcBef>
                <a:spcPts val="750"/>
              </a:spcBef>
              <a:spcAft>
                <a:spcPts val="0"/>
              </a:spcAft>
              <a:buClr>
                <a:schemeClr val="dk1"/>
              </a:buClr>
              <a:buSzPts val="3200"/>
              <a:buChar char="•"/>
              <a:defRPr sz="3200"/>
            </a:lvl2pPr>
            <a:lvl3pPr indent="-406400" lvl="2" marL="1371600" rtl="0" algn="l">
              <a:lnSpc>
                <a:spcPct val="90000"/>
              </a:lnSpc>
              <a:spcBef>
                <a:spcPts val="750"/>
              </a:spcBef>
              <a:spcAft>
                <a:spcPts val="0"/>
              </a:spcAft>
              <a:buClr>
                <a:schemeClr val="dk1"/>
              </a:buClr>
              <a:buSzPts val="2800"/>
              <a:buChar char="•"/>
              <a:defRPr sz="2800"/>
            </a:lvl3pPr>
            <a:lvl4pPr indent="-381000" lvl="3" marL="1828800" rtl="0" algn="l">
              <a:lnSpc>
                <a:spcPct val="90000"/>
              </a:lnSpc>
              <a:spcBef>
                <a:spcPts val="750"/>
              </a:spcBef>
              <a:spcAft>
                <a:spcPts val="0"/>
              </a:spcAft>
              <a:buClr>
                <a:schemeClr val="dk1"/>
              </a:buClr>
              <a:buSzPts val="2400"/>
              <a:buChar char="•"/>
              <a:defRPr sz="2400"/>
            </a:lvl4pPr>
            <a:lvl5pPr indent="-381000" lvl="4" marL="2286000" rtl="0" algn="l">
              <a:lnSpc>
                <a:spcPct val="90000"/>
              </a:lnSpc>
              <a:spcBef>
                <a:spcPts val="750"/>
              </a:spcBef>
              <a:spcAft>
                <a:spcPts val="0"/>
              </a:spcAft>
              <a:buClr>
                <a:schemeClr val="dk1"/>
              </a:buClr>
              <a:buSzPts val="2400"/>
              <a:buChar char="•"/>
              <a:defRPr sz="2400"/>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67" name="Google Shape;67;p6"/>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8" name="Google Shape;68;p6"/>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9" name="Google Shape;69;p6"/>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0" name="Google Shape;70;p6"/>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1" name="Google Shape;71;p6"/>
          <p:cNvSpPr txBox="1"/>
          <p:nvPr>
            <p:ph idx="5" type="body"/>
          </p:nvPr>
        </p:nvSpPr>
        <p:spPr>
          <a:xfrm>
            <a:off x="473870" y="1186046"/>
            <a:ext cx="17340300" cy="791400"/>
          </a:xfrm>
          <a:prstGeom prst="rect">
            <a:avLst/>
          </a:prstGeom>
          <a:noFill/>
          <a:ln>
            <a:noFill/>
          </a:ln>
        </p:spPr>
        <p:txBody>
          <a:bodyPr anchorCtr="0" anchor="ctr" bIns="45700" lIns="91425" spcFirstLastPara="1" rIns="91425" wrap="square" tIns="45700">
            <a:normAutofit/>
          </a:bodyPr>
          <a:lstStyle>
            <a:lvl1pPr indent="-228600" lvl="0" marL="457200" rtl="0" algn="l">
              <a:lnSpc>
                <a:spcPct val="90000"/>
              </a:lnSpc>
              <a:spcBef>
                <a:spcPts val="1500"/>
              </a:spcBef>
              <a:spcAft>
                <a:spcPts val="0"/>
              </a:spcAft>
              <a:buClr>
                <a:schemeClr val="dk1"/>
              </a:buClr>
              <a:buSzPts val="4200"/>
              <a:buNone/>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showMasterSp="0">
  <p:cSld name="1_Blank">
    <p:spTree>
      <p:nvGrpSpPr>
        <p:cNvPr id="72" name="Shape 72"/>
        <p:cNvGrpSpPr/>
        <p:nvPr/>
      </p:nvGrpSpPr>
      <p:grpSpPr>
        <a:xfrm>
          <a:off x="0" y="0"/>
          <a:ext cx="0" cy="0"/>
          <a:chOff x="0" y="0"/>
          <a:chExt cx="0" cy="0"/>
        </a:xfrm>
      </p:grpSpPr>
      <p:sp>
        <p:nvSpPr>
          <p:cNvPr id="73" name="Google Shape;73;p7"/>
          <p:cNvSpPr/>
          <p:nvPr/>
        </p:nvSpPr>
        <p:spPr>
          <a:xfrm>
            <a:off x="1" y="0"/>
            <a:ext cx="6119700" cy="10288500"/>
          </a:xfrm>
          <a:prstGeom prst="rect">
            <a:avLst/>
          </a:prstGeom>
          <a:solidFill>
            <a:srgbClr val="0181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74" name="Google Shape;74;p7"/>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5" name="Google Shape;75;p7"/>
          <p:cNvSpPr txBox="1"/>
          <p:nvPr>
            <p:ph idx="1" type="body"/>
          </p:nvPr>
        </p:nvSpPr>
        <p:spPr>
          <a:xfrm>
            <a:off x="450057" y="5144295"/>
            <a:ext cx="5191200" cy="1529100"/>
          </a:xfrm>
          <a:prstGeom prst="rect">
            <a:avLst/>
          </a:prstGeom>
          <a:noFill/>
          <a:ln>
            <a:noFill/>
          </a:ln>
        </p:spPr>
        <p:txBody>
          <a:bodyPr anchorCtr="0" anchor="t" bIns="45700" lIns="91425" spcFirstLastPara="1" rIns="91425" wrap="square" tIns="45700">
            <a:normAutofit/>
          </a:bodyPr>
          <a:lstStyle>
            <a:lvl1pPr indent="-495300" lvl="0" marL="457200" rtl="0" algn="l">
              <a:lnSpc>
                <a:spcPct val="90000"/>
              </a:lnSpc>
              <a:spcBef>
                <a:spcPts val="1500"/>
              </a:spcBef>
              <a:spcAft>
                <a:spcPts val="0"/>
              </a:spcAft>
              <a:buClr>
                <a:schemeClr val="lt1"/>
              </a:buClr>
              <a:buSzPts val="4200"/>
              <a:buChar char="•"/>
              <a:defRPr>
                <a:solidFill>
                  <a:schemeClr val="lt1"/>
                </a:solidFill>
              </a:defRPr>
            </a:lvl1pPr>
            <a:lvl2pPr indent="-457200" lvl="1" marL="914400" rtl="0" algn="l">
              <a:lnSpc>
                <a:spcPct val="90000"/>
              </a:lnSpc>
              <a:spcBef>
                <a:spcPts val="750"/>
              </a:spcBef>
              <a:spcAft>
                <a:spcPts val="0"/>
              </a:spcAft>
              <a:buClr>
                <a:schemeClr val="lt1"/>
              </a:buClr>
              <a:buSzPts val="3600"/>
              <a:buChar char="•"/>
              <a:defRPr>
                <a:solidFill>
                  <a:schemeClr val="lt1"/>
                </a:solidFill>
              </a:defRPr>
            </a:lvl2pPr>
            <a:lvl3pPr indent="-419100" lvl="2" marL="1371600" rtl="0" algn="l">
              <a:lnSpc>
                <a:spcPct val="90000"/>
              </a:lnSpc>
              <a:spcBef>
                <a:spcPts val="750"/>
              </a:spcBef>
              <a:spcAft>
                <a:spcPts val="0"/>
              </a:spcAft>
              <a:buClr>
                <a:schemeClr val="lt1"/>
              </a:buClr>
              <a:buSzPts val="3000"/>
              <a:buChar char="•"/>
              <a:defRPr>
                <a:solidFill>
                  <a:schemeClr val="lt1"/>
                </a:solidFill>
              </a:defRPr>
            </a:lvl3pPr>
            <a:lvl4pPr indent="-400050" lvl="3" marL="1828800" rtl="0" algn="l">
              <a:lnSpc>
                <a:spcPct val="90000"/>
              </a:lnSpc>
              <a:spcBef>
                <a:spcPts val="750"/>
              </a:spcBef>
              <a:spcAft>
                <a:spcPts val="0"/>
              </a:spcAft>
              <a:buClr>
                <a:schemeClr val="lt1"/>
              </a:buClr>
              <a:buSzPts val="2700"/>
              <a:buChar char="•"/>
              <a:defRPr>
                <a:solidFill>
                  <a:schemeClr val="lt1"/>
                </a:solidFill>
              </a:defRPr>
            </a:lvl4pPr>
            <a:lvl5pPr indent="-400050" lvl="4" marL="2286000" rtl="0" algn="l">
              <a:lnSpc>
                <a:spcPct val="90000"/>
              </a:lnSpc>
              <a:spcBef>
                <a:spcPts val="750"/>
              </a:spcBef>
              <a:spcAft>
                <a:spcPts val="0"/>
              </a:spcAft>
              <a:buClr>
                <a:schemeClr val="lt1"/>
              </a:buClr>
              <a:buSzPts val="2700"/>
              <a:buChar char="•"/>
              <a:defRPr>
                <a:solidFill>
                  <a:schemeClr val="lt1"/>
                </a:solidFill>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76" name="Google Shape;76;p7"/>
          <p:cNvSpPr txBox="1"/>
          <p:nvPr>
            <p:ph type="title"/>
          </p:nvPr>
        </p:nvSpPr>
        <p:spPr>
          <a:xfrm>
            <a:off x="450057" y="3087345"/>
            <a:ext cx="5191200" cy="1988700"/>
          </a:xfrm>
          <a:prstGeom prst="rect">
            <a:avLst/>
          </a:prstGeom>
          <a:noFill/>
          <a:ln>
            <a:noFill/>
          </a:ln>
        </p:spPr>
        <p:txBody>
          <a:bodyPr anchorCtr="0" anchor="ctr" bIns="45700" lIns="91425" spcFirstLastPara="1" rIns="91425" wrap="square" tIns="45700">
            <a:noAutofit/>
          </a:bodyPr>
          <a:lstStyle>
            <a:lvl1pPr lvl="0" rtl="0" algn="l">
              <a:lnSpc>
                <a:spcPct val="90000"/>
              </a:lnSpc>
              <a:spcBef>
                <a:spcPts val="0"/>
              </a:spcBef>
              <a:spcAft>
                <a:spcPts val="0"/>
              </a:spcAft>
              <a:buClr>
                <a:schemeClr val="lt1"/>
              </a:buClr>
              <a:buSzPts val="5400"/>
              <a:buFont typeface="Playfair Display"/>
              <a:buNone/>
              <a:defRPr sz="54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7" name="Google Shape;77;p7"/>
          <p:cNvSpPr txBox="1"/>
          <p:nvPr>
            <p:ph idx="2" type="body"/>
          </p:nvPr>
        </p:nvSpPr>
        <p:spPr>
          <a:xfrm>
            <a:off x="6119814" y="0"/>
            <a:ext cx="12168300" cy="10288500"/>
          </a:xfrm>
          <a:prstGeom prst="rect">
            <a:avLst/>
          </a:prstGeom>
          <a:noFill/>
          <a:ln>
            <a:noFill/>
          </a:ln>
        </p:spPr>
        <p:txBody>
          <a:bodyPr anchorCtr="0" anchor="ctr" bIns="45700" lIns="91425" spcFirstLastPara="1" rIns="91425" wrap="square" tIns="45700">
            <a:normAutofit/>
          </a:bodyPr>
          <a:lstStyle>
            <a:lvl1pPr indent="-533400" lvl="0" marL="457200" rtl="0" algn="l">
              <a:lnSpc>
                <a:spcPct val="90000"/>
              </a:lnSpc>
              <a:spcBef>
                <a:spcPts val="1500"/>
              </a:spcBef>
              <a:spcAft>
                <a:spcPts val="0"/>
              </a:spcAft>
              <a:buClr>
                <a:schemeClr val="dk1"/>
              </a:buClr>
              <a:buSzPts val="4800"/>
              <a:buChar char="•"/>
              <a:defRPr sz="4800"/>
            </a:lvl1pPr>
            <a:lvl2pPr indent="-495300" lvl="1" marL="914400" rtl="0" algn="l">
              <a:lnSpc>
                <a:spcPct val="90000"/>
              </a:lnSpc>
              <a:spcBef>
                <a:spcPts val="750"/>
              </a:spcBef>
              <a:spcAft>
                <a:spcPts val="0"/>
              </a:spcAft>
              <a:buClr>
                <a:schemeClr val="dk1"/>
              </a:buClr>
              <a:buSzPts val="4200"/>
              <a:buChar char="•"/>
              <a:defRPr sz="4200"/>
            </a:lvl2pPr>
            <a:lvl3pPr indent="-457200" lvl="2" marL="1371600" rtl="0" algn="l">
              <a:lnSpc>
                <a:spcPct val="90000"/>
              </a:lnSpc>
              <a:spcBef>
                <a:spcPts val="750"/>
              </a:spcBef>
              <a:spcAft>
                <a:spcPts val="0"/>
              </a:spcAft>
              <a:buClr>
                <a:schemeClr val="dk1"/>
              </a:buClr>
              <a:buSzPts val="3600"/>
              <a:buChar char="•"/>
              <a:defRPr sz="3600"/>
            </a:lvl3pPr>
            <a:lvl4pPr indent="-419100" lvl="3" marL="1828800" rtl="0" algn="l">
              <a:lnSpc>
                <a:spcPct val="90000"/>
              </a:lnSpc>
              <a:spcBef>
                <a:spcPts val="750"/>
              </a:spcBef>
              <a:spcAft>
                <a:spcPts val="0"/>
              </a:spcAft>
              <a:buClr>
                <a:schemeClr val="dk1"/>
              </a:buClr>
              <a:buSzPts val="3000"/>
              <a:buChar char="•"/>
              <a:defRPr sz="3000"/>
            </a:lvl4pPr>
            <a:lvl5pPr indent="-419100" lvl="4" marL="2286000" rtl="0" algn="l">
              <a:lnSpc>
                <a:spcPct val="90000"/>
              </a:lnSpc>
              <a:spcBef>
                <a:spcPts val="750"/>
              </a:spcBef>
              <a:spcAft>
                <a:spcPts val="0"/>
              </a:spcAft>
              <a:buClr>
                <a:schemeClr val="dk1"/>
              </a:buClr>
              <a:buSzPts val="3000"/>
              <a:buChar char="•"/>
              <a:defRPr sz="3000"/>
            </a:lvl5pPr>
            <a:lvl6pPr indent="-419100" lvl="5" marL="2743200" rtl="0" algn="l">
              <a:lnSpc>
                <a:spcPct val="90000"/>
              </a:lnSpc>
              <a:spcBef>
                <a:spcPts val="750"/>
              </a:spcBef>
              <a:spcAft>
                <a:spcPts val="0"/>
              </a:spcAft>
              <a:buClr>
                <a:schemeClr val="dk1"/>
              </a:buClr>
              <a:buSzPts val="3000"/>
              <a:buChar char="•"/>
              <a:defRPr sz="3000"/>
            </a:lvl6pPr>
            <a:lvl7pPr indent="-419100" lvl="6" marL="3200400" rtl="0" algn="l">
              <a:lnSpc>
                <a:spcPct val="90000"/>
              </a:lnSpc>
              <a:spcBef>
                <a:spcPts val="750"/>
              </a:spcBef>
              <a:spcAft>
                <a:spcPts val="0"/>
              </a:spcAft>
              <a:buClr>
                <a:schemeClr val="dk1"/>
              </a:buClr>
              <a:buSzPts val="3000"/>
              <a:buChar char="•"/>
              <a:defRPr sz="3000"/>
            </a:lvl7pPr>
            <a:lvl8pPr indent="-419100" lvl="7" marL="3657600" rtl="0" algn="l">
              <a:lnSpc>
                <a:spcPct val="90000"/>
              </a:lnSpc>
              <a:spcBef>
                <a:spcPts val="750"/>
              </a:spcBef>
              <a:spcAft>
                <a:spcPts val="0"/>
              </a:spcAft>
              <a:buClr>
                <a:schemeClr val="dk1"/>
              </a:buClr>
              <a:buSzPts val="3000"/>
              <a:buChar char="•"/>
              <a:defRPr sz="3000"/>
            </a:lvl8pPr>
            <a:lvl9pPr indent="-419100" lvl="8" marL="4114800" rtl="0" algn="l">
              <a:lnSpc>
                <a:spcPct val="90000"/>
              </a:lnSpc>
              <a:spcBef>
                <a:spcPts val="750"/>
              </a:spcBef>
              <a:spcAft>
                <a:spcPts val="0"/>
              </a:spcAft>
              <a:buClr>
                <a:schemeClr val="dk1"/>
              </a:buClr>
              <a:buSzPts val="3000"/>
              <a:buChar char="•"/>
              <a:defRPr sz="3000"/>
            </a:lvl9pPr>
          </a:lstStyle>
          <a:p/>
        </p:txBody>
      </p:sp>
      <p:pic>
        <p:nvPicPr>
          <p:cNvPr id="78" name="Google Shape;78;p7"/>
          <p:cNvPicPr preferRelativeResize="0"/>
          <p:nvPr/>
        </p:nvPicPr>
        <p:blipFill rotWithShape="1">
          <a:blip r:embed="rId2">
            <a:alphaModFix/>
          </a:blip>
          <a:srcRect b="0" l="0" r="0" t="0"/>
          <a:stretch/>
        </p:blipFill>
        <p:spPr>
          <a:xfrm>
            <a:off x="1823535" y="441265"/>
            <a:ext cx="2472744" cy="559952"/>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LEFT" showMasterSp="0" type="objTx">
  <p:cSld name="OBJECT_WITH_CAPTION_TEXT">
    <p:spTree>
      <p:nvGrpSpPr>
        <p:cNvPr id="79" name="Shape 79"/>
        <p:cNvGrpSpPr/>
        <p:nvPr/>
      </p:nvGrpSpPr>
      <p:grpSpPr>
        <a:xfrm>
          <a:off x="0" y="0"/>
          <a:ext cx="0" cy="0"/>
          <a:chOff x="0" y="0"/>
          <a:chExt cx="0" cy="0"/>
        </a:xfrm>
      </p:grpSpPr>
      <p:sp>
        <p:nvSpPr>
          <p:cNvPr id="80" name="Google Shape;80;p8"/>
          <p:cNvSpPr/>
          <p:nvPr/>
        </p:nvSpPr>
        <p:spPr>
          <a:xfrm>
            <a:off x="0" y="0"/>
            <a:ext cx="9144000" cy="10288500"/>
          </a:xfrm>
          <a:prstGeom prst="rect">
            <a:avLst/>
          </a:prstGeom>
          <a:solidFill>
            <a:srgbClr val="0181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81" name="Google Shape;81;p8"/>
          <p:cNvSpPr txBox="1"/>
          <p:nvPr>
            <p:ph type="title"/>
          </p:nvPr>
        </p:nvSpPr>
        <p:spPr>
          <a:xfrm>
            <a:off x="812721" y="4342880"/>
            <a:ext cx="7518600" cy="1602900"/>
          </a:xfrm>
          <a:prstGeom prst="rect">
            <a:avLst/>
          </a:prstGeom>
          <a:noFill/>
          <a:ln>
            <a:noFill/>
          </a:ln>
        </p:spPr>
        <p:txBody>
          <a:bodyPr anchorCtr="0" anchor="ctr" bIns="45700" lIns="91425" spcFirstLastPara="1" rIns="91425" wrap="square" tIns="45700">
            <a:noAutofit/>
          </a:bodyPr>
          <a:lstStyle>
            <a:lvl1pPr lvl="0" rtl="0" algn="ctr">
              <a:lnSpc>
                <a:spcPct val="90000"/>
              </a:lnSpc>
              <a:spcBef>
                <a:spcPts val="0"/>
              </a:spcBef>
              <a:spcAft>
                <a:spcPts val="0"/>
              </a:spcAft>
              <a:buClr>
                <a:schemeClr val="lt1"/>
              </a:buClr>
              <a:buSzPts val="6600"/>
              <a:buFont typeface="Playfair Display"/>
              <a:buNone/>
              <a:defRPr sz="66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82" name="Google Shape;82;p8"/>
          <p:cNvSpPr txBox="1"/>
          <p:nvPr>
            <p:ph idx="1" type="body"/>
          </p:nvPr>
        </p:nvSpPr>
        <p:spPr>
          <a:xfrm>
            <a:off x="9144000" y="0"/>
            <a:ext cx="9144000" cy="10288500"/>
          </a:xfrm>
          <a:prstGeom prst="rect">
            <a:avLst/>
          </a:prstGeom>
          <a:noFill/>
          <a:ln>
            <a:noFill/>
          </a:ln>
        </p:spPr>
        <p:txBody>
          <a:bodyPr anchorCtr="0" anchor="ctr" bIns="45700" lIns="91425" spcFirstLastPara="1" rIns="91425" wrap="square" tIns="45700">
            <a:normAutofit/>
          </a:bodyPr>
          <a:lstStyle>
            <a:lvl1pPr indent="-533400" lvl="0" marL="457200" rtl="0" algn="l">
              <a:lnSpc>
                <a:spcPct val="90000"/>
              </a:lnSpc>
              <a:spcBef>
                <a:spcPts val="1500"/>
              </a:spcBef>
              <a:spcAft>
                <a:spcPts val="0"/>
              </a:spcAft>
              <a:buClr>
                <a:schemeClr val="dk1"/>
              </a:buClr>
              <a:buSzPts val="4800"/>
              <a:buChar char="•"/>
              <a:defRPr sz="4800"/>
            </a:lvl1pPr>
            <a:lvl2pPr indent="-495300" lvl="1" marL="914400" rtl="0" algn="l">
              <a:lnSpc>
                <a:spcPct val="90000"/>
              </a:lnSpc>
              <a:spcBef>
                <a:spcPts val="750"/>
              </a:spcBef>
              <a:spcAft>
                <a:spcPts val="0"/>
              </a:spcAft>
              <a:buClr>
                <a:schemeClr val="dk1"/>
              </a:buClr>
              <a:buSzPts val="4200"/>
              <a:buChar char="•"/>
              <a:defRPr sz="4200"/>
            </a:lvl2pPr>
            <a:lvl3pPr indent="-457200" lvl="2" marL="1371600" rtl="0" algn="l">
              <a:lnSpc>
                <a:spcPct val="90000"/>
              </a:lnSpc>
              <a:spcBef>
                <a:spcPts val="750"/>
              </a:spcBef>
              <a:spcAft>
                <a:spcPts val="0"/>
              </a:spcAft>
              <a:buClr>
                <a:schemeClr val="dk1"/>
              </a:buClr>
              <a:buSzPts val="3600"/>
              <a:buChar char="•"/>
              <a:defRPr sz="3600"/>
            </a:lvl3pPr>
            <a:lvl4pPr indent="-419100" lvl="3" marL="1828800" rtl="0" algn="l">
              <a:lnSpc>
                <a:spcPct val="90000"/>
              </a:lnSpc>
              <a:spcBef>
                <a:spcPts val="750"/>
              </a:spcBef>
              <a:spcAft>
                <a:spcPts val="0"/>
              </a:spcAft>
              <a:buClr>
                <a:schemeClr val="dk1"/>
              </a:buClr>
              <a:buSzPts val="3000"/>
              <a:buChar char="•"/>
              <a:defRPr sz="3000"/>
            </a:lvl4pPr>
            <a:lvl5pPr indent="-419100" lvl="4" marL="2286000" rtl="0" algn="l">
              <a:lnSpc>
                <a:spcPct val="90000"/>
              </a:lnSpc>
              <a:spcBef>
                <a:spcPts val="750"/>
              </a:spcBef>
              <a:spcAft>
                <a:spcPts val="0"/>
              </a:spcAft>
              <a:buClr>
                <a:schemeClr val="dk1"/>
              </a:buClr>
              <a:buSzPts val="3000"/>
              <a:buChar char="•"/>
              <a:defRPr sz="3000"/>
            </a:lvl5pPr>
            <a:lvl6pPr indent="-419100" lvl="5" marL="2743200" rtl="0" algn="l">
              <a:lnSpc>
                <a:spcPct val="90000"/>
              </a:lnSpc>
              <a:spcBef>
                <a:spcPts val="750"/>
              </a:spcBef>
              <a:spcAft>
                <a:spcPts val="0"/>
              </a:spcAft>
              <a:buClr>
                <a:schemeClr val="dk1"/>
              </a:buClr>
              <a:buSzPts val="3000"/>
              <a:buChar char="•"/>
              <a:defRPr sz="3000"/>
            </a:lvl6pPr>
            <a:lvl7pPr indent="-419100" lvl="6" marL="3200400" rtl="0" algn="l">
              <a:lnSpc>
                <a:spcPct val="90000"/>
              </a:lnSpc>
              <a:spcBef>
                <a:spcPts val="750"/>
              </a:spcBef>
              <a:spcAft>
                <a:spcPts val="0"/>
              </a:spcAft>
              <a:buClr>
                <a:schemeClr val="dk1"/>
              </a:buClr>
              <a:buSzPts val="3000"/>
              <a:buChar char="•"/>
              <a:defRPr sz="3000"/>
            </a:lvl7pPr>
            <a:lvl8pPr indent="-419100" lvl="7" marL="3657600" rtl="0" algn="l">
              <a:lnSpc>
                <a:spcPct val="90000"/>
              </a:lnSpc>
              <a:spcBef>
                <a:spcPts val="750"/>
              </a:spcBef>
              <a:spcAft>
                <a:spcPts val="0"/>
              </a:spcAft>
              <a:buClr>
                <a:schemeClr val="dk1"/>
              </a:buClr>
              <a:buSzPts val="3000"/>
              <a:buChar char="•"/>
              <a:defRPr sz="3000"/>
            </a:lvl8pPr>
            <a:lvl9pPr indent="-419100" lvl="8" marL="4114800" rtl="0" algn="l">
              <a:lnSpc>
                <a:spcPct val="90000"/>
              </a:lnSpc>
              <a:spcBef>
                <a:spcPts val="750"/>
              </a:spcBef>
              <a:spcAft>
                <a:spcPts val="0"/>
              </a:spcAft>
              <a:buClr>
                <a:schemeClr val="dk1"/>
              </a:buClr>
              <a:buSzPts val="3000"/>
              <a:buChar char="•"/>
              <a:defRPr sz="3000"/>
            </a:lvl9pPr>
          </a:lstStyle>
          <a:p/>
        </p:txBody>
      </p:sp>
      <p:sp>
        <p:nvSpPr>
          <p:cNvPr id="83" name="Google Shape;83;p8"/>
          <p:cNvSpPr txBox="1"/>
          <p:nvPr>
            <p:ph idx="2" type="body"/>
          </p:nvPr>
        </p:nvSpPr>
        <p:spPr>
          <a:xfrm>
            <a:off x="812721" y="6138021"/>
            <a:ext cx="7518600" cy="1602900"/>
          </a:xfrm>
          <a:prstGeom prst="rect">
            <a:avLst/>
          </a:prstGeom>
          <a:noFill/>
          <a:ln>
            <a:noFill/>
          </a:ln>
        </p:spPr>
        <p:txBody>
          <a:bodyPr anchorCtr="0" anchor="t" bIns="45700" lIns="91425" spcFirstLastPara="1" rIns="91425" wrap="square" tIns="45700">
            <a:normAutofit/>
          </a:bodyPr>
          <a:lstStyle>
            <a:lvl1pPr indent="-228600" lvl="0" marL="457200" rtl="0" algn="ctr">
              <a:lnSpc>
                <a:spcPct val="90000"/>
              </a:lnSpc>
              <a:spcBef>
                <a:spcPts val="1500"/>
              </a:spcBef>
              <a:spcAft>
                <a:spcPts val="0"/>
              </a:spcAft>
              <a:buClr>
                <a:schemeClr val="lt1"/>
              </a:buClr>
              <a:buSzPts val="3600"/>
              <a:buNone/>
              <a:defRPr sz="3600">
                <a:solidFill>
                  <a:schemeClr val="lt1"/>
                </a:solidFill>
              </a:defRPr>
            </a:lvl1pPr>
            <a:lvl2pPr indent="-228600" lvl="1" marL="914400" rtl="0" algn="l">
              <a:lnSpc>
                <a:spcPct val="90000"/>
              </a:lnSpc>
              <a:spcBef>
                <a:spcPts val="750"/>
              </a:spcBef>
              <a:spcAft>
                <a:spcPts val="0"/>
              </a:spcAft>
              <a:buClr>
                <a:schemeClr val="dk1"/>
              </a:buClr>
              <a:buSzPts val="2100"/>
              <a:buNone/>
              <a:defRPr sz="2100"/>
            </a:lvl2pPr>
            <a:lvl3pPr indent="-228600" lvl="2" marL="1371600" rtl="0" algn="l">
              <a:lnSpc>
                <a:spcPct val="90000"/>
              </a:lnSpc>
              <a:spcBef>
                <a:spcPts val="750"/>
              </a:spcBef>
              <a:spcAft>
                <a:spcPts val="0"/>
              </a:spcAft>
              <a:buClr>
                <a:schemeClr val="dk1"/>
              </a:buClr>
              <a:buSzPts val="1800"/>
              <a:buNone/>
              <a:defRPr sz="1800"/>
            </a:lvl3pPr>
            <a:lvl4pPr indent="-228600" lvl="3" marL="1828800" rtl="0" algn="l">
              <a:lnSpc>
                <a:spcPct val="90000"/>
              </a:lnSpc>
              <a:spcBef>
                <a:spcPts val="750"/>
              </a:spcBef>
              <a:spcAft>
                <a:spcPts val="0"/>
              </a:spcAft>
              <a:buClr>
                <a:schemeClr val="dk1"/>
              </a:buClr>
              <a:buSzPts val="1500"/>
              <a:buNone/>
              <a:defRPr sz="1500"/>
            </a:lvl4pPr>
            <a:lvl5pPr indent="-228600" lvl="4" marL="2286000" rtl="0" algn="l">
              <a:lnSpc>
                <a:spcPct val="90000"/>
              </a:lnSpc>
              <a:spcBef>
                <a:spcPts val="750"/>
              </a:spcBef>
              <a:spcAft>
                <a:spcPts val="0"/>
              </a:spcAft>
              <a:buClr>
                <a:schemeClr val="dk1"/>
              </a:buClr>
              <a:buSzPts val="1500"/>
              <a:buNone/>
              <a:defRPr sz="1500"/>
            </a:lvl5pPr>
            <a:lvl6pPr indent="-228600" lvl="5" marL="2743200" rtl="0" algn="l">
              <a:lnSpc>
                <a:spcPct val="90000"/>
              </a:lnSpc>
              <a:spcBef>
                <a:spcPts val="750"/>
              </a:spcBef>
              <a:spcAft>
                <a:spcPts val="0"/>
              </a:spcAft>
              <a:buClr>
                <a:schemeClr val="dk1"/>
              </a:buClr>
              <a:buSzPts val="1500"/>
              <a:buNone/>
              <a:defRPr sz="1500"/>
            </a:lvl6pPr>
            <a:lvl7pPr indent="-228600" lvl="6" marL="3200400" rtl="0" algn="l">
              <a:lnSpc>
                <a:spcPct val="90000"/>
              </a:lnSpc>
              <a:spcBef>
                <a:spcPts val="750"/>
              </a:spcBef>
              <a:spcAft>
                <a:spcPts val="0"/>
              </a:spcAft>
              <a:buClr>
                <a:schemeClr val="dk1"/>
              </a:buClr>
              <a:buSzPts val="1500"/>
              <a:buNone/>
              <a:defRPr sz="1500"/>
            </a:lvl7pPr>
            <a:lvl8pPr indent="-228600" lvl="7" marL="3657600" rtl="0" algn="l">
              <a:lnSpc>
                <a:spcPct val="90000"/>
              </a:lnSpc>
              <a:spcBef>
                <a:spcPts val="750"/>
              </a:spcBef>
              <a:spcAft>
                <a:spcPts val="0"/>
              </a:spcAft>
              <a:buClr>
                <a:schemeClr val="dk1"/>
              </a:buClr>
              <a:buSzPts val="1500"/>
              <a:buNone/>
              <a:defRPr sz="1500"/>
            </a:lvl8pPr>
            <a:lvl9pPr indent="-228600" lvl="8" marL="4114800" rtl="0" algn="l">
              <a:lnSpc>
                <a:spcPct val="90000"/>
              </a:lnSpc>
              <a:spcBef>
                <a:spcPts val="750"/>
              </a:spcBef>
              <a:spcAft>
                <a:spcPts val="0"/>
              </a:spcAft>
              <a:buClr>
                <a:schemeClr val="dk1"/>
              </a:buClr>
              <a:buSzPts val="1500"/>
              <a:buNone/>
              <a:defRPr sz="1500"/>
            </a:lvl9pPr>
          </a:lstStyle>
          <a:p/>
        </p:txBody>
      </p:sp>
      <p:sp>
        <p:nvSpPr>
          <p:cNvPr id="84" name="Google Shape;84;p8"/>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85" name="Google Shape;85;p8"/>
          <p:cNvPicPr preferRelativeResize="0"/>
          <p:nvPr/>
        </p:nvPicPr>
        <p:blipFill rotWithShape="1">
          <a:blip r:embed="rId2">
            <a:alphaModFix/>
          </a:blip>
          <a:srcRect b="0" l="0" r="0" t="0"/>
          <a:stretch/>
        </p:blipFill>
        <p:spPr>
          <a:xfrm>
            <a:off x="3335628" y="441265"/>
            <a:ext cx="2472744" cy="559952"/>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86" name="Shape 86"/>
        <p:cNvGrpSpPr/>
        <p:nvPr/>
      </p:nvGrpSpPr>
      <p:grpSpPr>
        <a:xfrm>
          <a:off x="0" y="0"/>
          <a:ext cx="0" cy="0"/>
          <a:chOff x="0" y="0"/>
          <a:chExt cx="0" cy="0"/>
        </a:xfrm>
      </p:grpSpPr>
      <p:sp>
        <p:nvSpPr>
          <p:cNvPr id="87" name="Google Shape;87;p9"/>
          <p:cNvSpPr txBox="1"/>
          <p:nvPr>
            <p:ph idx="1" type="body"/>
          </p:nvPr>
        </p:nvSpPr>
        <p:spPr>
          <a:xfrm>
            <a:off x="1042988" y="2492702"/>
            <a:ext cx="7772400" cy="65280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500"/>
              </a:spcBef>
              <a:spcAft>
                <a:spcPts val="0"/>
              </a:spcAft>
              <a:buClr>
                <a:schemeClr val="dk1"/>
              </a:buClr>
              <a:buSzPts val="1800"/>
              <a:buChar char="•"/>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88" name="Google Shape;88;p9"/>
          <p:cNvSpPr txBox="1"/>
          <p:nvPr>
            <p:ph idx="2" type="body"/>
          </p:nvPr>
        </p:nvSpPr>
        <p:spPr>
          <a:xfrm>
            <a:off x="9144000" y="2492702"/>
            <a:ext cx="7772400" cy="65280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500"/>
              </a:spcBef>
              <a:spcAft>
                <a:spcPts val="0"/>
              </a:spcAft>
              <a:buClr>
                <a:schemeClr val="dk1"/>
              </a:buClr>
              <a:buSzPts val="1800"/>
              <a:buChar char="•"/>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89" name="Google Shape;89;p9"/>
          <p:cNvSpPr txBox="1"/>
          <p:nvPr>
            <p:ph idx="10" type="dt"/>
          </p:nvPr>
        </p:nvSpPr>
        <p:spPr>
          <a:xfrm>
            <a:off x="1257300" y="9535998"/>
            <a:ext cx="411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90" name="Google Shape;90;p9"/>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91" name="Google Shape;91;p9"/>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2" name="Google Shape;92;p9"/>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3" name="Google Shape;93;p9"/>
          <p:cNvSpPr txBox="1"/>
          <p:nvPr>
            <p:ph idx="3" type="body"/>
          </p:nvPr>
        </p:nvSpPr>
        <p:spPr>
          <a:xfrm>
            <a:off x="473870" y="1186046"/>
            <a:ext cx="17340300" cy="791400"/>
          </a:xfrm>
          <a:prstGeom prst="rect">
            <a:avLst/>
          </a:prstGeom>
          <a:noFill/>
          <a:ln>
            <a:noFill/>
          </a:ln>
        </p:spPr>
        <p:txBody>
          <a:bodyPr anchorCtr="0" anchor="ctr" bIns="45700" lIns="91425" spcFirstLastPara="1" rIns="91425" wrap="square" tIns="45700">
            <a:normAutofit/>
          </a:bodyPr>
          <a:lstStyle>
            <a:lvl1pPr indent="-228600" lvl="0" marL="457200" rtl="0" algn="l">
              <a:lnSpc>
                <a:spcPct val="90000"/>
              </a:lnSpc>
              <a:spcBef>
                <a:spcPts val="1500"/>
              </a:spcBef>
              <a:spcAft>
                <a:spcPts val="0"/>
              </a:spcAft>
              <a:buClr>
                <a:schemeClr val="dk1"/>
              </a:buClr>
              <a:buSzPts val="4200"/>
              <a:buNone/>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mparison">
  <p:cSld name="1_Comparison">
    <p:spTree>
      <p:nvGrpSpPr>
        <p:cNvPr id="94" name="Shape 94"/>
        <p:cNvGrpSpPr/>
        <p:nvPr/>
      </p:nvGrpSpPr>
      <p:grpSpPr>
        <a:xfrm>
          <a:off x="0" y="0"/>
          <a:ext cx="0" cy="0"/>
          <a:chOff x="0" y="0"/>
          <a:chExt cx="0" cy="0"/>
        </a:xfrm>
      </p:grpSpPr>
      <p:sp>
        <p:nvSpPr>
          <p:cNvPr id="95" name="Google Shape;95;p10"/>
          <p:cNvSpPr txBox="1"/>
          <p:nvPr>
            <p:ph idx="1" type="body"/>
          </p:nvPr>
        </p:nvSpPr>
        <p:spPr>
          <a:xfrm>
            <a:off x="1042989" y="2522134"/>
            <a:ext cx="5067300" cy="1236000"/>
          </a:xfrm>
          <a:prstGeom prst="rect">
            <a:avLst/>
          </a:prstGeom>
          <a:noFill/>
          <a:ln>
            <a:noFill/>
          </a:ln>
        </p:spPr>
        <p:txBody>
          <a:bodyPr anchorCtr="0" anchor="b" bIns="45700" lIns="91425" spcFirstLastPara="1" rIns="91425" wrap="square" tIns="45700">
            <a:normAutofit/>
          </a:bodyPr>
          <a:lstStyle>
            <a:lvl1pPr indent="-228600" lvl="0" marL="457200" rtl="0" algn="l">
              <a:lnSpc>
                <a:spcPct val="90000"/>
              </a:lnSpc>
              <a:spcBef>
                <a:spcPts val="1500"/>
              </a:spcBef>
              <a:spcAft>
                <a:spcPts val="0"/>
              </a:spcAft>
              <a:buClr>
                <a:schemeClr val="dk1"/>
              </a:buClr>
              <a:buSzPts val="4000"/>
              <a:buNone/>
              <a:defRPr b="1" sz="4000"/>
            </a:lvl1pPr>
            <a:lvl2pPr indent="-228600" lvl="1" marL="914400" rtl="0" algn="l">
              <a:lnSpc>
                <a:spcPct val="90000"/>
              </a:lnSpc>
              <a:spcBef>
                <a:spcPts val="750"/>
              </a:spcBef>
              <a:spcAft>
                <a:spcPts val="0"/>
              </a:spcAft>
              <a:buClr>
                <a:schemeClr val="dk1"/>
              </a:buClr>
              <a:buSzPts val="3000"/>
              <a:buNone/>
              <a:defRPr b="1" sz="3000"/>
            </a:lvl2pPr>
            <a:lvl3pPr indent="-228600" lvl="2" marL="1371600" rtl="0" algn="l">
              <a:lnSpc>
                <a:spcPct val="90000"/>
              </a:lnSpc>
              <a:spcBef>
                <a:spcPts val="750"/>
              </a:spcBef>
              <a:spcAft>
                <a:spcPts val="0"/>
              </a:spcAft>
              <a:buClr>
                <a:schemeClr val="dk1"/>
              </a:buClr>
              <a:buSzPts val="2700"/>
              <a:buNone/>
              <a:defRPr b="1" sz="2700"/>
            </a:lvl3pPr>
            <a:lvl4pPr indent="-228600" lvl="3" marL="1828800" rtl="0" algn="l">
              <a:lnSpc>
                <a:spcPct val="90000"/>
              </a:lnSpc>
              <a:spcBef>
                <a:spcPts val="750"/>
              </a:spcBef>
              <a:spcAft>
                <a:spcPts val="0"/>
              </a:spcAft>
              <a:buClr>
                <a:schemeClr val="dk1"/>
              </a:buClr>
              <a:buSzPts val="2400"/>
              <a:buNone/>
              <a:defRPr b="1" sz="2400"/>
            </a:lvl4pPr>
            <a:lvl5pPr indent="-228600" lvl="4" marL="2286000" rtl="0" algn="l">
              <a:lnSpc>
                <a:spcPct val="90000"/>
              </a:lnSpc>
              <a:spcBef>
                <a:spcPts val="750"/>
              </a:spcBef>
              <a:spcAft>
                <a:spcPts val="0"/>
              </a:spcAft>
              <a:buClr>
                <a:schemeClr val="dk1"/>
              </a:buClr>
              <a:buSzPts val="2400"/>
              <a:buNone/>
              <a:defRPr b="1" sz="2400"/>
            </a:lvl5pPr>
            <a:lvl6pPr indent="-228600" lvl="5" marL="2743200" rtl="0" algn="l">
              <a:lnSpc>
                <a:spcPct val="90000"/>
              </a:lnSpc>
              <a:spcBef>
                <a:spcPts val="750"/>
              </a:spcBef>
              <a:spcAft>
                <a:spcPts val="0"/>
              </a:spcAft>
              <a:buClr>
                <a:schemeClr val="dk1"/>
              </a:buClr>
              <a:buSzPts val="2400"/>
              <a:buNone/>
              <a:defRPr b="1" sz="2400"/>
            </a:lvl6pPr>
            <a:lvl7pPr indent="-228600" lvl="6" marL="3200400" rtl="0" algn="l">
              <a:lnSpc>
                <a:spcPct val="90000"/>
              </a:lnSpc>
              <a:spcBef>
                <a:spcPts val="750"/>
              </a:spcBef>
              <a:spcAft>
                <a:spcPts val="0"/>
              </a:spcAft>
              <a:buClr>
                <a:schemeClr val="dk1"/>
              </a:buClr>
              <a:buSzPts val="2400"/>
              <a:buNone/>
              <a:defRPr b="1" sz="2400"/>
            </a:lvl7pPr>
            <a:lvl8pPr indent="-228600" lvl="7" marL="3657600" rtl="0" algn="l">
              <a:lnSpc>
                <a:spcPct val="90000"/>
              </a:lnSpc>
              <a:spcBef>
                <a:spcPts val="750"/>
              </a:spcBef>
              <a:spcAft>
                <a:spcPts val="0"/>
              </a:spcAft>
              <a:buClr>
                <a:schemeClr val="dk1"/>
              </a:buClr>
              <a:buSzPts val="2400"/>
              <a:buNone/>
              <a:defRPr b="1" sz="2400"/>
            </a:lvl8pPr>
            <a:lvl9pPr indent="-228600" lvl="8" marL="4114800" rtl="0" algn="l">
              <a:lnSpc>
                <a:spcPct val="90000"/>
              </a:lnSpc>
              <a:spcBef>
                <a:spcPts val="750"/>
              </a:spcBef>
              <a:spcAft>
                <a:spcPts val="0"/>
              </a:spcAft>
              <a:buClr>
                <a:schemeClr val="dk1"/>
              </a:buClr>
              <a:buSzPts val="2400"/>
              <a:buNone/>
              <a:defRPr b="1" sz="2400"/>
            </a:lvl9pPr>
          </a:lstStyle>
          <a:p/>
        </p:txBody>
      </p:sp>
      <p:sp>
        <p:nvSpPr>
          <p:cNvPr id="96" name="Google Shape;96;p10"/>
          <p:cNvSpPr txBox="1"/>
          <p:nvPr>
            <p:ph idx="2" type="body"/>
          </p:nvPr>
        </p:nvSpPr>
        <p:spPr>
          <a:xfrm>
            <a:off x="1042989" y="3758193"/>
            <a:ext cx="5067300" cy="5527800"/>
          </a:xfrm>
          <a:prstGeom prst="rect">
            <a:avLst/>
          </a:prstGeom>
          <a:noFill/>
          <a:ln>
            <a:noFill/>
          </a:ln>
        </p:spPr>
        <p:txBody>
          <a:bodyPr anchorCtr="0" anchor="t" bIns="45700" lIns="91425" spcFirstLastPara="1" rIns="91425" wrap="square" tIns="45700">
            <a:normAutofit/>
          </a:bodyPr>
          <a:lstStyle>
            <a:lvl1pPr indent="-482600" lvl="0" marL="457200" rtl="0" algn="l">
              <a:lnSpc>
                <a:spcPct val="90000"/>
              </a:lnSpc>
              <a:spcBef>
                <a:spcPts val="1500"/>
              </a:spcBef>
              <a:spcAft>
                <a:spcPts val="0"/>
              </a:spcAft>
              <a:buClr>
                <a:schemeClr val="dk1"/>
              </a:buClr>
              <a:buSzPts val="4000"/>
              <a:buChar char="•"/>
              <a:defRPr sz="4000"/>
            </a:lvl1pPr>
            <a:lvl2pPr indent="-431800" lvl="1" marL="914400" rtl="0" algn="l">
              <a:lnSpc>
                <a:spcPct val="90000"/>
              </a:lnSpc>
              <a:spcBef>
                <a:spcPts val="750"/>
              </a:spcBef>
              <a:spcAft>
                <a:spcPts val="0"/>
              </a:spcAft>
              <a:buClr>
                <a:schemeClr val="dk1"/>
              </a:buClr>
              <a:buSzPts val="3200"/>
              <a:buChar char="•"/>
              <a:defRPr sz="3200"/>
            </a:lvl2pPr>
            <a:lvl3pPr indent="-406400" lvl="2" marL="1371600" rtl="0" algn="l">
              <a:lnSpc>
                <a:spcPct val="90000"/>
              </a:lnSpc>
              <a:spcBef>
                <a:spcPts val="750"/>
              </a:spcBef>
              <a:spcAft>
                <a:spcPts val="0"/>
              </a:spcAft>
              <a:buClr>
                <a:schemeClr val="dk1"/>
              </a:buClr>
              <a:buSzPts val="2800"/>
              <a:buChar char="•"/>
              <a:defRPr sz="2800"/>
            </a:lvl3pPr>
            <a:lvl4pPr indent="-381000" lvl="3" marL="1828800" rtl="0" algn="l">
              <a:lnSpc>
                <a:spcPct val="90000"/>
              </a:lnSpc>
              <a:spcBef>
                <a:spcPts val="750"/>
              </a:spcBef>
              <a:spcAft>
                <a:spcPts val="0"/>
              </a:spcAft>
              <a:buClr>
                <a:schemeClr val="dk1"/>
              </a:buClr>
              <a:buSzPts val="2400"/>
              <a:buChar char="•"/>
              <a:defRPr sz="2400"/>
            </a:lvl4pPr>
            <a:lvl5pPr indent="-381000" lvl="4" marL="2286000" rtl="0" algn="l">
              <a:lnSpc>
                <a:spcPct val="90000"/>
              </a:lnSpc>
              <a:spcBef>
                <a:spcPts val="750"/>
              </a:spcBef>
              <a:spcAft>
                <a:spcPts val="0"/>
              </a:spcAft>
              <a:buClr>
                <a:schemeClr val="dk1"/>
              </a:buClr>
              <a:buSzPts val="2400"/>
              <a:buChar char="•"/>
              <a:defRPr sz="2400"/>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97" name="Google Shape;97;p10"/>
          <p:cNvSpPr txBox="1"/>
          <p:nvPr>
            <p:ph idx="3" type="body"/>
          </p:nvPr>
        </p:nvSpPr>
        <p:spPr>
          <a:xfrm>
            <a:off x="6597854" y="2522134"/>
            <a:ext cx="5092200" cy="1236000"/>
          </a:xfrm>
          <a:prstGeom prst="rect">
            <a:avLst/>
          </a:prstGeom>
          <a:noFill/>
          <a:ln>
            <a:noFill/>
          </a:ln>
        </p:spPr>
        <p:txBody>
          <a:bodyPr anchorCtr="0" anchor="b" bIns="45700" lIns="91425" spcFirstLastPara="1" rIns="91425" wrap="square" tIns="45700">
            <a:normAutofit/>
          </a:bodyPr>
          <a:lstStyle>
            <a:lvl1pPr indent="-228600" lvl="0" marL="457200" rtl="0" algn="l">
              <a:lnSpc>
                <a:spcPct val="90000"/>
              </a:lnSpc>
              <a:spcBef>
                <a:spcPts val="1500"/>
              </a:spcBef>
              <a:spcAft>
                <a:spcPts val="0"/>
              </a:spcAft>
              <a:buClr>
                <a:schemeClr val="dk1"/>
              </a:buClr>
              <a:buSzPts val="4000"/>
              <a:buNone/>
              <a:defRPr b="1" sz="4000"/>
            </a:lvl1pPr>
            <a:lvl2pPr indent="-228600" lvl="1" marL="914400" rtl="0" algn="l">
              <a:lnSpc>
                <a:spcPct val="90000"/>
              </a:lnSpc>
              <a:spcBef>
                <a:spcPts val="750"/>
              </a:spcBef>
              <a:spcAft>
                <a:spcPts val="0"/>
              </a:spcAft>
              <a:buClr>
                <a:schemeClr val="dk1"/>
              </a:buClr>
              <a:buSzPts val="3000"/>
              <a:buNone/>
              <a:defRPr b="1" sz="3000"/>
            </a:lvl2pPr>
            <a:lvl3pPr indent="-228600" lvl="2" marL="1371600" rtl="0" algn="l">
              <a:lnSpc>
                <a:spcPct val="90000"/>
              </a:lnSpc>
              <a:spcBef>
                <a:spcPts val="750"/>
              </a:spcBef>
              <a:spcAft>
                <a:spcPts val="0"/>
              </a:spcAft>
              <a:buClr>
                <a:schemeClr val="dk1"/>
              </a:buClr>
              <a:buSzPts val="2700"/>
              <a:buNone/>
              <a:defRPr b="1" sz="2700"/>
            </a:lvl3pPr>
            <a:lvl4pPr indent="-228600" lvl="3" marL="1828800" rtl="0" algn="l">
              <a:lnSpc>
                <a:spcPct val="90000"/>
              </a:lnSpc>
              <a:spcBef>
                <a:spcPts val="750"/>
              </a:spcBef>
              <a:spcAft>
                <a:spcPts val="0"/>
              </a:spcAft>
              <a:buClr>
                <a:schemeClr val="dk1"/>
              </a:buClr>
              <a:buSzPts val="2400"/>
              <a:buNone/>
              <a:defRPr b="1" sz="2400"/>
            </a:lvl4pPr>
            <a:lvl5pPr indent="-228600" lvl="4" marL="2286000" rtl="0" algn="l">
              <a:lnSpc>
                <a:spcPct val="90000"/>
              </a:lnSpc>
              <a:spcBef>
                <a:spcPts val="750"/>
              </a:spcBef>
              <a:spcAft>
                <a:spcPts val="0"/>
              </a:spcAft>
              <a:buClr>
                <a:schemeClr val="dk1"/>
              </a:buClr>
              <a:buSzPts val="2400"/>
              <a:buNone/>
              <a:defRPr b="1" sz="2400"/>
            </a:lvl5pPr>
            <a:lvl6pPr indent="-228600" lvl="5" marL="2743200" rtl="0" algn="l">
              <a:lnSpc>
                <a:spcPct val="90000"/>
              </a:lnSpc>
              <a:spcBef>
                <a:spcPts val="750"/>
              </a:spcBef>
              <a:spcAft>
                <a:spcPts val="0"/>
              </a:spcAft>
              <a:buClr>
                <a:schemeClr val="dk1"/>
              </a:buClr>
              <a:buSzPts val="2400"/>
              <a:buNone/>
              <a:defRPr b="1" sz="2400"/>
            </a:lvl6pPr>
            <a:lvl7pPr indent="-228600" lvl="6" marL="3200400" rtl="0" algn="l">
              <a:lnSpc>
                <a:spcPct val="90000"/>
              </a:lnSpc>
              <a:spcBef>
                <a:spcPts val="750"/>
              </a:spcBef>
              <a:spcAft>
                <a:spcPts val="0"/>
              </a:spcAft>
              <a:buClr>
                <a:schemeClr val="dk1"/>
              </a:buClr>
              <a:buSzPts val="2400"/>
              <a:buNone/>
              <a:defRPr b="1" sz="2400"/>
            </a:lvl7pPr>
            <a:lvl8pPr indent="-228600" lvl="7" marL="3657600" rtl="0" algn="l">
              <a:lnSpc>
                <a:spcPct val="90000"/>
              </a:lnSpc>
              <a:spcBef>
                <a:spcPts val="750"/>
              </a:spcBef>
              <a:spcAft>
                <a:spcPts val="0"/>
              </a:spcAft>
              <a:buClr>
                <a:schemeClr val="dk1"/>
              </a:buClr>
              <a:buSzPts val="2400"/>
              <a:buNone/>
              <a:defRPr b="1" sz="2400"/>
            </a:lvl8pPr>
            <a:lvl9pPr indent="-228600" lvl="8" marL="4114800" rtl="0" algn="l">
              <a:lnSpc>
                <a:spcPct val="90000"/>
              </a:lnSpc>
              <a:spcBef>
                <a:spcPts val="750"/>
              </a:spcBef>
              <a:spcAft>
                <a:spcPts val="0"/>
              </a:spcAft>
              <a:buClr>
                <a:schemeClr val="dk1"/>
              </a:buClr>
              <a:buSzPts val="2400"/>
              <a:buNone/>
              <a:defRPr b="1" sz="2400"/>
            </a:lvl9pPr>
          </a:lstStyle>
          <a:p/>
        </p:txBody>
      </p:sp>
      <p:sp>
        <p:nvSpPr>
          <p:cNvPr id="98" name="Google Shape;98;p10"/>
          <p:cNvSpPr txBox="1"/>
          <p:nvPr>
            <p:ph idx="4" type="body"/>
          </p:nvPr>
        </p:nvSpPr>
        <p:spPr>
          <a:xfrm>
            <a:off x="6597854" y="3758193"/>
            <a:ext cx="5092200" cy="5527800"/>
          </a:xfrm>
          <a:prstGeom prst="rect">
            <a:avLst/>
          </a:prstGeom>
          <a:noFill/>
          <a:ln>
            <a:noFill/>
          </a:ln>
        </p:spPr>
        <p:txBody>
          <a:bodyPr anchorCtr="0" anchor="t" bIns="45700" lIns="91425" spcFirstLastPara="1" rIns="91425" wrap="square" tIns="45700">
            <a:normAutofit/>
          </a:bodyPr>
          <a:lstStyle>
            <a:lvl1pPr indent="-482600" lvl="0" marL="457200" rtl="0" algn="l">
              <a:lnSpc>
                <a:spcPct val="90000"/>
              </a:lnSpc>
              <a:spcBef>
                <a:spcPts val="1500"/>
              </a:spcBef>
              <a:spcAft>
                <a:spcPts val="0"/>
              </a:spcAft>
              <a:buClr>
                <a:schemeClr val="dk1"/>
              </a:buClr>
              <a:buSzPts val="4000"/>
              <a:buChar char="•"/>
              <a:defRPr sz="4000"/>
            </a:lvl1pPr>
            <a:lvl2pPr indent="-431800" lvl="1" marL="914400" rtl="0" algn="l">
              <a:lnSpc>
                <a:spcPct val="90000"/>
              </a:lnSpc>
              <a:spcBef>
                <a:spcPts val="750"/>
              </a:spcBef>
              <a:spcAft>
                <a:spcPts val="0"/>
              </a:spcAft>
              <a:buClr>
                <a:schemeClr val="dk1"/>
              </a:buClr>
              <a:buSzPts val="3200"/>
              <a:buChar char="•"/>
              <a:defRPr sz="3200"/>
            </a:lvl2pPr>
            <a:lvl3pPr indent="-406400" lvl="2" marL="1371600" rtl="0" algn="l">
              <a:lnSpc>
                <a:spcPct val="90000"/>
              </a:lnSpc>
              <a:spcBef>
                <a:spcPts val="750"/>
              </a:spcBef>
              <a:spcAft>
                <a:spcPts val="0"/>
              </a:spcAft>
              <a:buClr>
                <a:schemeClr val="dk1"/>
              </a:buClr>
              <a:buSzPts val="2800"/>
              <a:buChar char="•"/>
              <a:defRPr sz="2800"/>
            </a:lvl3pPr>
            <a:lvl4pPr indent="-381000" lvl="3" marL="1828800" rtl="0" algn="l">
              <a:lnSpc>
                <a:spcPct val="90000"/>
              </a:lnSpc>
              <a:spcBef>
                <a:spcPts val="750"/>
              </a:spcBef>
              <a:spcAft>
                <a:spcPts val="0"/>
              </a:spcAft>
              <a:buClr>
                <a:schemeClr val="dk1"/>
              </a:buClr>
              <a:buSzPts val="2400"/>
              <a:buChar char="•"/>
              <a:defRPr sz="2400"/>
            </a:lvl4pPr>
            <a:lvl5pPr indent="-381000" lvl="4" marL="2286000" rtl="0" algn="l">
              <a:lnSpc>
                <a:spcPct val="90000"/>
              </a:lnSpc>
              <a:spcBef>
                <a:spcPts val="750"/>
              </a:spcBef>
              <a:spcAft>
                <a:spcPts val="0"/>
              </a:spcAft>
              <a:buClr>
                <a:schemeClr val="dk1"/>
              </a:buClr>
              <a:buSzPts val="2400"/>
              <a:buChar char="•"/>
              <a:defRPr sz="2400"/>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99" name="Google Shape;99;p10"/>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0" name="Google Shape;100;p10"/>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1" name="Google Shape;101;p10"/>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2" name="Google Shape;102;p10"/>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03" name="Google Shape;103;p10"/>
          <p:cNvSpPr txBox="1"/>
          <p:nvPr>
            <p:ph idx="5" type="body"/>
          </p:nvPr>
        </p:nvSpPr>
        <p:spPr>
          <a:xfrm>
            <a:off x="473870" y="1186046"/>
            <a:ext cx="17340300" cy="791400"/>
          </a:xfrm>
          <a:prstGeom prst="rect">
            <a:avLst/>
          </a:prstGeom>
          <a:noFill/>
          <a:ln>
            <a:noFill/>
          </a:ln>
        </p:spPr>
        <p:txBody>
          <a:bodyPr anchorCtr="0" anchor="ctr" bIns="45700" lIns="91425" spcFirstLastPara="1" rIns="91425" wrap="square" tIns="45700">
            <a:normAutofit/>
          </a:bodyPr>
          <a:lstStyle>
            <a:lvl1pPr indent="-228600" lvl="0" marL="457200" rtl="0" algn="l">
              <a:lnSpc>
                <a:spcPct val="90000"/>
              </a:lnSpc>
              <a:spcBef>
                <a:spcPts val="1500"/>
              </a:spcBef>
              <a:spcAft>
                <a:spcPts val="0"/>
              </a:spcAft>
              <a:buClr>
                <a:schemeClr val="dk1"/>
              </a:buClr>
              <a:buSzPts val="4200"/>
              <a:buNone/>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104" name="Google Shape;104;p10"/>
          <p:cNvSpPr txBox="1"/>
          <p:nvPr>
            <p:ph idx="6" type="body"/>
          </p:nvPr>
        </p:nvSpPr>
        <p:spPr>
          <a:xfrm>
            <a:off x="12177674" y="2522134"/>
            <a:ext cx="5092200" cy="1236000"/>
          </a:xfrm>
          <a:prstGeom prst="rect">
            <a:avLst/>
          </a:prstGeom>
          <a:noFill/>
          <a:ln>
            <a:noFill/>
          </a:ln>
        </p:spPr>
        <p:txBody>
          <a:bodyPr anchorCtr="0" anchor="b" bIns="45700" lIns="91425" spcFirstLastPara="1" rIns="91425" wrap="square" tIns="45700">
            <a:normAutofit/>
          </a:bodyPr>
          <a:lstStyle>
            <a:lvl1pPr indent="-228600" lvl="0" marL="457200" rtl="0" algn="l">
              <a:lnSpc>
                <a:spcPct val="90000"/>
              </a:lnSpc>
              <a:spcBef>
                <a:spcPts val="1500"/>
              </a:spcBef>
              <a:spcAft>
                <a:spcPts val="0"/>
              </a:spcAft>
              <a:buClr>
                <a:schemeClr val="dk1"/>
              </a:buClr>
              <a:buSzPts val="4000"/>
              <a:buNone/>
              <a:defRPr b="1" sz="4000"/>
            </a:lvl1pPr>
            <a:lvl2pPr indent="-228600" lvl="1" marL="914400" rtl="0" algn="l">
              <a:lnSpc>
                <a:spcPct val="90000"/>
              </a:lnSpc>
              <a:spcBef>
                <a:spcPts val="750"/>
              </a:spcBef>
              <a:spcAft>
                <a:spcPts val="0"/>
              </a:spcAft>
              <a:buClr>
                <a:schemeClr val="dk1"/>
              </a:buClr>
              <a:buSzPts val="3000"/>
              <a:buNone/>
              <a:defRPr b="1" sz="3000"/>
            </a:lvl2pPr>
            <a:lvl3pPr indent="-228600" lvl="2" marL="1371600" rtl="0" algn="l">
              <a:lnSpc>
                <a:spcPct val="90000"/>
              </a:lnSpc>
              <a:spcBef>
                <a:spcPts val="750"/>
              </a:spcBef>
              <a:spcAft>
                <a:spcPts val="0"/>
              </a:spcAft>
              <a:buClr>
                <a:schemeClr val="dk1"/>
              </a:buClr>
              <a:buSzPts val="2700"/>
              <a:buNone/>
              <a:defRPr b="1" sz="2700"/>
            </a:lvl3pPr>
            <a:lvl4pPr indent="-228600" lvl="3" marL="1828800" rtl="0" algn="l">
              <a:lnSpc>
                <a:spcPct val="90000"/>
              </a:lnSpc>
              <a:spcBef>
                <a:spcPts val="750"/>
              </a:spcBef>
              <a:spcAft>
                <a:spcPts val="0"/>
              </a:spcAft>
              <a:buClr>
                <a:schemeClr val="dk1"/>
              </a:buClr>
              <a:buSzPts val="2400"/>
              <a:buNone/>
              <a:defRPr b="1" sz="2400"/>
            </a:lvl4pPr>
            <a:lvl5pPr indent="-228600" lvl="4" marL="2286000" rtl="0" algn="l">
              <a:lnSpc>
                <a:spcPct val="90000"/>
              </a:lnSpc>
              <a:spcBef>
                <a:spcPts val="750"/>
              </a:spcBef>
              <a:spcAft>
                <a:spcPts val="0"/>
              </a:spcAft>
              <a:buClr>
                <a:schemeClr val="dk1"/>
              </a:buClr>
              <a:buSzPts val="2400"/>
              <a:buNone/>
              <a:defRPr b="1" sz="2400"/>
            </a:lvl5pPr>
            <a:lvl6pPr indent="-228600" lvl="5" marL="2743200" rtl="0" algn="l">
              <a:lnSpc>
                <a:spcPct val="90000"/>
              </a:lnSpc>
              <a:spcBef>
                <a:spcPts val="750"/>
              </a:spcBef>
              <a:spcAft>
                <a:spcPts val="0"/>
              </a:spcAft>
              <a:buClr>
                <a:schemeClr val="dk1"/>
              </a:buClr>
              <a:buSzPts val="2400"/>
              <a:buNone/>
              <a:defRPr b="1" sz="2400"/>
            </a:lvl6pPr>
            <a:lvl7pPr indent="-228600" lvl="6" marL="3200400" rtl="0" algn="l">
              <a:lnSpc>
                <a:spcPct val="90000"/>
              </a:lnSpc>
              <a:spcBef>
                <a:spcPts val="750"/>
              </a:spcBef>
              <a:spcAft>
                <a:spcPts val="0"/>
              </a:spcAft>
              <a:buClr>
                <a:schemeClr val="dk1"/>
              </a:buClr>
              <a:buSzPts val="2400"/>
              <a:buNone/>
              <a:defRPr b="1" sz="2400"/>
            </a:lvl7pPr>
            <a:lvl8pPr indent="-228600" lvl="7" marL="3657600" rtl="0" algn="l">
              <a:lnSpc>
                <a:spcPct val="90000"/>
              </a:lnSpc>
              <a:spcBef>
                <a:spcPts val="750"/>
              </a:spcBef>
              <a:spcAft>
                <a:spcPts val="0"/>
              </a:spcAft>
              <a:buClr>
                <a:schemeClr val="dk1"/>
              </a:buClr>
              <a:buSzPts val="2400"/>
              <a:buNone/>
              <a:defRPr b="1" sz="2400"/>
            </a:lvl8pPr>
            <a:lvl9pPr indent="-228600" lvl="8" marL="4114800" rtl="0" algn="l">
              <a:lnSpc>
                <a:spcPct val="90000"/>
              </a:lnSpc>
              <a:spcBef>
                <a:spcPts val="750"/>
              </a:spcBef>
              <a:spcAft>
                <a:spcPts val="0"/>
              </a:spcAft>
              <a:buClr>
                <a:schemeClr val="dk1"/>
              </a:buClr>
              <a:buSzPts val="2400"/>
              <a:buNone/>
              <a:defRPr b="1" sz="2400"/>
            </a:lvl9pPr>
          </a:lstStyle>
          <a:p/>
        </p:txBody>
      </p:sp>
      <p:sp>
        <p:nvSpPr>
          <p:cNvPr id="105" name="Google Shape;105;p10"/>
          <p:cNvSpPr txBox="1"/>
          <p:nvPr>
            <p:ph idx="7" type="body"/>
          </p:nvPr>
        </p:nvSpPr>
        <p:spPr>
          <a:xfrm>
            <a:off x="12177674" y="3758193"/>
            <a:ext cx="5092200" cy="5527800"/>
          </a:xfrm>
          <a:prstGeom prst="rect">
            <a:avLst/>
          </a:prstGeom>
          <a:noFill/>
          <a:ln>
            <a:noFill/>
          </a:ln>
        </p:spPr>
        <p:txBody>
          <a:bodyPr anchorCtr="0" anchor="t" bIns="45700" lIns="91425" spcFirstLastPara="1" rIns="91425" wrap="square" tIns="45700">
            <a:normAutofit/>
          </a:bodyPr>
          <a:lstStyle>
            <a:lvl1pPr indent="-482600" lvl="0" marL="457200" rtl="0" algn="l">
              <a:lnSpc>
                <a:spcPct val="90000"/>
              </a:lnSpc>
              <a:spcBef>
                <a:spcPts val="1500"/>
              </a:spcBef>
              <a:spcAft>
                <a:spcPts val="0"/>
              </a:spcAft>
              <a:buClr>
                <a:schemeClr val="dk1"/>
              </a:buClr>
              <a:buSzPts val="4000"/>
              <a:buChar char="•"/>
              <a:defRPr sz="4000"/>
            </a:lvl1pPr>
            <a:lvl2pPr indent="-431800" lvl="1" marL="914400" rtl="0" algn="l">
              <a:lnSpc>
                <a:spcPct val="90000"/>
              </a:lnSpc>
              <a:spcBef>
                <a:spcPts val="750"/>
              </a:spcBef>
              <a:spcAft>
                <a:spcPts val="0"/>
              </a:spcAft>
              <a:buClr>
                <a:schemeClr val="dk1"/>
              </a:buClr>
              <a:buSzPts val="3200"/>
              <a:buChar char="•"/>
              <a:defRPr sz="3200"/>
            </a:lvl2pPr>
            <a:lvl3pPr indent="-406400" lvl="2" marL="1371600" rtl="0" algn="l">
              <a:lnSpc>
                <a:spcPct val="90000"/>
              </a:lnSpc>
              <a:spcBef>
                <a:spcPts val="750"/>
              </a:spcBef>
              <a:spcAft>
                <a:spcPts val="0"/>
              </a:spcAft>
              <a:buClr>
                <a:schemeClr val="dk1"/>
              </a:buClr>
              <a:buSzPts val="2800"/>
              <a:buChar char="•"/>
              <a:defRPr sz="2800"/>
            </a:lvl3pPr>
            <a:lvl4pPr indent="-381000" lvl="3" marL="1828800" rtl="0" algn="l">
              <a:lnSpc>
                <a:spcPct val="90000"/>
              </a:lnSpc>
              <a:spcBef>
                <a:spcPts val="750"/>
              </a:spcBef>
              <a:spcAft>
                <a:spcPts val="0"/>
              </a:spcAft>
              <a:buClr>
                <a:schemeClr val="dk1"/>
              </a:buClr>
              <a:buSzPts val="2400"/>
              <a:buChar char="•"/>
              <a:defRPr sz="2400"/>
            </a:lvl4pPr>
            <a:lvl5pPr indent="-381000" lvl="4" marL="2286000" rtl="0" algn="l">
              <a:lnSpc>
                <a:spcPct val="90000"/>
              </a:lnSpc>
              <a:spcBef>
                <a:spcPts val="750"/>
              </a:spcBef>
              <a:spcAft>
                <a:spcPts val="0"/>
              </a:spcAft>
              <a:buClr>
                <a:schemeClr val="dk1"/>
              </a:buClr>
              <a:buSzPts val="2400"/>
              <a:buChar char="•"/>
              <a:defRPr sz="2400"/>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6" name="Shape 106"/>
        <p:cNvGrpSpPr/>
        <p:nvPr/>
      </p:nvGrpSpPr>
      <p:grpSpPr>
        <a:xfrm>
          <a:off x="0" y="0"/>
          <a:ext cx="0" cy="0"/>
          <a:chOff x="0" y="0"/>
          <a:chExt cx="0" cy="0"/>
        </a:xfrm>
      </p:grpSpPr>
      <p:sp>
        <p:nvSpPr>
          <p:cNvPr id="107" name="Google Shape;107;p11"/>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08" name="Google Shape;108;p11"/>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9" name="Google Shape;109;p11"/>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10" name="Google Shape;110;p11"/>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Only">
  <p:cSld name="4_Title Only">
    <p:spTree>
      <p:nvGrpSpPr>
        <p:cNvPr id="111" name="Shape 111"/>
        <p:cNvGrpSpPr/>
        <p:nvPr/>
      </p:nvGrpSpPr>
      <p:grpSpPr>
        <a:xfrm>
          <a:off x="0" y="0"/>
          <a:ext cx="0" cy="0"/>
          <a:chOff x="0" y="0"/>
          <a:chExt cx="0" cy="0"/>
        </a:xfrm>
      </p:grpSpPr>
      <p:sp>
        <p:nvSpPr>
          <p:cNvPr id="112" name="Google Shape;112;p12"/>
          <p:cNvSpPr/>
          <p:nvPr/>
        </p:nvSpPr>
        <p:spPr>
          <a:xfrm>
            <a:off x="14677444" y="6666207"/>
            <a:ext cx="3620700" cy="3620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700" u="none" cap="none" strike="noStrike">
              <a:solidFill>
                <a:schemeClr val="lt1"/>
              </a:solidFill>
              <a:latin typeface="Roboto"/>
              <a:ea typeface="Roboto"/>
              <a:cs typeface="Roboto"/>
              <a:sym typeface="Roboto"/>
            </a:endParaRPr>
          </a:p>
        </p:txBody>
      </p:sp>
      <p:sp>
        <p:nvSpPr>
          <p:cNvPr id="113" name="Google Shape;113;p12"/>
          <p:cNvSpPr/>
          <p:nvPr/>
        </p:nvSpPr>
        <p:spPr>
          <a:xfrm>
            <a:off x="0" y="1588"/>
            <a:ext cx="18288000" cy="14643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dk1"/>
              </a:solidFill>
              <a:latin typeface="Roboto"/>
              <a:ea typeface="Roboto"/>
              <a:cs typeface="Roboto"/>
              <a:sym typeface="Roboto"/>
            </a:endParaRPr>
          </a:p>
        </p:txBody>
      </p:sp>
      <p:sp>
        <p:nvSpPr>
          <p:cNvPr id="114" name="Google Shape;114;p12"/>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6600"/>
              <a:buFont typeface="Playfair Display"/>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15" name="Google Shape;115;p12"/>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16" name="Google Shape;116;p12"/>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17" name="Google Shape;117;p12"/>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8" name="Google Shape;118;p12"/>
          <p:cNvSpPr/>
          <p:nvPr/>
        </p:nvSpPr>
        <p:spPr>
          <a:xfrm>
            <a:off x="-1251175" y="8476603"/>
            <a:ext cx="3620700" cy="36207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2700"/>
              <a:buFont typeface="Roboto"/>
              <a:buNone/>
            </a:pPr>
            <a:r>
              <a:t/>
            </a:r>
            <a:endParaRPr b="0" i="0" sz="2700" u="none" cap="none" strike="noStrike">
              <a:solidFill>
                <a:schemeClr val="dk1"/>
              </a:solidFill>
              <a:latin typeface="Roboto"/>
              <a:ea typeface="Roboto"/>
              <a:cs typeface="Roboto"/>
              <a:sym typeface="Roboto"/>
            </a:endParaRPr>
          </a:p>
        </p:txBody>
      </p:sp>
      <p:pic>
        <p:nvPicPr>
          <p:cNvPr id="119" name="Google Shape;119;p12"/>
          <p:cNvPicPr preferRelativeResize="0"/>
          <p:nvPr/>
        </p:nvPicPr>
        <p:blipFill rotWithShape="1">
          <a:blip r:embed="rId2">
            <a:alphaModFix/>
          </a:blip>
          <a:srcRect b="0" l="0" r="0" t="0"/>
          <a:stretch/>
        </p:blipFill>
        <p:spPr>
          <a:xfrm>
            <a:off x="15469112" y="455589"/>
            <a:ext cx="2563975" cy="580613"/>
          </a:xfrm>
          <a:prstGeom prst="rect">
            <a:avLst/>
          </a:prstGeom>
          <a:noFill/>
          <a:ln>
            <a:noFill/>
          </a:ln>
        </p:spPr>
      </p:pic>
      <p:cxnSp>
        <p:nvCxnSpPr>
          <p:cNvPr id="120" name="Google Shape;120;p12"/>
          <p:cNvCxnSpPr/>
          <p:nvPr/>
        </p:nvCxnSpPr>
        <p:spPr>
          <a:xfrm>
            <a:off x="473529" y="395691"/>
            <a:ext cx="0" cy="791400"/>
          </a:xfrm>
          <a:prstGeom prst="straightConnector1">
            <a:avLst/>
          </a:prstGeom>
          <a:noFill/>
          <a:ln cap="flat" cmpd="sng" w="57150">
            <a:solidFill>
              <a:schemeClr val="lt1"/>
            </a:solidFill>
            <a:prstDash val="solid"/>
            <a:miter lim="800000"/>
            <a:headEnd len="sm" w="sm" type="none"/>
            <a:tailEnd len="sm" w="sm" type="none"/>
          </a:ln>
        </p:spPr>
      </p:cxnSp>
      <p:sp>
        <p:nvSpPr>
          <p:cNvPr id="121" name="Google Shape;121;p12"/>
          <p:cNvSpPr txBox="1"/>
          <p:nvPr>
            <p:ph idx="1" type="body"/>
          </p:nvPr>
        </p:nvSpPr>
        <p:spPr>
          <a:xfrm>
            <a:off x="1042988" y="2493893"/>
            <a:ext cx="16771500" cy="65280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500"/>
              </a:spcBef>
              <a:spcAft>
                <a:spcPts val="0"/>
              </a:spcAft>
              <a:buClr>
                <a:schemeClr val="dk1"/>
              </a:buClr>
              <a:buSzPts val="1800"/>
              <a:buChar char="•"/>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Only">
  <p:cSld name="3_Title Only">
    <p:spTree>
      <p:nvGrpSpPr>
        <p:cNvPr id="122" name="Shape 122"/>
        <p:cNvGrpSpPr/>
        <p:nvPr/>
      </p:nvGrpSpPr>
      <p:grpSpPr>
        <a:xfrm>
          <a:off x="0" y="0"/>
          <a:ext cx="0" cy="0"/>
          <a:chOff x="0" y="0"/>
          <a:chExt cx="0" cy="0"/>
        </a:xfrm>
      </p:grpSpPr>
      <p:sp>
        <p:nvSpPr>
          <p:cNvPr id="123" name="Google Shape;123;p13"/>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2"/>
              </a:buClr>
              <a:buSzPts val="6600"/>
              <a:buFont typeface="Playfair Display"/>
              <a:buNone/>
              <a:defRPr>
                <a:solidFill>
                  <a:schemeClr val="lt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24" name="Google Shape;124;p13"/>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25" name="Google Shape;125;p13"/>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26" name="Google Shape;126;p13"/>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7" name="Google Shape;127;p13"/>
          <p:cNvSpPr txBox="1"/>
          <p:nvPr>
            <p:ph idx="1" type="body"/>
          </p:nvPr>
        </p:nvSpPr>
        <p:spPr>
          <a:xfrm>
            <a:off x="1042988" y="1781698"/>
            <a:ext cx="16771500" cy="65280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500"/>
              </a:spcBef>
              <a:spcAft>
                <a:spcPts val="0"/>
              </a:spcAft>
              <a:buClr>
                <a:schemeClr val="dk1"/>
              </a:buClr>
              <a:buSzPts val="1800"/>
              <a:buChar char="•"/>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128" name="Google Shape;128;p13"/>
          <p:cNvSpPr/>
          <p:nvPr/>
        </p:nvSpPr>
        <p:spPr>
          <a:xfrm>
            <a:off x="1" y="5144295"/>
            <a:ext cx="99900" cy="51444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700" u="none" cap="none" strike="noStrike">
              <a:solidFill>
                <a:schemeClr val="lt1"/>
              </a:solidFill>
              <a:latin typeface="Roboto"/>
              <a:ea typeface="Roboto"/>
              <a:cs typeface="Roboto"/>
              <a:sym typeface="Roboto"/>
            </a:endParaRPr>
          </a:p>
        </p:txBody>
      </p:sp>
      <p:sp>
        <p:nvSpPr>
          <p:cNvPr id="129" name="Google Shape;129;p13"/>
          <p:cNvSpPr/>
          <p:nvPr/>
        </p:nvSpPr>
        <p:spPr>
          <a:xfrm>
            <a:off x="1" y="-1"/>
            <a:ext cx="99900" cy="5144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7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MIDDLE">
  <p:cSld name="DARK MIDDLE">
    <p:spTree>
      <p:nvGrpSpPr>
        <p:cNvPr id="130" name="Shape 130"/>
        <p:cNvGrpSpPr/>
        <p:nvPr/>
      </p:nvGrpSpPr>
      <p:grpSpPr>
        <a:xfrm>
          <a:off x="0" y="0"/>
          <a:ext cx="0" cy="0"/>
          <a:chOff x="0" y="0"/>
          <a:chExt cx="0" cy="0"/>
        </a:xfrm>
      </p:grpSpPr>
      <p:sp>
        <p:nvSpPr>
          <p:cNvPr id="131" name="Google Shape;131;p14"/>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32" name="Google Shape;132;p14"/>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33" name="Google Shape;133;p14"/>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34" name="Google Shape;134;p14"/>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5" name="Google Shape;135;p14"/>
          <p:cNvSpPr/>
          <p:nvPr/>
        </p:nvSpPr>
        <p:spPr>
          <a:xfrm>
            <a:off x="0" y="2400300"/>
            <a:ext cx="18288000" cy="54864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dk1"/>
              </a:solidFill>
              <a:latin typeface="Roboto"/>
              <a:ea typeface="Roboto"/>
              <a:cs typeface="Roboto"/>
              <a:sym typeface="Robot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TOP SLIDE">
  <p:cSld name="DARK TOP SLIDE">
    <p:spTree>
      <p:nvGrpSpPr>
        <p:cNvPr id="136" name="Shape 136"/>
        <p:cNvGrpSpPr/>
        <p:nvPr/>
      </p:nvGrpSpPr>
      <p:grpSpPr>
        <a:xfrm>
          <a:off x="0" y="0"/>
          <a:ext cx="0" cy="0"/>
          <a:chOff x="0" y="0"/>
          <a:chExt cx="0" cy="0"/>
        </a:xfrm>
      </p:grpSpPr>
      <p:sp>
        <p:nvSpPr>
          <p:cNvPr id="137" name="Google Shape;137;p15"/>
          <p:cNvSpPr/>
          <p:nvPr/>
        </p:nvSpPr>
        <p:spPr>
          <a:xfrm>
            <a:off x="0" y="1587"/>
            <a:ext cx="18288000" cy="53175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dk1"/>
              </a:solidFill>
              <a:latin typeface="Roboto"/>
              <a:ea typeface="Roboto"/>
              <a:cs typeface="Roboto"/>
              <a:sym typeface="Roboto"/>
            </a:endParaRPr>
          </a:p>
        </p:txBody>
      </p:sp>
      <p:sp>
        <p:nvSpPr>
          <p:cNvPr id="138" name="Google Shape;138;p15"/>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6600"/>
              <a:buFont typeface="Playfair Display"/>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39" name="Google Shape;139;p15"/>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0" name="Google Shape;140;p15"/>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1" name="Google Shape;141;p15"/>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42" name="Google Shape;142;p15"/>
          <p:cNvCxnSpPr/>
          <p:nvPr/>
        </p:nvCxnSpPr>
        <p:spPr>
          <a:xfrm>
            <a:off x="473529" y="395691"/>
            <a:ext cx="0" cy="791400"/>
          </a:xfrm>
          <a:prstGeom prst="straightConnector1">
            <a:avLst/>
          </a:prstGeom>
          <a:noFill/>
          <a:ln cap="flat" cmpd="sng" w="57150">
            <a:solidFill>
              <a:schemeClr val="lt1"/>
            </a:solidFill>
            <a:prstDash val="solid"/>
            <a:miter lim="800000"/>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43" name="Shape 143"/>
        <p:cNvGrpSpPr/>
        <p:nvPr/>
      </p:nvGrpSpPr>
      <p:grpSpPr>
        <a:xfrm>
          <a:off x="0" y="0"/>
          <a:ext cx="0" cy="0"/>
          <a:chOff x="0" y="0"/>
          <a:chExt cx="0" cy="0"/>
        </a:xfrm>
      </p:grpSpPr>
      <p:sp>
        <p:nvSpPr>
          <p:cNvPr id="144" name="Google Shape;144;p16"/>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5" name="Google Shape;145;p16"/>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6" name="Google Shape;146;p16"/>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nner" showMasterSp="0">
  <p:cSld name="banner">
    <p:spTree>
      <p:nvGrpSpPr>
        <p:cNvPr id="147" name="Shape 147"/>
        <p:cNvGrpSpPr/>
        <p:nvPr/>
      </p:nvGrpSpPr>
      <p:grpSpPr>
        <a:xfrm>
          <a:off x="0" y="0"/>
          <a:ext cx="0" cy="0"/>
          <a:chOff x="0" y="0"/>
          <a:chExt cx="0" cy="0"/>
        </a:xfrm>
      </p:grpSpPr>
      <p:sp>
        <p:nvSpPr>
          <p:cNvPr id="148" name="Google Shape;148;p17"/>
          <p:cNvSpPr/>
          <p:nvPr/>
        </p:nvSpPr>
        <p:spPr>
          <a:xfrm>
            <a:off x="5923722" y="8825948"/>
            <a:ext cx="3896100" cy="9939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7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showMasterSp="0">
  <p:cSld name="Custom Layout">
    <p:spTree>
      <p:nvGrpSpPr>
        <p:cNvPr id="149" name="Shape 149"/>
        <p:cNvGrpSpPr/>
        <p:nvPr/>
      </p:nvGrpSpPr>
      <p:grpSpPr>
        <a:xfrm>
          <a:off x="0" y="0"/>
          <a:ext cx="0" cy="0"/>
          <a:chOff x="0" y="0"/>
          <a:chExt cx="0" cy="0"/>
        </a:xfrm>
      </p:grpSpPr>
      <p:sp>
        <p:nvSpPr>
          <p:cNvPr id="150" name="Google Shape;150;p18"/>
          <p:cNvSpPr/>
          <p:nvPr>
            <p:ph idx="2" type="pic"/>
          </p:nvPr>
        </p:nvSpPr>
        <p:spPr>
          <a:xfrm>
            <a:off x="0" y="0"/>
            <a:ext cx="18288000" cy="102885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howMasterSp="0">
  <p:cSld name="Title ">
    <p:spTree>
      <p:nvGrpSpPr>
        <p:cNvPr id="151" name="Shape 151"/>
        <p:cNvGrpSpPr/>
        <p:nvPr/>
      </p:nvGrpSpPr>
      <p:grpSpPr>
        <a:xfrm>
          <a:off x="0" y="0"/>
          <a:ext cx="0" cy="0"/>
          <a:chOff x="0" y="0"/>
          <a:chExt cx="0" cy="0"/>
        </a:xfrm>
      </p:grpSpPr>
      <p:sp>
        <p:nvSpPr>
          <p:cNvPr id="152" name="Google Shape;152;p19"/>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53" name="Google Shape;153;p19"/>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54" name="Google Shape;154;p19"/>
          <p:cNvSpPr/>
          <p:nvPr/>
        </p:nvSpPr>
        <p:spPr>
          <a:xfrm>
            <a:off x="7905136" y="0"/>
            <a:ext cx="2477700" cy="2498400"/>
          </a:xfrm>
          <a:prstGeom prst="rect">
            <a:avLst/>
          </a:prstGeom>
          <a:solidFill>
            <a:srgbClr val="DE6A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155" name="Google Shape;155;p19"/>
          <p:cNvSpPr/>
          <p:nvPr/>
        </p:nvSpPr>
        <p:spPr>
          <a:xfrm>
            <a:off x="7905136" y="9535996"/>
            <a:ext cx="2477700" cy="7527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156" name="Google Shape;156;p19"/>
          <p:cNvSpPr txBox="1"/>
          <p:nvPr>
            <p:ph idx="1" type="body"/>
          </p:nvPr>
        </p:nvSpPr>
        <p:spPr>
          <a:xfrm>
            <a:off x="7905749" y="0"/>
            <a:ext cx="2477100" cy="2498400"/>
          </a:xfrm>
          <a:prstGeom prst="rect">
            <a:avLst/>
          </a:prstGeom>
          <a:solidFill>
            <a:srgbClr val="018146"/>
          </a:solidFill>
          <a:ln>
            <a:noFill/>
          </a:ln>
        </p:spPr>
        <p:txBody>
          <a:bodyPr anchorCtr="0" anchor="ctr" bIns="45700" lIns="91425" spcFirstLastPara="1" rIns="91425" wrap="square" tIns="45700">
            <a:normAutofit/>
          </a:bodyPr>
          <a:lstStyle>
            <a:lvl1pPr indent="-228600" lvl="0" marL="457200" rtl="0" algn="ctr">
              <a:lnSpc>
                <a:spcPct val="90000"/>
              </a:lnSpc>
              <a:spcBef>
                <a:spcPts val="1500"/>
              </a:spcBef>
              <a:spcAft>
                <a:spcPts val="0"/>
              </a:spcAft>
              <a:buClr>
                <a:schemeClr val="lt1"/>
              </a:buClr>
              <a:buSzPts val="14400"/>
              <a:buNone/>
              <a:defRPr sz="14400">
                <a:solidFill>
                  <a:schemeClr val="lt1"/>
                </a:solidFill>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157" name="Google Shape;157;p19"/>
          <p:cNvSpPr txBox="1"/>
          <p:nvPr>
            <p:ph type="title"/>
          </p:nvPr>
        </p:nvSpPr>
        <p:spPr>
          <a:xfrm>
            <a:off x="734096" y="4749399"/>
            <a:ext cx="16819800" cy="791400"/>
          </a:xfrm>
          <a:prstGeom prst="rect">
            <a:avLst/>
          </a:prstGeom>
          <a:noFill/>
          <a:ln>
            <a:noFill/>
          </a:ln>
        </p:spPr>
        <p:txBody>
          <a:bodyPr anchorCtr="0" anchor="ctr" bIns="45700" lIns="91425" spcFirstLastPara="1" rIns="91425" wrap="square" tIns="45700">
            <a:noAutofit/>
          </a:bodyPr>
          <a:lstStyle>
            <a:lvl1pPr lvl="0" rtl="0" algn="ctr">
              <a:lnSpc>
                <a:spcPct val="90000"/>
              </a:lnSpc>
              <a:spcBef>
                <a:spcPts val="0"/>
              </a:spcBef>
              <a:spcAft>
                <a:spcPts val="0"/>
              </a:spcAft>
              <a:buClr>
                <a:schemeClr val="dk1"/>
              </a:buClr>
              <a:buSzPts val="8100"/>
              <a:buFont typeface="Playfair Display"/>
              <a:buNone/>
              <a:defRPr sz="81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8" name="Google Shape;158;p19"/>
          <p:cNvSpPr txBox="1"/>
          <p:nvPr>
            <p:ph idx="2" type="body"/>
          </p:nvPr>
        </p:nvSpPr>
        <p:spPr>
          <a:xfrm>
            <a:off x="4360069" y="6009482"/>
            <a:ext cx="9567900" cy="1287000"/>
          </a:xfrm>
          <a:prstGeom prst="rect">
            <a:avLst/>
          </a:prstGeom>
          <a:noFill/>
          <a:ln>
            <a:noFill/>
          </a:ln>
        </p:spPr>
        <p:txBody>
          <a:bodyPr anchorCtr="0" anchor="t" bIns="45700" lIns="91425" spcFirstLastPara="1" rIns="91425" wrap="square" tIns="45700">
            <a:normAutofit/>
          </a:bodyPr>
          <a:lstStyle>
            <a:lvl1pPr indent="-228600" lvl="0" marL="457200" rtl="0" algn="ctr">
              <a:lnSpc>
                <a:spcPct val="90000"/>
              </a:lnSpc>
              <a:spcBef>
                <a:spcPts val="1500"/>
              </a:spcBef>
              <a:spcAft>
                <a:spcPts val="0"/>
              </a:spcAft>
              <a:buClr>
                <a:schemeClr val="dk1"/>
              </a:buClr>
              <a:buSzPts val="3600"/>
              <a:buNone/>
              <a:defRPr sz="3600"/>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grpSp>
        <p:nvGrpSpPr>
          <p:cNvPr id="159" name="Google Shape;159;p19"/>
          <p:cNvGrpSpPr/>
          <p:nvPr/>
        </p:nvGrpSpPr>
        <p:grpSpPr>
          <a:xfrm>
            <a:off x="15035298" y="6804554"/>
            <a:ext cx="3814543" cy="3899555"/>
            <a:chOff x="9414500" y="3211685"/>
            <a:chExt cx="1939368" cy="1982287"/>
          </a:xfrm>
        </p:grpSpPr>
        <p:sp>
          <p:nvSpPr>
            <p:cNvPr id="160" name="Google Shape;160;p19"/>
            <p:cNvSpPr/>
            <p:nvPr/>
          </p:nvSpPr>
          <p:spPr>
            <a:xfrm>
              <a:off x="9414500" y="3673801"/>
              <a:ext cx="924300" cy="924300"/>
            </a:xfrm>
            <a:prstGeom prst="ellipse">
              <a:avLst/>
            </a:prstGeom>
            <a:noFill/>
            <a:ln cap="flat" cmpd="sng" w="28575">
              <a:solidFill>
                <a:srgbClr val="F7B94C">
                  <a:alpha val="23920"/>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161" name="Google Shape;161;p19"/>
            <p:cNvSpPr/>
            <p:nvPr/>
          </p:nvSpPr>
          <p:spPr>
            <a:xfrm>
              <a:off x="10429568" y="3211685"/>
              <a:ext cx="924300" cy="924300"/>
            </a:xfrm>
            <a:prstGeom prst="ellipse">
              <a:avLst/>
            </a:prstGeom>
            <a:noFill/>
            <a:ln cap="flat" cmpd="sng" w="28575">
              <a:solidFill>
                <a:srgbClr val="F7B94C">
                  <a:alpha val="23920"/>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162" name="Google Shape;162;p19"/>
            <p:cNvSpPr/>
            <p:nvPr/>
          </p:nvSpPr>
          <p:spPr>
            <a:xfrm>
              <a:off x="10338732" y="4269672"/>
              <a:ext cx="924300" cy="924300"/>
            </a:xfrm>
            <a:prstGeom prst="ellipse">
              <a:avLst/>
            </a:prstGeom>
            <a:noFill/>
            <a:ln cap="flat" cmpd="sng" w="28575">
              <a:solidFill>
                <a:srgbClr val="F7B94C">
                  <a:alpha val="23920"/>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Only" showMasterSp="0">
  <p:cSld name="Caption Only">
    <p:spTree>
      <p:nvGrpSpPr>
        <p:cNvPr id="163" name="Shape 163"/>
        <p:cNvGrpSpPr/>
        <p:nvPr/>
      </p:nvGrpSpPr>
      <p:grpSpPr>
        <a:xfrm>
          <a:off x="0" y="0"/>
          <a:ext cx="0" cy="0"/>
          <a:chOff x="0" y="0"/>
          <a:chExt cx="0" cy="0"/>
        </a:xfrm>
      </p:grpSpPr>
      <p:sp>
        <p:nvSpPr>
          <p:cNvPr id="164" name="Google Shape;164;p20"/>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65" name="Google Shape;165;p20"/>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66" name="Google Shape;166;p20"/>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67" name="Google Shape;167;p20"/>
          <p:cNvSpPr txBox="1"/>
          <p:nvPr>
            <p:ph idx="1" type="body"/>
          </p:nvPr>
        </p:nvSpPr>
        <p:spPr>
          <a:xfrm>
            <a:off x="3078956" y="3715154"/>
            <a:ext cx="12425400" cy="2858400"/>
          </a:xfrm>
          <a:prstGeom prst="rect">
            <a:avLst/>
          </a:prstGeom>
          <a:noFill/>
          <a:ln>
            <a:noFill/>
          </a:ln>
        </p:spPr>
        <p:txBody>
          <a:bodyPr anchorCtr="0" anchor="ctr" bIns="45700" lIns="91425" spcFirstLastPara="1" rIns="91425" wrap="square" tIns="45700">
            <a:normAutofit/>
          </a:bodyPr>
          <a:lstStyle>
            <a:lvl1pPr indent="-228600" lvl="0" marL="457200" rtl="0" algn="ctr">
              <a:lnSpc>
                <a:spcPct val="90000"/>
              </a:lnSpc>
              <a:spcBef>
                <a:spcPts val="1500"/>
              </a:spcBef>
              <a:spcAft>
                <a:spcPts val="0"/>
              </a:spcAft>
              <a:buClr>
                <a:schemeClr val="dk1"/>
              </a:buClr>
              <a:buSzPts val="4200"/>
              <a:buNone/>
              <a:defRPr/>
            </a:lvl1pPr>
            <a:lvl2pPr indent="-228600" lvl="1" marL="914400" rtl="0" algn="l">
              <a:lnSpc>
                <a:spcPct val="90000"/>
              </a:lnSpc>
              <a:spcBef>
                <a:spcPts val="750"/>
              </a:spcBef>
              <a:spcAft>
                <a:spcPts val="0"/>
              </a:spcAft>
              <a:buClr>
                <a:schemeClr val="dk1"/>
              </a:buClr>
              <a:buSzPts val="3600"/>
              <a:buNone/>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168" name="Google Shape;168;p20"/>
          <p:cNvSpPr/>
          <p:nvPr/>
        </p:nvSpPr>
        <p:spPr>
          <a:xfrm>
            <a:off x="3060700" y="3696270"/>
            <a:ext cx="902400" cy="902700"/>
          </a:xfrm>
          <a:prstGeom prst="halfFrame">
            <a:avLst>
              <a:gd fmla="val 2898" name="adj1"/>
              <a:gd fmla="val 2898" name="adj2"/>
            </a:avLst>
          </a:prstGeom>
          <a:solidFill>
            <a:srgbClr val="DE6A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dk1"/>
              </a:solidFill>
              <a:latin typeface="Roboto"/>
              <a:ea typeface="Roboto"/>
              <a:cs typeface="Roboto"/>
              <a:sym typeface="Roboto"/>
            </a:endParaRPr>
          </a:p>
        </p:txBody>
      </p:sp>
      <p:sp>
        <p:nvSpPr>
          <p:cNvPr id="169" name="Google Shape;169;p20"/>
          <p:cNvSpPr/>
          <p:nvPr/>
        </p:nvSpPr>
        <p:spPr>
          <a:xfrm rot="10800000">
            <a:off x="14601919" y="5670735"/>
            <a:ext cx="902400" cy="902700"/>
          </a:xfrm>
          <a:prstGeom prst="halfFrame">
            <a:avLst>
              <a:gd fmla="val 2898" name="adj1"/>
              <a:gd fmla="val 2898" name="adj2"/>
            </a:avLst>
          </a:prstGeom>
          <a:solidFill>
            <a:srgbClr val="DE6A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dk1"/>
              </a:solidFill>
              <a:latin typeface="Roboto"/>
              <a:ea typeface="Roboto"/>
              <a:cs typeface="Roboto"/>
              <a:sym typeface="Robot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 RIGHT" showMasterSp="0">
  <p:cSld name="Content with Caption - RIGHT">
    <p:spTree>
      <p:nvGrpSpPr>
        <p:cNvPr id="170" name="Shape 170"/>
        <p:cNvGrpSpPr/>
        <p:nvPr/>
      </p:nvGrpSpPr>
      <p:grpSpPr>
        <a:xfrm>
          <a:off x="0" y="0"/>
          <a:ext cx="0" cy="0"/>
          <a:chOff x="0" y="0"/>
          <a:chExt cx="0" cy="0"/>
        </a:xfrm>
      </p:grpSpPr>
      <p:sp>
        <p:nvSpPr>
          <p:cNvPr id="171" name="Google Shape;171;p21"/>
          <p:cNvSpPr/>
          <p:nvPr/>
        </p:nvSpPr>
        <p:spPr>
          <a:xfrm>
            <a:off x="9144000" y="0"/>
            <a:ext cx="9144000" cy="10288500"/>
          </a:xfrm>
          <a:prstGeom prst="rect">
            <a:avLst/>
          </a:prstGeom>
          <a:solidFill>
            <a:srgbClr val="0181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172" name="Google Shape;172;p21"/>
          <p:cNvSpPr txBox="1"/>
          <p:nvPr>
            <p:ph idx="1" type="body"/>
          </p:nvPr>
        </p:nvSpPr>
        <p:spPr>
          <a:xfrm>
            <a:off x="0" y="0"/>
            <a:ext cx="9144000" cy="10288500"/>
          </a:xfrm>
          <a:prstGeom prst="rect">
            <a:avLst/>
          </a:prstGeom>
          <a:noFill/>
          <a:ln>
            <a:noFill/>
          </a:ln>
        </p:spPr>
        <p:txBody>
          <a:bodyPr anchorCtr="0" anchor="ctr" bIns="45700" lIns="91425" spcFirstLastPara="1" rIns="91425" wrap="square" tIns="45700">
            <a:normAutofit/>
          </a:bodyPr>
          <a:lstStyle>
            <a:lvl1pPr indent="-533400" lvl="0" marL="457200" rtl="0" algn="l">
              <a:lnSpc>
                <a:spcPct val="90000"/>
              </a:lnSpc>
              <a:spcBef>
                <a:spcPts val="1500"/>
              </a:spcBef>
              <a:spcAft>
                <a:spcPts val="0"/>
              </a:spcAft>
              <a:buClr>
                <a:schemeClr val="dk1"/>
              </a:buClr>
              <a:buSzPts val="4800"/>
              <a:buChar char="•"/>
              <a:defRPr sz="4800"/>
            </a:lvl1pPr>
            <a:lvl2pPr indent="-495300" lvl="1" marL="914400" rtl="0" algn="l">
              <a:lnSpc>
                <a:spcPct val="90000"/>
              </a:lnSpc>
              <a:spcBef>
                <a:spcPts val="750"/>
              </a:spcBef>
              <a:spcAft>
                <a:spcPts val="0"/>
              </a:spcAft>
              <a:buClr>
                <a:schemeClr val="dk1"/>
              </a:buClr>
              <a:buSzPts val="4200"/>
              <a:buChar char="•"/>
              <a:defRPr sz="4200"/>
            </a:lvl2pPr>
            <a:lvl3pPr indent="-457200" lvl="2" marL="1371600" rtl="0" algn="l">
              <a:lnSpc>
                <a:spcPct val="90000"/>
              </a:lnSpc>
              <a:spcBef>
                <a:spcPts val="750"/>
              </a:spcBef>
              <a:spcAft>
                <a:spcPts val="0"/>
              </a:spcAft>
              <a:buClr>
                <a:schemeClr val="dk1"/>
              </a:buClr>
              <a:buSzPts val="3600"/>
              <a:buChar char="•"/>
              <a:defRPr sz="3600"/>
            </a:lvl3pPr>
            <a:lvl4pPr indent="-419100" lvl="3" marL="1828800" rtl="0" algn="l">
              <a:lnSpc>
                <a:spcPct val="90000"/>
              </a:lnSpc>
              <a:spcBef>
                <a:spcPts val="750"/>
              </a:spcBef>
              <a:spcAft>
                <a:spcPts val="0"/>
              </a:spcAft>
              <a:buClr>
                <a:schemeClr val="dk1"/>
              </a:buClr>
              <a:buSzPts val="3000"/>
              <a:buChar char="•"/>
              <a:defRPr sz="3000"/>
            </a:lvl4pPr>
            <a:lvl5pPr indent="-419100" lvl="4" marL="2286000" rtl="0" algn="l">
              <a:lnSpc>
                <a:spcPct val="90000"/>
              </a:lnSpc>
              <a:spcBef>
                <a:spcPts val="750"/>
              </a:spcBef>
              <a:spcAft>
                <a:spcPts val="0"/>
              </a:spcAft>
              <a:buClr>
                <a:schemeClr val="dk1"/>
              </a:buClr>
              <a:buSzPts val="3000"/>
              <a:buChar char="•"/>
              <a:defRPr sz="3000"/>
            </a:lvl5pPr>
            <a:lvl6pPr indent="-419100" lvl="5" marL="2743200" rtl="0" algn="l">
              <a:lnSpc>
                <a:spcPct val="90000"/>
              </a:lnSpc>
              <a:spcBef>
                <a:spcPts val="750"/>
              </a:spcBef>
              <a:spcAft>
                <a:spcPts val="0"/>
              </a:spcAft>
              <a:buClr>
                <a:schemeClr val="dk1"/>
              </a:buClr>
              <a:buSzPts val="3000"/>
              <a:buChar char="•"/>
              <a:defRPr sz="3000"/>
            </a:lvl6pPr>
            <a:lvl7pPr indent="-419100" lvl="6" marL="3200400" rtl="0" algn="l">
              <a:lnSpc>
                <a:spcPct val="90000"/>
              </a:lnSpc>
              <a:spcBef>
                <a:spcPts val="750"/>
              </a:spcBef>
              <a:spcAft>
                <a:spcPts val="0"/>
              </a:spcAft>
              <a:buClr>
                <a:schemeClr val="dk1"/>
              </a:buClr>
              <a:buSzPts val="3000"/>
              <a:buChar char="•"/>
              <a:defRPr sz="3000"/>
            </a:lvl7pPr>
            <a:lvl8pPr indent="-419100" lvl="7" marL="3657600" rtl="0" algn="l">
              <a:lnSpc>
                <a:spcPct val="90000"/>
              </a:lnSpc>
              <a:spcBef>
                <a:spcPts val="750"/>
              </a:spcBef>
              <a:spcAft>
                <a:spcPts val="0"/>
              </a:spcAft>
              <a:buClr>
                <a:schemeClr val="dk1"/>
              </a:buClr>
              <a:buSzPts val="3000"/>
              <a:buChar char="•"/>
              <a:defRPr sz="3000"/>
            </a:lvl8pPr>
            <a:lvl9pPr indent="-419100" lvl="8" marL="4114800" rtl="0" algn="l">
              <a:lnSpc>
                <a:spcPct val="90000"/>
              </a:lnSpc>
              <a:spcBef>
                <a:spcPts val="750"/>
              </a:spcBef>
              <a:spcAft>
                <a:spcPts val="0"/>
              </a:spcAft>
              <a:buClr>
                <a:schemeClr val="dk1"/>
              </a:buClr>
              <a:buSzPts val="3000"/>
              <a:buChar char="•"/>
              <a:defRPr sz="3000"/>
            </a:lvl9pPr>
          </a:lstStyle>
          <a:p/>
        </p:txBody>
      </p:sp>
      <p:sp>
        <p:nvSpPr>
          <p:cNvPr id="173" name="Google Shape;173;p21"/>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b="0" i="0" sz="1800" u="none" cap="none" strike="noStrike">
                <a:solidFill>
                  <a:schemeClr val="lt1"/>
                </a:solidFill>
                <a:latin typeface="Roboto"/>
                <a:ea typeface="Roboto"/>
                <a:cs typeface="Roboto"/>
                <a:sym typeface="Roboto"/>
              </a:defRPr>
            </a:lvl1pPr>
            <a:lvl2pPr indent="0" lvl="1" marL="0" rtl="0" algn="r">
              <a:spcBef>
                <a:spcPts val="0"/>
              </a:spcBef>
              <a:buNone/>
              <a:defRPr b="0" i="0" sz="1800" u="none" cap="none" strike="noStrike">
                <a:solidFill>
                  <a:schemeClr val="lt1"/>
                </a:solidFill>
                <a:latin typeface="Roboto"/>
                <a:ea typeface="Roboto"/>
                <a:cs typeface="Roboto"/>
                <a:sym typeface="Roboto"/>
              </a:defRPr>
            </a:lvl2pPr>
            <a:lvl3pPr indent="0" lvl="2" marL="0" rtl="0" algn="r">
              <a:spcBef>
                <a:spcPts val="0"/>
              </a:spcBef>
              <a:buNone/>
              <a:defRPr b="0" i="0" sz="1800" u="none" cap="none" strike="noStrike">
                <a:solidFill>
                  <a:schemeClr val="lt1"/>
                </a:solidFill>
                <a:latin typeface="Roboto"/>
                <a:ea typeface="Roboto"/>
                <a:cs typeface="Roboto"/>
                <a:sym typeface="Roboto"/>
              </a:defRPr>
            </a:lvl3pPr>
            <a:lvl4pPr indent="0" lvl="3" marL="0" rtl="0" algn="r">
              <a:spcBef>
                <a:spcPts val="0"/>
              </a:spcBef>
              <a:buNone/>
              <a:defRPr b="0" i="0" sz="1800" u="none" cap="none" strike="noStrike">
                <a:solidFill>
                  <a:schemeClr val="lt1"/>
                </a:solidFill>
                <a:latin typeface="Roboto"/>
                <a:ea typeface="Roboto"/>
                <a:cs typeface="Roboto"/>
                <a:sym typeface="Roboto"/>
              </a:defRPr>
            </a:lvl4pPr>
            <a:lvl5pPr indent="0" lvl="4" marL="0" rtl="0" algn="r">
              <a:spcBef>
                <a:spcPts val="0"/>
              </a:spcBef>
              <a:buNone/>
              <a:defRPr b="0" i="0" sz="1800" u="none" cap="none" strike="noStrike">
                <a:solidFill>
                  <a:schemeClr val="lt1"/>
                </a:solidFill>
                <a:latin typeface="Roboto"/>
                <a:ea typeface="Roboto"/>
                <a:cs typeface="Roboto"/>
                <a:sym typeface="Roboto"/>
              </a:defRPr>
            </a:lvl5pPr>
            <a:lvl6pPr indent="0" lvl="5" marL="0" rtl="0" algn="r">
              <a:spcBef>
                <a:spcPts val="0"/>
              </a:spcBef>
              <a:buNone/>
              <a:defRPr b="0" i="0" sz="1800" u="none" cap="none" strike="noStrike">
                <a:solidFill>
                  <a:schemeClr val="lt1"/>
                </a:solidFill>
                <a:latin typeface="Roboto"/>
                <a:ea typeface="Roboto"/>
                <a:cs typeface="Roboto"/>
                <a:sym typeface="Roboto"/>
              </a:defRPr>
            </a:lvl6pPr>
            <a:lvl7pPr indent="0" lvl="6" marL="0" rtl="0" algn="r">
              <a:spcBef>
                <a:spcPts val="0"/>
              </a:spcBef>
              <a:buNone/>
              <a:defRPr b="0" i="0" sz="1800" u="none" cap="none" strike="noStrike">
                <a:solidFill>
                  <a:schemeClr val="lt1"/>
                </a:solidFill>
                <a:latin typeface="Roboto"/>
                <a:ea typeface="Roboto"/>
                <a:cs typeface="Roboto"/>
                <a:sym typeface="Roboto"/>
              </a:defRPr>
            </a:lvl7pPr>
            <a:lvl8pPr indent="0" lvl="7" marL="0" rtl="0" algn="r">
              <a:spcBef>
                <a:spcPts val="0"/>
              </a:spcBef>
              <a:buNone/>
              <a:defRPr b="0" i="0" sz="1800" u="none" cap="none" strike="noStrike">
                <a:solidFill>
                  <a:schemeClr val="lt1"/>
                </a:solidFill>
                <a:latin typeface="Roboto"/>
                <a:ea typeface="Roboto"/>
                <a:cs typeface="Roboto"/>
                <a:sym typeface="Roboto"/>
              </a:defRPr>
            </a:lvl8pPr>
            <a:lvl9pPr indent="0" lvl="8" marL="0" rtl="0" algn="r">
              <a:spcBef>
                <a:spcPts val="0"/>
              </a:spcBef>
              <a:buNone/>
              <a:defRPr b="0" i="0" sz="18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
        <p:nvSpPr>
          <p:cNvPr id="174" name="Google Shape;174;p21"/>
          <p:cNvSpPr txBox="1"/>
          <p:nvPr>
            <p:ph type="title"/>
          </p:nvPr>
        </p:nvSpPr>
        <p:spPr>
          <a:xfrm>
            <a:off x="9956721" y="4342880"/>
            <a:ext cx="7518600" cy="1602900"/>
          </a:xfrm>
          <a:prstGeom prst="rect">
            <a:avLst/>
          </a:prstGeom>
          <a:noFill/>
          <a:ln>
            <a:noFill/>
          </a:ln>
        </p:spPr>
        <p:txBody>
          <a:bodyPr anchorCtr="0" anchor="ctr" bIns="45700" lIns="91425" spcFirstLastPara="1" rIns="91425" wrap="square" tIns="45700">
            <a:noAutofit/>
          </a:bodyPr>
          <a:lstStyle>
            <a:lvl1pPr lvl="0" rtl="0" algn="ctr">
              <a:lnSpc>
                <a:spcPct val="90000"/>
              </a:lnSpc>
              <a:spcBef>
                <a:spcPts val="0"/>
              </a:spcBef>
              <a:spcAft>
                <a:spcPts val="0"/>
              </a:spcAft>
              <a:buClr>
                <a:schemeClr val="lt1"/>
              </a:buClr>
              <a:buSzPts val="6600"/>
              <a:buFont typeface="Playfair Display"/>
              <a:buNone/>
              <a:defRPr sz="66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5" name="Google Shape;175;p21"/>
          <p:cNvSpPr txBox="1"/>
          <p:nvPr>
            <p:ph idx="2" type="body"/>
          </p:nvPr>
        </p:nvSpPr>
        <p:spPr>
          <a:xfrm>
            <a:off x="9956721" y="6138021"/>
            <a:ext cx="7518600" cy="1602900"/>
          </a:xfrm>
          <a:prstGeom prst="rect">
            <a:avLst/>
          </a:prstGeom>
          <a:noFill/>
          <a:ln>
            <a:noFill/>
          </a:ln>
        </p:spPr>
        <p:txBody>
          <a:bodyPr anchorCtr="0" anchor="t" bIns="45700" lIns="91425" spcFirstLastPara="1" rIns="91425" wrap="square" tIns="45700">
            <a:normAutofit/>
          </a:bodyPr>
          <a:lstStyle>
            <a:lvl1pPr indent="-228600" lvl="0" marL="457200" rtl="0" algn="ctr">
              <a:lnSpc>
                <a:spcPct val="90000"/>
              </a:lnSpc>
              <a:spcBef>
                <a:spcPts val="1500"/>
              </a:spcBef>
              <a:spcAft>
                <a:spcPts val="0"/>
              </a:spcAft>
              <a:buClr>
                <a:schemeClr val="lt1"/>
              </a:buClr>
              <a:buSzPts val="3600"/>
              <a:buNone/>
              <a:defRPr sz="3600">
                <a:solidFill>
                  <a:schemeClr val="lt1"/>
                </a:solidFill>
              </a:defRPr>
            </a:lvl1pPr>
            <a:lvl2pPr indent="-228600" lvl="1" marL="914400" rtl="0" algn="l">
              <a:lnSpc>
                <a:spcPct val="90000"/>
              </a:lnSpc>
              <a:spcBef>
                <a:spcPts val="750"/>
              </a:spcBef>
              <a:spcAft>
                <a:spcPts val="0"/>
              </a:spcAft>
              <a:buClr>
                <a:schemeClr val="dk1"/>
              </a:buClr>
              <a:buSzPts val="2100"/>
              <a:buNone/>
              <a:defRPr sz="2100"/>
            </a:lvl2pPr>
            <a:lvl3pPr indent="-228600" lvl="2" marL="1371600" rtl="0" algn="l">
              <a:lnSpc>
                <a:spcPct val="90000"/>
              </a:lnSpc>
              <a:spcBef>
                <a:spcPts val="750"/>
              </a:spcBef>
              <a:spcAft>
                <a:spcPts val="0"/>
              </a:spcAft>
              <a:buClr>
                <a:schemeClr val="dk1"/>
              </a:buClr>
              <a:buSzPts val="1800"/>
              <a:buNone/>
              <a:defRPr sz="1800"/>
            </a:lvl3pPr>
            <a:lvl4pPr indent="-228600" lvl="3" marL="1828800" rtl="0" algn="l">
              <a:lnSpc>
                <a:spcPct val="90000"/>
              </a:lnSpc>
              <a:spcBef>
                <a:spcPts val="750"/>
              </a:spcBef>
              <a:spcAft>
                <a:spcPts val="0"/>
              </a:spcAft>
              <a:buClr>
                <a:schemeClr val="dk1"/>
              </a:buClr>
              <a:buSzPts val="1500"/>
              <a:buNone/>
              <a:defRPr sz="1500"/>
            </a:lvl4pPr>
            <a:lvl5pPr indent="-228600" lvl="4" marL="2286000" rtl="0" algn="l">
              <a:lnSpc>
                <a:spcPct val="90000"/>
              </a:lnSpc>
              <a:spcBef>
                <a:spcPts val="750"/>
              </a:spcBef>
              <a:spcAft>
                <a:spcPts val="0"/>
              </a:spcAft>
              <a:buClr>
                <a:schemeClr val="dk1"/>
              </a:buClr>
              <a:buSzPts val="1500"/>
              <a:buNone/>
              <a:defRPr sz="1500"/>
            </a:lvl5pPr>
            <a:lvl6pPr indent="-228600" lvl="5" marL="2743200" rtl="0" algn="l">
              <a:lnSpc>
                <a:spcPct val="90000"/>
              </a:lnSpc>
              <a:spcBef>
                <a:spcPts val="750"/>
              </a:spcBef>
              <a:spcAft>
                <a:spcPts val="0"/>
              </a:spcAft>
              <a:buClr>
                <a:schemeClr val="dk1"/>
              </a:buClr>
              <a:buSzPts val="1500"/>
              <a:buNone/>
              <a:defRPr sz="1500"/>
            </a:lvl6pPr>
            <a:lvl7pPr indent="-228600" lvl="6" marL="3200400" rtl="0" algn="l">
              <a:lnSpc>
                <a:spcPct val="90000"/>
              </a:lnSpc>
              <a:spcBef>
                <a:spcPts val="750"/>
              </a:spcBef>
              <a:spcAft>
                <a:spcPts val="0"/>
              </a:spcAft>
              <a:buClr>
                <a:schemeClr val="dk1"/>
              </a:buClr>
              <a:buSzPts val="1500"/>
              <a:buNone/>
              <a:defRPr sz="1500"/>
            </a:lvl7pPr>
            <a:lvl8pPr indent="-228600" lvl="7" marL="3657600" rtl="0" algn="l">
              <a:lnSpc>
                <a:spcPct val="90000"/>
              </a:lnSpc>
              <a:spcBef>
                <a:spcPts val="750"/>
              </a:spcBef>
              <a:spcAft>
                <a:spcPts val="0"/>
              </a:spcAft>
              <a:buClr>
                <a:schemeClr val="dk1"/>
              </a:buClr>
              <a:buSzPts val="1500"/>
              <a:buNone/>
              <a:defRPr sz="1500"/>
            </a:lvl8pPr>
            <a:lvl9pPr indent="-228600" lvl="8" marL="4114800" rtl="0" algn="l">
              <a:lnSpc>
                <a:spcPct val="90000"/>
              </a:lnSpc>
              <a:spcBef>
                <a:spcPts val="750"/>
              </a:spcBef>
              <a:spcAft>
                <a:spcPts val="0"/>
              </a:spcAft>
              <a:buClr>
                <a:schemeClr val="dk1"/>
              </a:buClr>
              <a:buSzPts val="1500"/>
              <a:buNone/>
              <a:defRPr sz="1500"/>
            </a:lvl9pPr>
          </a:lstStyle>
          <a:p/>
        </p:txBody>
      </p:sp>
      <p:pic>
        <p:nvPicPr>
          <p:cNvPr id="176" name="Google Shape;176;p21"/>
          <p:cNvPicPr preferRelativeResize="0"/>
          <p:nvPr/>
        </p:nvPicPr>
        <p:blipFill rotWithShape="1">
          <a:blip r:embed="rId2">
            <a:alphaModFix/>
          </a:blip>
          <a:srcRect b="0" l="0" r="0" t="0"/>
          <a:stretch/>
        </p:blipFill>
        <p:spPr>
          <a:xfrm>
            <a:off x="12479628" y="441265"/>
            <a:ext cx="2472744" cy="55995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LEFT BLACK" showMasterSp="0">
  <p:cSld name="Content with Caption -LEFT BLACK">
    <p:spTree>
      <p:nvGrpSpPr>
        <p:cNvPr id="177" name="Shape 177"/>
        <p:cNvGrpSpPr/>
        <p:nvPr/>
      </p:nvGrpSpPr>
      <p:grpSpPr>
        <a:xfrm>
          <a:off x="0" y="0"/>
          <a:ext cx="0" cy="0"/>
          <a:chOff x="0" y="0"/>
          <a:chExt cx="0" cy="0"/>
        </a:xfrm>
      </p:grpSpPr>
      <p:sp>
        <p:nvSpPr>
          <p:cNvPr id="178" name="Google Shape;178;p22"/>
          <p:cNvSpPr/>
          <p:nvPr/>
        </p:nvSpPr>
        <p:spPr>
          <a:xfrm>
            <a:off x="0" y="0"/>
            <a:ext cx="9144000" cy="102885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179" name="Google Shape;179;p22"/>
          <p:cNvSpPr txBox="1"/>
          <p:nvPr>
            <p:ph idx="1" type="body"/>
          </p:nvPr>
        </p:nvSpPr>
        <p:spPr>
          <a:xfrm>
            <a:off x="9144000" y="0"/>
            <a:ext cx="9258300" cy="10288500"/>
          </a:xfrm>
          <a:prstGeom prst="rect">
            <a:avLst/>
          </a:prstGeom>
          <a:noFill/>
          <a:ln>
            <a:noFill/>
          </a:ln>
        </p:spPr>
        <p:txBody>
          <a:bodyPr anchorCtr="0" anchor="ctr" bIns="45700" lIns="91425" spcFirstLastPara="1" rIns="91425" wrap="square" tIns="45700">
            <a:normAutofit/>
          </a:bodyPr>
          <a:lstStyle>
            <a:lvl1pPr indent="-533400" lvl="0" marL="457200" rtl="0" algn="l">
              <a:lnSpc>
                <a:spcPct val="90000"/>
              </a:lnSpc>
              <a:spcBef>
                <a:spcPts val="1500"/>
              </a:spcBef>
              <a:spcAft>
                <a:spcPts val="0"/>
              </a:spcAft>
              <a:buClr>
                <a:schemeClr val="dk1"/>
              </a:buClr>
              <a:buSzPts val="4800"/>
              <a:buChar char="•"/>
              <a:defRPr sz="4800"/>
            </a:lvl1pPr>
            <a:lvl2pPr indent="-495300" lvl="1" marL="914400" rtl="0" algn="l">
              <a:lnSpc>
                <a:spcPct val="90000"/>
              </a:lnSpc>
              <a:spcBef>
                <a:spcPts val="750"/>
              </a:spcBef>
              <a:spcAft>
                <a:spcPts val="0"/>
              </a:spcAft>
              <a:buClr>
                <a:schemeClr val="dk1"/>
              </a:buClr>
              <a:buSzPts val="4200"/>
              <a:buChar char="•"/>
              <a:defRPr sz="4200"/>
            </a:lvl2pPr>
            <a:lvl3pPr indent="-457200" lvl="2" marL="1371600" rtl="0" algn="l">
              <a:lnSpc>
                <a:spcPct val="90000"/>
              </a:lnSpc>
              <a:spcBef>
                <a:spcPts val="750"/>
              </a:spcBef>
              <a:spcAft>
                <a:spcPts val="0"/>
              </a:spcAft>
              <a:buClr>
                <a:schemeClr val="dk1"/>
              </a:buClr>
              <a:buSzPts val="3600"/>
              <a:buChar char="•"/>
              <a:defRPr sz="3600"/>
            </a:lvl3pPr>
            <a:lvl4pPr indent="-419100" lvl="3" marL="1828800" rtl="0" algn="l">
              <a:lnSpc>
                <a:spcPct val="90000"/>
              </a:lnSpc>
              <a:spcBef>
                <a:spcPts val="750"/>
              </a:spcBef>
              <a:spcAft>
                <a:spcPts val="0"/>
              </a:spcAft>
              <a:buClr>
                <a:schemeClr val="dk1"/>
              </a:buClr>
              <a:buSzPts val="3000"/>
              <a:buChar char="•"/>
              <a:defRPr sz="3000"/>
            </a:lvl4pPr>
            <a:lvl5pPr indent="-419100" lvl="4" marL="2286000" rtl="0" algn="l">
              <a:lnSpc>
                <a:spcPct val="90000"/>
              </a:lnSpc>
              <a:spcBef>
                <a:spcPts val="750"/>
              </a:spcBef>
              <a:spcAft>
                <a:spcPts val="0"/>
              </a:spcAft>
              <a:buClr>
                <a:schemeClr val="dk1"/>
              </a:buClr>
              <a:buSzPts val="3000"/>
              <a:buChar char="•"/>
              <a:defRPr sz="3000"/>
            </a:lvl5pPr>
            <a:lvl6pPr indent="-419100" lvl="5" marL="2743200" rtl="0" algn="l">
              <a:lnSpc>
                <a:spcPct val="90000"/>
              </a:lnSpc>
              <a:spcBef>
                <a:spcPts val="750"/>
              </a:spcBef>
              <a:spcAft>
                <a:spcPts val="0"/>
              </a:spcAft>
              <a:buClr>
                <a:schemeClr val="dk1"/>
              </a:buClr>
              <a:buSzPts val="3000"/>
              <a:buChar char="•"/>
              <a:defRPr sz="3000"/>
            </a:lvl6pPr>
            <a:lvl7pPr indent="-419100" lvl="6" marL="3200400" rtl="0" algn="l">
              <a:lnSpc>
                <a:spcPct val="90000"/>
              </a:lnSpc>
              <a:spcBef>
                <a:spcPts val="750"/>
              </a:spcBef>
              <a:spcAft>
                <a:spcPts val="0"/>
              </a:spcAft>
              <a:buClr>
                <a:schemeClr val="dk1"/>
              </a:buClr>
              <a:buSzPts val="3000"/>
              <a:buChar char="•"/>
              <a:defRPr sz="3000"/>
            </a:lvl7pPr>
            <a:lvl8pPr indent="-419100" lvl="7" marL="3657600" rtl="0" algn="l">
              <a:lnSpc>
                <a:spcPct val="90000"/>
              </a:lnSpc>
              <a:spcBef>
                <a:spcPts val="750"/>
              </a:spcBef>
              <a:spcAft>
                <a:spcPts val="0"/>
              </a:spcAft>
              <a:buClr>
                <a:schemeClr val="dk1"/>
              </a:buClr>
              <a:buSzPts val="3000"/>
              <a:buChar char="•"/>
              <a:defRPr sz="3000"/>
            </a:lvl8pPr>
            <a:lvl9pPr indent="-419100" lvl="8" marL="4114800" rtl="0" algn="l">
              <a:lnSpc>
                <a:spcPct val="90000"/>
              </a:lnSpc>
              <a:spcBef>
                <a:spcPts val="750"/>
              </a:spcBef>
              <a:spcAft>
                <a:spcPts val="0"/>
              </a:spcAft>
              <a:buClr>
                <a:schemeClr val="dk1"/>
              </a:buClr>
              <a:buSzPts val="3000"/>
              <a:buChar char="•"/>
              <a:defRPr sz="3000"/>
            </a:lvl9pPr>
          </a:lstStyle>
          <a:p/>
        </p:txBody>
      </p:sp>
      <p:sp>
        <p:nvSpPr>
          <p:cNvPr id="180" name="Google Shape;180;p22"/>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81" name="Google Shape;181;p22"/>
          <p:cNvSpPr txBox="1"/>
          <p:nvPr>
            <p:ph type="title"/>
          </p:nvPr>
        </p:nvSpPr>
        <p:spPr>
          <a:xfrm>
            <a:off x="812721" y="4342880"/>
            <a:ext cx="7518600" cy="1602900"/>
          </a:xfrm>
          <a:prstGeom prst="rect">
            <a:avLst/>
          </a:prstGeom>
          <a:noFill/>
          <a:ln>
            <a:noFill/>
          </a:ln>
        </p:spPr>
        <p:txBody>
          <a:bodyPr anchorCtr="0" anchor="ctr" bIns="45700" lIns="91425" spcFirstLastPara="1" rIns="91425" wrap="square" tIns="45700">
            <a:noAutofit/>
          </a:bodyPr>
          <a:lstStyle>
            <a:lvl1pPr lvl="0" rtl="0" algn="ctr">
              <a:lnSpc>
                <a:spcPct val="90000"/>
              </a:lnSpc>
              <a:spcBef>
                <a:spcPts val="0"/>
              </a:spcBef>
              <a:spcAft>
                <a:spcPts val="0"/>
              </a:spcAft>
              <a:buClr>
                <a:schemeClr val="lt1"/>
              </a:buClr>
              <a:buSzPts val="6600"/>
              <a:buFont typeface="Playfair Display"/>
              <a:buNone/>
              <a:defRPr sz="66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2" name="Google Shape;182;p22"/>
          <p:cNvSpPr txBox="1"/>
          <p:nvPr>
            <p:ph idx="2" type="body"/>
          </p:nvPr>
        </p:nvSpPr>
        <p:spPr>
          <a:xfrm>
            <a:off x="812721" y="6138021"/>
            <a:ext cx="7518600" cy="1602900"/>
          </a:xfrm>
          <a:prstGeom prst="rect">
            <a:avLst/>
          </a:prstGeom>
          <a:noFill/>
          <a:ln>
            <a:noFill/>
          </a:ln>
        </p:spPr>
        <p:txBody>
          <a:bodyPr anchorCtr="0" anchor="t" bIns="45700" lIns="91425" spcFirstLastPara="1" rIns="91425" wrap="square" tIns="45700">
            <a:normAutofit/>
          </a:bodyPr>
          <a:lstStyle>
            <a:lvl1pPr indent="-228600" lvl="0" marL="457200" rtl="0" algn="ctr">
              <a:lnSpc>
                <a:spcPct val="90000"/>
              </a:lnSpc>
              <a:spcBef>
                <a:spcPts val="1500"/>
              </a:spcBef>
              <a:spcAft>
                <a:spcPts val="0"/>
              </a:spcAft>
              <a:buClr>
                <a:schemeClr val="lt1"/>
              </a:buClr>
              <a:buSzPts val="3600"/>
              <a:buNone/>
              <a:defRPr sz="3600">
                <a:solidFill>
                  <a:schemeClr val="lt1"/>
                </a:solidFill>
              </a:defRPr>
            </a:lvl1pPr>
            <a:lvl2pPr indent="-228600" lvl="1" marL="914400" rtl="0" algn="l">
              <a:lnSpc>
                <a:spcPct val="90000"/>
              </a:lnSpc>
              <a:spcBef>
                <a:spcPts val="750"/>
              </a:spcBef>
              <a:spcAft>
                <a:spcPts val="0"/>
              </a:spcAft>
              <a:buClr>
                <a:schemeClr val="dk1"/>
              </a:buClr>
              <a:buSzPts val="2100"/>
              <a:buNone/>
              <a:defRPr sz="2100"/>
            </a:lvl2pPr>
            <a:lvl3pPr indent="-228600" lvl="2" marL="1371600" rtl="0" algn="l">
              <a:lnSpc>
                <a:spcPct val="90000"/>
              </a:lnSpc>
              <a:spcBef>
                <a:spcPts val="750"/>
              </a:spcBef>
              <a:spcAft>
                <a:spcPts val="0"/>
              </a:spcAft>
              <a:buClr>
                <a:schemeClr val="dk1"/>
              </a:buClr>
              <a:buSzPts val="1800"/>
              <a:buNone/>
              <a:defRPr sz="1800"/>
            </a:lvl3pPr>
            <a:lvl4pPr indent="-228600" lvl="3" marL="1828800" rtl="0" algn="l">
              <a:lnSpc>
                <a:spcPct val="90000"/>
              </a:lnSpc>
              <a:spcBef>
                <a:spcPts val="750"/>
              </a:spcBef>
              <a:spcAft>
                <a:spcPts val="0"/>
              </a:spcAft>
              <a:buClr>
                <a:schemeClr val="dk1"/>
              </a:buClr>
              <a:buSzPts val="1500"/>
              <a:buNone/>
              <a:defRPr sz="1500"/>
            </a:lvl4pPr>
            <a:lvl5pPr indent="-228600" lvl="4" marL="2286000" rtl="0" algn="l">
              <a:lnSpc>
                <a:spcPct val="90000"/>
              </a:lnSpc>
              <a:spcBef>
                <a:spcPts val="750"/>
              </a:spcBef>
              <a:spcAft>
                <a:spcPts val="0"/>
              </a:spcAft>
              <a:buClr>
                <a:schemeClr val="dk1"/>
              </a:buClr>
              <a:buSzPts val="1500"/>
              <a:buNone/>
              <a:defRPr sz="1500"/>
            </a:lvl5pPr>
            <a:lvl6pPr indent="-228600" lvl="5" marL="2743200" rtl="0" algn="l">
              <a:lnSpc>
                <a:spcPct val="90000"/>
              </a:lnSpc>
              <a:spcBef>
                <a:spcPts val="750"/>
              </a:spcBef>
              <a:spcAft>
                <a:spcPts val="0"/>
              </a:spcAft>
              <a:buClr>
                <a:schemeClr val="dk1"/>
              </a:buClr>
              <a:buSzPts val="1500"/>
              <a:buNone/>
              <a:defRPr sz="1500"/>
            </a:lvl6pPr>
            <a:lvl7pPr indent="-228600" lvl="6" marL="3200400" rtl="0" algn="l">
              <a:lnSpc>
                <a:spcPct val="90000"/>
              </a:lnSpc>
              <a:spcBef>
                <a:spcPts val="750"/>
              </a:spcBef>
              <a:spcAft>
                <a:spcPts val="0"/>
              </a:spcAft>
              <a:buClr>
                <a:schemeClr val="dk1"/>
              </a:buClr>
              <a:buSzPts val="1500"/>
              <a:buNone/>
              <a:defRPr sz="1500"/>
            </a:lvl7pPr>
            <a:lvl8pPr indent="-228600" lvl="7" marL="3657600" rtl="0" algn="l">
              <a:lnSpc>
                <a:spcPct val="90000"/>
              </a:lnSpc>
              <a:spcBef>
                <a:spcPts val="750"/>
              </a:spcBef>
              <a:spcAft>
                <a:spcPts val="0"/>
              </a:spcAft>
              <a:buClr>
                <a:schemeClr val="dk1"/>
              </a:buClr>
              <a:buSzPts val="1500"/>
              <a:buNone/>
              <a:defRPr sz="1500"/>
            </a:lvl8pPr>
            <a:lvl9pPr indent="-228600" lvl="8" marL="4114800" rtl="0" algn="l">
              <a:lnSpc>
                <a:spcPct val="90000"/>
              </a:lnSpc>
              <a:spcBef>
                <a:spcPts val="750"/>
              </a:spcBef>
              <a:spcAft>
                <a:spcPts val="0"/>
              </a:spcAft>
              <a:buClr>
                <a:schemeClr val="dk1"/>
              </a:buClr>
              <a:buSzPts val="1500"/>
              <a:buNone/>
              <a:defRPr sz="1500"/>
            </a:lvl9pPr>
          </a:lstStyle>
          <a:p/>
        </p:txBody>
      </p:sp>
      <p:pic>
        <p:nvPicPr>
          <p:cNvPr id="183" name="Google Shape;183;p22"/>
          <p:cNvPicPr preferRelativeResize="0"/>
          <p:nvPr/>
        </p:nvPicPr>
        <p:blipFill rotWithShape="1">
          <a:blip r:embed="rId2">
            <a:alphaModFix/>
          </a:blip>
          <a:srcRect b="0" l="0" r="0" t="0"/>
          <a:stretch/>
        </p:blipFill>
        <p:spPr>
          <a:xfrm>
            <a:off x="3335628" y="441265"/>
            <a:ext cx="2472744" cy="559952"/>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 RIGHT BLACK" showMasterSp="0">
  <p:cSld name="Content with Caption - RIGHT BLACK">
    <p:spTree>
      <p:nvGrpSpPr>
        <p:cNvPr id="184" name="Shape 184"/>
        <p:cNvGrpSpPr/>
        <p:nvPr/>
      </p:nvGrpSpPr>
      <p:grpSpPr>
        <a:xfrm>
          <a:off x="0" y="0"/>
          <a:ext cx="0" cy="0"/>
          <a:chOff x="0" y="0"/>
          <a:chExt cx="0" cy="0"/>
        </a:xfrm>
      </p:grpSpPr>
      <p:sp>
        <p:nvSpPr>
          <p:cNvPr id="185" name="Google Shape;185;p23"/>
          <p:cNvSpPr/>
          <p:nvPr/>
        </p:nvSpPr>
        <p:spPr>
          <a:xfrm>
            <a:off x="9144000" y="0"/>
            <a:ext cx="9144000" cy="102885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186" name="Google Shape;186;p23"/>
          <p:cNvSpPr txBox="1"/>
          <p:nvPr>
            <p:ph idx="1" type="body"/>
          </p:nvPr>
        </p:nvSpPr>
        <p:spPr>
          <a:xfrm>
            <a:off x="0" y="0"/>
            <a:ext cx="9144000" cy="10288500"/>
          </a:xfrm>
          <a:prstGeom prst="rect">
            <a:avLst/>
          </a:prstGeom>
          <a:noFill/>
          <a:ln>
            <a:noFill/>
          </a:ln>
        </p:spPr>
        <p:txBody>
          <a:bodyPr anchorCtr="0" anchor="ctr" bIns="45700" lIns="91425" spcFirstLastPara="1" rIns="91425" wrap="square" tIns="45700">
            <a:normAutofit/>
          </a:bodyPr>
          <a:lstStyle>
            <a:lvl1pPr indent="-533400" lvl="0" marL="457200" rtl="0" algn="l">
              <a:lnSpc>
                <a:spcPct val="90000"/>
              </a:lnSpc>
              <a:spcBef>
                <a:spcPts val="1500"/>
              </a:spcBef>
              <a:spcAft>
                <a:spcPts val="0"/>
              </a:spcAft>
              <a:buClr>
                <a:schemeClr val="dk1"/>
              </a:buClr>
              <a:buSzPts val="4800"/>
              <a:buChar char="•"/>
              <a:defRPr sz="4800"/>
            </a:lvl1pPr>
            <a:lvl2pPr indent="-495300" lvl="1" marL="914400" rtl="0" algn="l">
              <a:lnSpc>
                <a:spcPct val="90000"/>
              </a:lnSpc>
              <a:spcBef>
                <a:spcPts val="750"/>
              </a:spcBef>
              <a:spcAft>
                <a:spcPts val="0"/>
              </a:spcAft>
              <a:buClr>
                <a:schemeClr val="dk1"/>
              </a:buClr>
              <a:buSzPts val="4200"/>
              <a:buChar char="•"/>
              <a:defRPr sz="4200"/>
            </a:lvl2pPr>
            <a:lvl3pPr indent="-457200" lvl="2" marL="1371600" rtl="0" algn="l">
              <a:lnSpc>
                <a:spcPct val="90000"/>
              </a:lnSpc>
              <a:spcBef>
                <a:spcPts val="750"/>
              </a:spcBef>
              <a:spcAft>
                <a:spcPts val="0"/>
              </a:spcAft>
              <a:buClr>
                <a:schemeClr val="dk1"/>
              </a:buClr>
              <a:buSzPts val="3600"/>
              <a:buChar char="•"/>
              <a:defRPr sz="3600"/>
            </a:lvl3pPr>
            <a:lvl4pPr indent="-419100" lvl="3" marL="1828800" rtl="0" algn="l">
              <a:lnSpc>
                <a:spcPct val="90000"/>
              </a:lnSpc>
              <a:spcBef>
                <a:spcPts val="750"/>
              </a:spcBef>
              <a:spcAft>
                <a:spcPts val="0"/>
              </a:spcAft>
              <a:buClr>
                <a:schemeClr val="dk1"/>
              </a:buClr>
              <a:buSzPts val="3000"/>
              <a:buChar char="•"/>
              <a:defRPr sz="3000"/>
            </a:lvl4pPr>
            <a:lvl5pPr indent="-419100" lvl="4" marL="2286000" rtl="0" algn="l">
              <a:lnSpc>
                <a:spcPct val="90000"/>
              </a:lnSpc>
              <a:spcBef>
                <a:spcPts val="750"/>
              </a:spcBef>
              <a:spcAft>
                <a:spcPts val="0"/>
              </a:spcAft>
              <a:buClr>
                <a:schemeClr val="dk1"/>
              </a:buClr>
              <a:buSzPts val="3000"/>
              <a:buChar char="•"/>
              <a:defRPr sz="3000"/>
            </a:lvl5pPr>
            <a:lvl6pPr indent="-419100" lvl="5" marL="2743200" rtl="0" algn="l">
              <a:lnSpc>
                <a:spcPct val="90000"/>
              </a:lnSpc>
              <a:spcBef>
                <a:spcPts val="750"/>
              </a:spcBef>
              <a:spcAft>
                <a:spcPts val="0"/>
              </a:spcAft>
              <a:buClr>
                <a:schemeClr val="dk1"/>
              </a:buClr>
              <a:buSzPts val="3000"/>
              <a:buChar char="•"/>
              <a:defRPr sz="3000"/>
            </a:lvl6pPr>
            <a:lvl7pPr indent="-419100" lvl="6" marL="3200400" rtl="0" algn="l">
              <a:lnSpc>
                <a:spcPct val="90000"/>
              </a:lnSpc>
              <a:spcBef>
                <a:spcPts val="750"/>
              </a:spcBef>
              <a:spcAft>
                <a:spcPts val="0"/>
              </a:spcAft>
              <a:buClr>
                <a:schemeClr val="dk1"/>
              </a:buClr>
              <a:buSzPts val="3000"/>
              <a:buChar char="•"/>
              <a:defRPr sz="3000"/>
            </a:lvl7pPr>
            <a:lvl8pPr indent="-419100" lvl="7" marL="3657600" rtl="0" algn="l">
              <a:lnSpc>
                <a:spcPct val="90000"/>
              </a:lnSpc>
              <a:spcBef>
                <a:spcPts val="750"/>
              </a:spcBef>
              <a:spcAft>
                <a:spcPts val="0"/>
              </a:spcAft>
              <a:buClr>
                <a:schemeClr val="dk1"/>
              </a:buClr>
              <a:buSzPts val="3000"/>
              <a:buChar char="•"/>
              <a:defRPr sz="3000"/>
            </a:lvl8pPr>
            <a:lvl9pPr indent="-419100" lvl="8" marL="4114800" rtl="0" algn="l">
              <a:lnSpc>
                <a:spcPct val="90000"/>
              </a:lnSpc>
              <a:spcBef>
                <a:spcPts val="750"/>
              </a:spcBef>
              <a:spcAft>
                <a:spcPts val="0"/>
              </a:spcAft>
              <a:buClr>
                <a:schemeClr val="dk1"/>
              </a:buClr>
              <a:buSzPts val="3000"/>
              <a:buChar char="•"/>
              <a:defRPr sz="3000"/>
            </a:lvl9pPr>
          </a:lstStyle>
          <a:p/>
        </p:txBody>
      </p:sp>
      <p:sp>
        <p:nvSpPr>
          <p:cNvPr id="187" name="Google Shape;187;p23"/>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b="0" i="0" sz="1800" u="none" cap="none" strike="noStrike">
                <a:solidFill>
                  <a:schemeClr val="lt1"/>
                </a:solidFill>
                <a:latin typeface="Roboto"/>
                <a:ea typeface="Roboto"/>
                <a:cs typeface="Roboto"/>
                <a:sym typeface="Roboto"/>
              </a:defRPr>
            </a:lvl1pPr>
            <a:lvl2pPr indent="0" lvl="1" marL="0" rtl="0" algn="r">
              <a:spcBef>
                <a:spcPts val="0"/>
              </a:spcBef>
              <a:buNone/>
              <a:defRPr b="0" i="0" sz="1800" u="none" cap="none" strike="noStrike">
                <a:solidFill>
                  <a:schemeClr val="lt1"/>
                </a:solidFill>
                <a:latin typeface="Roboto"/>
                <a:ea typeface="Roboto"/>
                <a:cs typeface="Roboto"/>
                <a:sym typeface="Roboto"/>
              </a:defRPr>
            </a:lvl2pPr>
            <a:lvl3pPr indent="0" lvl="2" marL="0" rtl="0" algn="r">
              <a:spcBef>
                <a:spcPts val="0"/>
              </a:spcBef>
              <a:buNone/>
              <a:defRPr b="0" i="0" sz="1800" u="none" cap="none" strike="noStrike">
                <a:solidFill>
                  <a:schemeClr val="lt1"/>
                </a:solidFill>
                <a:latin typeface="Roboto"/>
                <a:ea typeface="Roboto"/>
                <a:cs typeface="Roboto"/>
                <a:sym typeface="Roboto"/>
              </a:defRPr>
            </a:lvl3pPr>
            <a:lvl4pPr indent="0" lvl="3" marL="0" rtl="0" algn="r">
              <a:spcBef>
                <a:spcPts val="0"/>
              </a:spcBef>
              <a:buNone/>
              <a:defRPr b="0" i="0" sz="1800" u="none" cap="none" strike="noStrike">
                <a:solidFill>
                  <a:schemeClr val="lt1"/>
                </a:solidFill>
                <a:latin typeface="Roboto"/>
                <a:ea typeface="Roboto"/>
                <a:cs typeface="Roboto"/>
                <a:sym typeface="Roboto"/>
              </a:defRPr>
            </a:lvl4pPr>
            <a:lvl5pPr indent="0" lvl="4" marL="0" rtl="0" algn="r">
              <a:spcBef>
                <a:spcPts val="0"/>
              </a:spcBef>
              <a:buNone/>
              <a:defRPr b="0" i="0" sz="1800" u="none" cap="none" strike="noStrike">
                <a:solidFill>
                  <a:schemeClr val="lt1"/>
                </a:solidFill>
                <a:latin typeface="Roboto"/>
                <a:ea typeface="Roboto"/>
                <a:cs typeface="Roboto"/>
                <a:sym typeface="Roboto"/>
              </a:defRPr>
            </a:lvl5pPr>
            <a:lvl6pPr indent="0" lvl="5" marL="0" rtl="0" algn="r">
              <a:spcBef>
                <a:spcPts val="0"/>
              </a:spcBef>
              <a:buNone/>
              <a:defRPr b="0" i="0" sz="1800" u="none" cap="none" strike="noStrike">
                <a:solidFill>
                  <a:schemeClr val="lt1"/>
                </a:solidFill>
                <a:latin typeface="Roboto"/>
                <a:ea typeface="Roboto"/>
                <a:cs typeface="Roboto"/>
                <a:sym typeface="Roboto"/>
              </a:defRPr>
            </a:lvl6pPr>
            <a:lvl7pPr indent="0" lvl="6" marL="0" rtl="0" algn="r">
              <a:spcBef>
                <a:spcPts val="0"/>
              </a:spcBef>
              <a:buNone/>
              <a:defRPr b="0" i="0" sz="1800" u="none" cap="none" strike="noStrike">
                <a:solidFill>
                  <a:schemeClr val="lt1"/>
                </a:solidFill>
                <a:latin typeface="Roboto"/>
                <a:ea typeface="Roboto"/>
                <a:cs typeface="Roboto"/>
                <a:sym typeface="Roboto"/>
              </a:defRPr>
            </a:lvl7pPr>
            <a:lvl8pPr indent="0" lvl="7" marL="0" rtl="0" algn="r">
              <a:spcBef>
                <a:spcPts val="0"/>
              </a:spcBef>
              <a:buNone/>
              <a:defRPr b="0" i="0" sz="1800" u="none" cap="none" strike="noStrike">
                <a:solidFill>
                  <a:schemeClr val="lt1"/>
                </a:solidFill>
                <a:latin typeface="Roboto"/>
                <a:ea typeface="Roboto"/>
                <a:cs typeface="Roboto"/>
                <a:sym typeface="Roboto"/>
              </a:defRPr>
            </a:lvl8pPr>
            <a:lvl9pPr indent="0" lvl="8" marL="0" rtl="0" algn="r">
              <a:spcBef>
                <a:spcPts val="0"/>
              </a:spcBef>
              <a:buNone/>
              <a:defRPr b="0" i="0" sz="18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
        <p:nvSpPr>
          <p:cNvPr id="188" name="Google Shape;188;p23"/>
          <p:cNvSpPr txBox="1"/>
          <p:nvPr>
            <p:ph type="title"/>
          </p:nvPr>
        </p:nvSpPr>
        <p:spPr>
          <a:xfrm>
            <a:off x="9956721" y="4342880"/>
            <a:ext cx="7518600" cy="1602900"/>
          </a:xfrm>
          <a:prstGeom prst="rect">
            <a:avLst/>
          </a:prstGeom>
          <a:noFill/>
          <a:ln>
            <a:noFill/>
          </a:ln>
        </p:spPr>
        <p:txBody>
          <a:bodyPr anchorCtr="0" anchor="ctr" bIns="45700" lIns="91425" spcFirstLastPara="1" rIns="91425" wrap="square" tIns="45700">
            <a:noAutofit/>
          </a:bodyPr>
          <a:lstStyle>
            <a:lvl1pPr lvl="0" rtl="0" algn="ctr">
              <a:lnSpc>
                <a:spcPct val="90000"/>
              </a:lnSpc>
              <a:spcBef>
                <a:spcPts val="0"/>
              </a:spcBef>
              <a:spcAft>
                <a:spcPts val="0"/>
              </a:spcAft>
              <a:buClr>
                <a:schemeClr val="lt1"/>
              </a:buClr>
              <a:buSzPts val="6600"/>
              <a:buFont typeface="Playfair Display"/>
              <a:buNone/>
              <a:defRPr sz="66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9" name="Google Shape;189;p23"/>
          <p:cNvSpPr txBox="1"/>
          <p:nvPr>
            <p:ph idx="2" type="body"/>
          </p:nvPr>
        </p:nvSpPr>
        <p:spPr>
          <a:xfrm>
            <a:off x="9956721" y="6138021"/>
            <a:ext cx="7518600" cy="1602900"/>
          </a:xfrm>
          <a:prstGeom prst="rect">
            <a:avLst/>
          </a:prstGeom>
          <a:noFill/>
          <a:ln>
            <a:noFill/>
          </a:ln>
        </p:spPr>
        <p:txBody>
          <a:bodyPr anchorCtr="0" anchor="t" bIns="45700" lIns="91425" spcFirstLastPara="1" rIns="91425" wrap="square" tIns="45700">
            <a:normAutofit/>
          </a:bodyPr>
          <a:lstStyle>
            <a:lvl1pPr indent="-228600" lvl="0" marL="457200" rtl="0" algn="ctr">
              <a:lnSpc>
                <a:spcPct val="90000"/>
              </a:lnSpc>
              <a:spcBef>
                <a:spcPts val="1500"/>
              </a:spcBef>
              <a:spcAft>
                <a:spcPts val="0"/>
              </a:spcAft>
              <a:buClr>
                <a:schemeClr val="lt1"/>
              </a:buClr>
              <a:buSzPts val="3600"/>
              <a:buNone/>
              <a:defRPr sz="3600">
                <a:solidFill>
                  <a:schemeClr val="lt1"/>
                </a:solidFill>
              </a:defRPr>
            </a:lvl1pPr>
            <a:lvl2pPr indent="-228600" lvl="1" marL="914400" rtl="0" algn="l">
              <a:lnSpc>
                <a:spcPct val="90000"/>
              </a:lnSpc>
              <a:spcBef>
                <a:spcPts val="750"/>
              </a:spcBef>
              <a:spcAft>
                <a:spcPts val="0"/>
              </a:spcAft>
              <a:buClr>
                <a:schemeClr val="dk1"/>
              </a:buClr>
              <a:buSzPts val="2100"/>
              <a:buNone/>
              <a:defRPr sz="2100"/>
            </a:lvl2pPr>
            <a:lvl3pPr indent="-228600" lvl="2" marL="1371600" rtl="0" algn="l">
              <a:lnSpc>
                <a:spcPct val="90000"/>
              </a:lnSpc>
              <a:spcBef>
                <a:spcPts val="750"/>
              </a:spcBef>
              <a:spcAft>
                <a:spcPts val="0"/>
              </a:spcAft>
              <a:buClr>
                <a:schemeClr val="dk1"/>
              </a:buClr>
              <a:buSzPts val="1800"/>
              <a:buNone/>
              <a:defRPr sz="1800"/>
            </a:lvl3pPr>
            <a:lvl4pPr indent="-228600" lvl="3" marL="1828800" rtl="0" algn="l">
              <a:lnSpc>
                <a:spcPct val="90000"/>
              </a:lnSpc>
              <a:spcBef>
                <a:spcPts val="750"/>
              </a:spcBef>
              <a:spcAft>
                <a:spcPts val="0"/>
              </a:spcAft>
              <a:buClr>
                <a:schemeClr val="dk1"/>
              </a:buClr>
              <a:buSzPts val="1500"/>
              <a:buNone/>
              <a:defRPr sz="1500"/>
            </a:lvl4pPr>
            <a:lvl5pPr indent="-228600" lvl="4" marL="2286000" rtl="0" algn="l">
              <a:lnSpc>
                <a:spcPct val="90000"/>
              </a:lnSpc>
              <a:spcBef>
                <a:spcPts val="750"/>
              </a:spcBef>
              <a:spcAft>
                <a:spcPts val="0"/>
              </a:spcAft>
              <a:buClr>
                <a:schemeClr val="dk1"/>
              </a:buClr>
              <a:buSzPts val="1500"/>
              <a:buNone/>
              <a:defRPr sz="1500"/>
            </a:lvl5pPr>
            <a:lvl6pPr indent="-228600" lvl="5" marL="2743200" rtl="0" algn="l">
              <a:lnSpc>
                <a:spcPct val="90000"/>
              </a:lnSpc>
              <a:spcBef>
                <a:spcPts val="750"/>
              </a:spcBef>
              <a:spcAft>
                <a:spcPts val="0"/>
              </a:spcAft>
              <a:buClr>
                <a:schemeClr val="dk1"/>
              </a:buClr>
              <a:buSzPts val="1500"/>
              <a:buNone/>
              <a:defRPr sz="1500"/>
            </a:lvl6pPr>
            <a:lvl7pPr indent="-228600" lvl="6" marL="3200400" rtl="0" algn="l">
              <a:lnSpc>
                <a:spcPct val="90000"/>
              </a:lnSpc>
              <a:spcBef>
                <a:spcPts val="750"/>
              </a:spcBef>
              <a:spcAft>
                <a:spcPts val="0"/>
              </a:spcAft>
              <a:buClr>
                <a:schemeClr val="dk1"/>
              </a:buClr>
              <a:buSzPts val="1500"/>
              <a:buNone/>
              <a:defRPr sz="1500"/>
            </a:lvl7pPr>
            <a:lvl8pPr indent="-228600" lvl="7" marL="3657600" rtl="0" algn="l">
              <a:lnSpc>
                <a:spcPct val="90000"/>
              </a:lnSpc>
              <a:spcBef>
                <a:spcPts val="750"/>
              </a:spcBef>
              <a:spcAft>
                <a:spcPts val="0"/>
              </a:spcAft>
              <a:buClr>
                <a:schemeClr val="dk1"/>
              </a:buClr>
              <a:buSzPts val="1500"/>
              <a:buNone/>
              <a:defRPr sz="1500"/>
            </a:lvl8pPr>
            <a:lvl9pPr indent="-228600" lvl="8" marL="4114800" rtl="0" algn="l">
              <a:lnSpc>
                <a:spcPct val="90000"/>
              </a:lnSpc>
              <a:spcBef>
                <a:spcPts val="750"/>
              </a:spcBef>
              <a:spcAft>
                <a:spcPts val="0"/>
              </a:spcAft>
              <a:buClr>
                <a:schemeClr val="dk1"/>
              </a:buClr>
              <a:buSzPts val="1500"/>
              <a:buNone/>
              <a:defRPr sz="1500"/>
            </a:lvl9pPr>
          </a:lstStyle>
          <a:p/>
        </p:txBody>
      </p:sp>
      <p:pic>
        <p:nvPicPr>
          <p:cNvPr id="190" name="Google Shape;190;p23"/>
          <p:cNvPicPr preferRelativeResize="0"/>
          <p:nvPr/>
        </p:nvPicPr>
        <p:blipFill rotWithShape="1">
          <a:blip r:embed="rId2">
            <a:alphaModFix/>
          </a:blip>
          <a:srcRect b="0" l="0" r="0" t="0"/>
          <a:stretch/>
        </p:blipFill>
        <p:spPr>
          <a:xfrm>
            <a:off x="12479628" y="441265"/>
            <a:ext cx="2472744" cy="559952"/>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191" name="Shape 191"/>
        <p:cNvGrpSpPr/>
        <p:nvPr/>
      </p:nvGrpSpPr>
      <p:grpSpPr>
        <a:xfrm>
          <a:off x="0" y="0"/>
          <a:ext cx="0" cy="0"/>
          <a:chOff x="0" y="0"/>
          <a:chExt cx="0" cy="0"/>
        </a:xfrm>
      </p:grpSpPr>
      <p:sp>
        <p:nvSpPr>
          <p:cNvPr id="192" name="Google Shape;192;p24"/>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93" name="Google Shape;193;p24"/>
          <p:cNvSpPr txBox="1"/>
          <p:nvPr>
            <p:ph idx="1" type="body"/>
          </p:nvPr>
        </p:nvSpPr>
        <p:spPr>
          <a:xfrm>
            <a:off x="1042988" y="2493893"/>
            <a:ext cx="16771500" cy="65280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500"/>
              </a:spcBef>
              <a:spcAft>
                <a:spcPts val="0"/>
              </a:spcAft>
              <a:buClr>
                <a:schemeClr val="dk1"/>
              </a:buClr>
              <a:buSzPts val="1800"/>
              <a:buChar char="•"/>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194" name="Google Shape;194;p24"/>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95" name="Google Shape;195;p24"/>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96" name="Google Shape;196;p24"/>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sz="1800">
                <a:solidFill>
                  <a:srgbClr val="919091"/>
                </a:solidFill>
              </a:defRPr>
            </a:lvl1pPr>
            <a:lvl2pPr indent="0" lvl="1" marL="0" rtl="0" algn="r">
              <a:spcBef>
                <a:spcPts val="0"/>
              </a:spcBef>
              <a:buNone/>
              <a:defRPr sz="1800">
                <a:solidFill>
                  <a:srgbClr val="919091"/>
                </a:solidFill>
              </a:defRPr>
            </a:lvl2pPr>
            <a:lvl3pPr indent="0" lvl="2" marL="0" rtl="0" algn="r">
              <a:spcBef>
                <a:spcPts val="0"/>
              </a:spcBef>
              <a:buNone/>
              <a:defRPr sz="1800">
                <a:solidFill>
                  <a:srgbClr val="919091"/>
                </a:solidFill>
              </a:defRPr>
            </a:lvl3pPr>
            <a:lvl4pPr indent="0" lvl="3" marL="0" rtl="0" algn="r">
              <a:spcBef>
                <a:spcPts val="0"/>
              </a:spcBef>
              <a:buNone/>
              <a:defRPr sz="1800">
                <a:solidFill>
                  <a:srgbClr val="919091"/>
                </a:solidFill>
              </a:defRPr>
            </a:lvl4pPr>
            <a:lvl5pPr indent="0" lvl="4" marL="0" rtl="0" algn="r">
              <a:spcBef>
                <a:spcPts val="0"/>
              </a:spcBef>
              <a:buNone/>
              <a:defRPr sz="1800">
                <a:solidFill>
                  <a:srgbClr val="919091"/>
                </a:solidFill>
              </a:defRPr>
            </a:lvl5pPr>
            <a:lvl6pPr indent="0" lvl="5" marL="0" rtl="0" algn="r">
              <a:spcBef>
                <a:spcPts val="0"/>
              </a:spcBef>
              <a:buNone/>
              <a:defRPr sz="1800">
                <a:solidFill>
                  <a:srgbClr val="919091"/>
                </a:solidFill>
              </a:defRPr>
            </a:lvl6pPr>
            <a:lvl7pPr indent="0" lvl="6" marL="0" rtl="0" algn="r">
              <a:spcBef>
                <a:spcPts val="0"/>
              </a:spcBef>
              <a:buNone/>
              <a:defRPr sz="1800">
                <a:solidFill>
                  <a:srgbClr val="919091"/>
                </a:solidFill>
              </a:defRPr>
            </a:lvl7pPr>
            <a:lvl8pPr indent="0" lvl="7" marL="0" rtl="0" algn="r">
              <a:spcBef>
                <a:spcPts val="0"/>
              </a:spcBef>
              <a:buNone/>
              <a:defRPr sz="1800">
                <a:solidFill>
                  <a:srgbClr val="919091"/>
                </a:solidFill>
              </a:defRPr>
            </a:lvl8pPr>
            <a:lvl9pPr indent="0" lvl="8" marL="0" rtl="0" algn="r">
              <a:spcBef>
                <a:spcPts val="0"/>
              </a:spcBef>
              <a:buNone/>
              <a:defRPr sz="1800">
                <a:solidFill>
                  <a:srgbClr val="91909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00" name="Shape 200"/>
        <p:cNvGrpSpPr/>
        <p:nvPr/>
      </p:nvGrpSpPr>
      <p:grpSpPr>
        <a:xfrm>
          <a:off x="0" y="0"/>
          <a:ext cx="0" cy="0"/>
          <a:chOff x="0" y="0"/>
          <a:chExt cx="0" cy="0"/>
        </a:xfrm>
      </p:grpSpPr>
      <p:grpSp>
        <p:nvGrpSpPr>
          <p:cNvPr id="201" name="Google Shape;201;p26"/>
          <p:cNvGrpSpPr/>
          <p:nvPr/>
        </p:nvGrpSpPr>
        <p:grpSpPr>
          <a:xfrm>
            <a:off x="0" y="-1"/>
            <a:ext cx="18288000" cy="10288845"/>
            <a:chOff x="0" y="-1"/>
            <a:chExt cx="9144000" cy="5143651"/>
          </a:xfrm>
        </p:grpSpPr>
        <p:sp>
          <p:nvSpPr>
            <p:cNvPr id="202" name="Google Shape;202;p26"/>
            <p:cNvSpPr/>
            <p:nvPr/>
          </p:nvSpPr>
          <p:spPr>
            <a:xfrm>
              <a:off x="720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03" name="Google Shape;203;p26"/>
            <p:cNvSpPr/>
            <p:nvPr/>
          </p:nvSpPr>
          <p:spPr>
            <a:xfrm>
              <a:off x="720000" y="964405"/>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04" name="Google Shape;204;p26"/>
            <p:cNvSpPr/>
            <p:nvPr/>
          </p:nvSpPr>
          <p:spPr>
            <a:xfrm>
              <a:off x="720000" y="1285873"/>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05" name="Google Shape;205;p26"/>
            <p:cNvSpPr/>
            <p:nvPr/>
          </p:nvSpPr>
          <p:spPr>
            <a:xfrm>
              <a:off x="720000" y="160734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06" name="Google Shape;206;p26"/>
            <p:cNvSpPr/>
            <p:nvPr/>
          </p:nvSpPr>
          <p:spPr>
            <a:xfrm>
              <a:off x="720000" y="1928810"/>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07" name="Google Shape;207;p26"/>
            <p:cNvSpPr/>
            <p:nvPr/>
          </p:nvSpPr>
          <p:spPr>
            <a:xfrm>
              <a:off x="720000" y="225027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08" name="Google Shape;208;p26"/>
            <p:cNvSpPr/>
            <p:nvPr/>
          </p:nvSpPr>
          <p:spPr>
            <a:xfrm>
              <a:off x="720000" y="257174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09" name="Google Shape;209;p26"/>
            <p:cNvSpPr/>
            <p:nvPr/>
          </p:nvSpPr>
          <p:spPr>
            <a:xfrm>
              <a:off x="720000" y="2893215"/>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10" name="Google Shape;210;p26"/>
            <p:cNvSpPr/>
            <p:nvPr/>
          </p:nvSpPr>
          <p:spPr>
            <a:xfrm>
              <a:off x="720000" y="321468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11" name="Google Shape;211;p26"/>
            <p:cNvSpPr/>
            <p:nvPr/>
          </p:nvSpPr>
          <p:spPr>
            <a:xfrm>
              <a:off x="720000" y="353615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12" name="Google Shape;212;p26"/>
            <p:cNvSpPr/>
            <p:nvPr/>
          </p:nvSpPr>
          <p:spPr>
            <a:xfrm>
              <a:off x="720000" y="3857620"/>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13" name="Google Shape;213;p26"/>
            <p:cNvSpPr/>
            <p:nvPr/>
          </p:nvSpPr>
          <p:spPr>
            <a:xfrm>
              <a:off x="720000" y="417908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14" name="Google Shape;214;p26"/>
            <p:cNvSpPr/>
            <p:nvPr/>
          </p:nvSpPr>
          <p:spPr>
            <a:xfrm>
              <a:off x="720000" y="321468"/>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15" name="Google Shape;215;p26"/>
            <p:cNvSpPr/>
            <p:nvPr/>
          </p:nvSpPr>
          <p:spPr>
            <a:xfrm>
              <a:off x="720000" y="0"/>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16" name="Google Shape;216;p26"/>
            <p:cNvSpPr/>
            <p:nvPr/>
          </p:nvSpPr>
          <p:spPr>
            <a:xfrm>
              <a:off x="720000" y="450055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17" name="Google Shape;217;p26"/>
            <p:cNvSpPr/>
            <p:nvPr/>
          </p:nvSpPr>
          <p:spPr>
            <a:xfrm>
              <a:off x="720000" y="4822025"/>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18" name="Google Shape;218;p26"/>
            <p:cNvSpPr/>
            <p:nvPr/>
          </p:nvSpPr>
          <p:spPr>
            <a:xfrm>
              <a:off x="1041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19" name="Google Shape;219;p26"/>
            <p:cNvSpPr/>
            <p:nvPr/>
          </p:nvSpPr>
          <p:spPr>
            <a:xfrm>
              <a:off x="2004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20" name="Google Shape;220;p26"/>
            <p:cNvSpPr/>
            <p:nvPr/>
          </p:nvSpPr>
          <p:spPr>
            <a:xfrm>
              <a:off x="1683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21" name="Google Shape;221;p26"/>
            <p:cNvSpPr/>
            <p:nvPr/>
          </p:nvSpPr>
          <p:spPr>
            <a:xfrm>
              <a:off x="1362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22" name="Google Shape;222;p26"/>
            <p:cNvSpPr/>
            <p:nvPr/>
          </p:nvSpPr>
          <p:spPr>
            <a:xfrm>
              <a:off x="2325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23" name="Google Shape;223;p26"/>
            <p:cNvSpPr/>
            <p:nvPr/>
          </p:nvSpPr>
          <p:spPr>
            <a:xfrm>
              <a:off x="3288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24" name="Google Shape;224;p26"/>
            <p:cNvSpPr/>
            <p:nvPr/>
          </p:nvSpPr>
          <p:spPr>
            <a:xfrm>
              <a:off x="2967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25" name="Google Shape;225;p26"/>
            <p:cNvSpPr/>
            <p:nvPr/>
          </p:nvSpPr>
          <p:spPr>
            <a:xfrm>
              <a:off x="2646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26" name="Google Shape;226;p26"/>
            <p:cNvSpPr/>
            <p:nvPr/>
          </p:nvSpPr>
          <p:spPr>
            <a:xfrm>
              <a:off x="3609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27" name="Google Shape;227;p26"/>
            <p:cNvSpPr/>
            <p:nvPr/>
          </p:nvSpPr>
          <p:spPr>
            <a:xfrm>
              <a:off x="4572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28" name="Google Shape;228;p26"/>
            <p:cNvSpPr/>
            <p:nvPr/>
          </p:nvSpPr>
          <p:spPr>
            <a:xfrm>
              <a:off x="4251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29" name="Google Shape;229;p26"/>
            <p:cNvSpPr/>
            <p:nvPr/>
          </p:nvSpPr>
          <p:spPr>
            <a:xfrm>
              <a:off x="3930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30" name="Google Shape;230;p26"/>
            <p:cNvSpPr/>
            <p:nvPr/>
          </p:nvSpPr>
          <p:spPr>
            <a:xfrm>
              <a:off x="4893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31" name="Google Shape;231;p26"/>
            <p:cNvSpPr/>
            <p:nvPr/>
          </p:nvSpPr>
          <p:spPr>
            <a:xfrm>
              <a:off x="5856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32" name="Google Shape;232;p26"/>
            <p:cNvSpPr/>
            <p:nvPr/>
          </p:nvSpPr>
          <p:spPr>
            <a:xfrm>
              <a:off x="5535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33" name="Google Shape;233;p26"/>
            <p:cNvSpPr/>
            <p:nvPr/>
          </p:nvSpPr>
          <p:spPr>
            <a:xfrm>
              <a:off x="5214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34" name="Google Shape;234;p26"/>
            <p:cNvSpPr/>
            <p:nvPr/>
          </p:nvSpPr>
          <p:spPr>
            <a:xfrm>
              <a:off x="6177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35" name="Google Shape;235;p26"/>
            <p:cNvSpPr/>
            <p:nvPr/>
          </p:nvSpPr>
          <p:spPr>
            <a:xfrm>
              <a:off x="7140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36" name="Google Shape;236;p26"/>
            <p:cNvSpPr/>
            <p:nvPr/>
          </p:nvSpPr>
          <p:spPr>
            <a:xfrm>
              <a:off x="6819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37" name="Google Shape;237;p26"/>
            <p:cNvSpPr/>
            <p:nvPr/>
          </p:nvSpPr>
          <p:spPr>
            <a:xfrm>
              <a:off x="6498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38" name="Google Shape;238;p26"/>
            <p:cNvSpPr/>
            <p:nvPr/>
          </p:nvSpPr>
          <p:spPr>
            <a:xfrm>
              <a:off x="7461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39" name="Google Shape;239;p26"/>
            <p:cNvSpPr/>
            <p:nvPr/>
          </p:nvSpPr>
          <p:spPr>
            <a:xfrm>
              <a:off x="8103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40" name="Google Shape;240;p26"/>
            <p:cNvSpPr/>
            <p:nvPr/>
          </p:nvSpPr>
          <p:spPr>
            <a:xfrm>
              <a:off x="7782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41" name="Google Shape;241;p26"/>
            <p:cNvSpPr/>
            <p:nvPr/>
          </p:nvSpPr>
          <p:spPr>
            <a:xfrm>
              <a:off x="8424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42" name="Google Shape;242;p26"/>
            <p:cNvSpPr/>
            <p:nvPr/>
          </p:nvSpPr>
          <p:spPr>
            <a:xfrm>
              <a:off x="8745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43" name="Google Shape;243;p26"/>
            <p:cNvSpPr/>
            <p:nvPr/>
          </p:nvSpPr>
          <p:spPr>
            <a:xfrm>
              <a:off x="399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44" name="Google Shape;244;p26"/>
            <p:cNvSpPr/>
            <p:nvPr/>
          </p:nvSpPr>
          <p:spPr>
            <a:xfrm>
              <a:off x="78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45" name="Google Shape;245;p26"/>
            <p:cNvSpPr/>
            <p:nvPr/>
          </p:nvSpPr>
          <p:spPr>
            <a:xfrm>
              <a:off x="1041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46" name="Google Shape;246;p26"/>
            <p:cNvSpPr/>
            <p:nvPr/>
          </p:nvSpPr>
          <p:spPr>
            <a:xfrm>
              <a:off x="2004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47" name="Google Shape;247;p26"/>
            <p:cNvSpPr/>
            <p:nvPr/>
          </p:nvSpPr>
          <p:spPr>
            <a:xfrm>
              <a:off x="1683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48" name="Google Shape;248;p26"/>
            <p:cNvSpPr/>
            <p:nvPr/>
          </p:nvSpPr>
          <p:spPr>
            <a:xfrm>
              <a:off x="1362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49" name="Google Shape;249;p26"/>
            <p:cNvSpPr/>
            <p:nvPr/>
          </p:nvSpPr>
          <p:spPr>
            <a:xfrm>
              <a:off x="2325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50" name="Google Shape;250;p26"/>
            <p:cNvSpPr/>
            <p:nvPr/>
          </p:nvSpPr>
          <p:spPr>
            <a:xfrm>
              <a:off x="3288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51" name="Google Shape;251;p26"/>
            <p:cNvSpPr/>
            <p:nvPr/>
          </p:nvSpPr>
          <p:spPr>
            <a:xfrm>
              <a:off x="2967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52" name="Google Shape;252;p26"/>
            <p:cNvSpPr/>
            <p:nvPr/>
          </p:nvSpPr>
          <p:spPr>
            <a:xfrm>
              <a:off x="2646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53" name="Google Shape;253;p26"/>
            <p:cNvSpPr/>
            <p:nvPr/>
          </p:nvSpPr>
          <p:spPr>
            <a:xfrm>
              <a:off x="3609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54" name="Google Shape;254;p26"/>
            <p:cNvSpPr/>
            <p:nvPr/>
          </p:nvSpPr>
          <p:spPr>
            <a:xfrm>
              <a:off x="4572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55" name="Google Shape;255;p26"/>
            <p:cNvSpPr/>
            <p:nvPr/>
          </p:nvSpPr>
          <p:spPr>
            <a:xfrm>
              <a:off x="4251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56" name="Google Shape;256;p26"/>
            <p:cNvSpPr/>
            <p:nvPr/>
          </p:nvSpPr>
          <p:spPr>
            <a:xfrm>
              <a:off x="3930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57" name="Google Shape;257;p26"/>
            <p:cNvSpPr/>
            <p:nvPr/>
          </p:nvSpPr>
          <p:spPr>
            <a:xfrm>
              <a:off x="4893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58" name="Google Shape;258;p26"/>
            <p:cNvSpPr/>
            <p:nvPr/>
          </p:nvSpPr>
          <p:spPr>
            <a:xfrm>
              <a:off x="5856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59" name="Google Shape;259;p26"/>
            <p:cNvSpPr/>
            <p:nvPr/>
          </p:nvSpPr>
          <p:spPr>
            <a:xfrm>
              <a:off x="5535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60" name="Google Shape;260;p26"/>
            <p:cNvSpPr/>
            <p:nvPr/>
          </p:nvSpPr>
          <p:spPr>
            <a:xfrm>
              <a:off x="5214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61" name="Google Shape;261;p26"/>
            <p:cNvSpPr/>
            <p:nvPr/>
          </p:nvSpPr>
          <p:spPr>
            <a:xfrm>
              <a:off x="6177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62" name="Google Shape;262;p26"/>
            <p:cNvSpPr/>
            <p:nvPr/>
          </p:nvSpPr>
          <p:spPr>
            <a:xfrm>
              <a:off x="7140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63" name="Google Shape;263;p26"/>
            <p:cNvSpPr/>
            <p:nvPr/>
          </p:nvSpPr>
          <p:spPr>
            <a:xfrm>
              <a:off x="6819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64" name="Google Shape;264;p26"/>
            <p:cNvSpPr/>
            <p:nvPr/>
          </p:nvSpPr>
          <p:spPr>
            <a:xfrm>
              <a:off x="6498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65" name="Google Shape;265;p26"/>
            <p:cNvSpPr/>
            <p:nvPr/>
          </p:nvSpPr>
          <p:spPr>
            <a:xfrm>
              <a:off x="7461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66" name="Google Shape;266;p26"/>
            <p:cNvSpPr/>
            <p:nvPr/>
          </p:nvSpPr>
          <p:spPr>
            <a:xfrm>
              <a:off x="8103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67" name="Google Shape;267;p26"/>
            <p:cNvSpPr/>
            <p:nvPr/>
          </p:nvSpPr>
          <p:spPr>
            <a:xfrm>
              <a:off x="7782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68" name="Google Shape;268;p26"/>
            <p:cNvSpPr/>
            <p:nvPr/>
          </p:nvSpPr>
          <p:spPr>
            <a:xfrm>
              <a:off x="8424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69" name="Google Shape;269;p26"/>
            <p:cNvSpPr/>
            <p:nvPr/>
          </p:nvSpPr>
          <p:spPr>
            <a:xfrm>
              <a:off x="8745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70" name="Google Shape;270;p26"/>
            <p:cNvSpPr/>
            <p:nvPr/>
          </p:nvSpPr>
          <p:spPr>
            <a:xfrm>
              <a:off x="399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71" name="Google Shape;271;p26"/>
            <p:cNvSpPr/>
            <p:nvPr/>
          </p:nvSpPr>
          <p:spPr>
            <a:xfrm>
              <a:off x="78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72" name="Google Shape;272;p26"/>
            <p:cNvSpPr/>
            <p:nvPr/>
          </p:nvSpPr>
          <p:spPr>
            <a:xfrm>
              <a:off x="1041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73" name="Google Shape;273;p26"/>
            <p:cNvSpPr/>
            <p:nvPr/>
          </p:nvSpPr>
          <p:spPr>
            <a:xfrm>
              <a:off x="2004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74" name="Google Shape;274;p26"/>
            <p:cNvSpPr/>
            <p:nvPr/>
          </p:nvSpPr>
          <p:spPr>
            <a:xfrm>
              <a:off x="1683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75" name="Google Shape;275;p26"/>
            <p:cNvSpPr/>
            <p:nvPr/>
          </p:nvSpPr>
          <p:spPr>
            <a:xfrm>
              <a:off x="1362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76" name="Google Shape;276;p26"/>
            <p:cNvSpPr/>
            <p:nvPr/>
          </p:nvSpPr>
          <p:spPr>
            <a:xfrm>
              <a:off x="2325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77" name="Google Shape;277;p26"/>
            <p:cNvSpPr/>
            <p:nvPr/>
          </p:nvSpPr>
          <p:spPr>
            <a:xfrm>
              <a:off x="3288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78" name="Google Shape;278;p26"/>
            <p:cNvSpPr/>
            <p:nvPr/>
          </p:nvSpPr>
          <p:spPr>
            <a:xfrm>
              <a:off x="2967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79" name="Google Shape;279;p26"/>
            <p:cNvSpPr/>
            <p:nvPr/>
          </p:nvSpPr>
          <p:spPr>
            <a:xfrm>
              <a:off x="2646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80" name="Google Shape;280;p26"/>
            <p:cNvSpPr/>
            <p:nvPr/>
          </p:nvSpPr>
          <p:spPr>
            <a:xfrm>
              <a:off x="3609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81" name="Google Shape;281;p26"/>
            <p:cNvSpPr/>
            <p:nvPr/>
          </p:nvSpPr>
          <p:spPr>
            <a:xfrm>
              <a:off x="4572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82" name="Google Shape;282;p26"/>
            <p:cNvSpPr/>
            <p:nvPr/>
          </p:nvSpPr>
          <p:spPr>
            <a:xfrm>
              <a:off x="4251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83" name="Google Shape;283;p26"/>
            <p:cNvSpPr/>
            <p:nvPr/>
          </p:nvSpPr>
          <p:spPr>
            <a:xfrm>
              <a:off x="3930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84" name="Google Shape;284;p26"/>
            <p:cNvSpPr/>
            <p:nvPr/>
          </p:nvSpPr>
          <p:spPr>
            <a:xfrm>
              <a:off x="4893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85" name="Google Shape;285;p26"/>
            <p:cNvSpPr/>
            <p:nvPr/>
          </p:nvSpPr>
          <p:spPr>
            <a:xfrm>
              <a:off x="5856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86" name="Google Shape;286;p26"/>
            <p:cNvSpPr/>
            <p:nvPr/>
          </p:nvSpPr>
          <p:spPr>
            <a:xfrm>
              <a:off x="5535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87" name="Google Shape;287;p26"/>
            <p:cNvSpPr/>
            <p:nvPr/>
          </p:nvSpPr>
          <p:spPr>
            <a:xfrm>
              <a:off x="5214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88" name="Google Shape;288;p26"/>
            <p:cNvSpPr/>
            <p:nvPr/>
          </p:nvSpPr>
          <p:spPr>
            <a:xfrm>
              <a:off x="6177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89" name="Google Shape;289;p26"/>
            <p:cNvSpPr/>
            <p:nvPr/>
          </p:nvSpPr>
          <p:spPr>
            <a:xfrm>
              <a:off x="7140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90" name="Google Shape;290;p26"/>
            <p:cNvSpPr/>
            <p:nvPr/>
          </p:nvSpPr>
          <p:spPr>
            <a:xfrm>
              <a:off x="6819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91" name="Google Shape;291;p26"/>
            <p:cNvSpPr/>
            <p:nvPr/>
          </p:nvSpPr>
          <p:spPr>
            <a:xfrm>
              <a:off x="6498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92" name="Google Shape;292;p26"/>
            <p:cNvSpPr/>
            <p:nvPr/>
          </p:nvSpPr>
          <p:spPr>
            <a:xfrm>
              <a:off x="7461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93" name="Google Shape;293;p26"/>
            <p:cNvSpPr/>
            <p:nvPr/>
          </p:nvSpPr>
          <p:spPr>
            <a:xfrm>
              <a:off x="8103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94" name="Google Shape;294;p26"/>
            <p:cNvSpPr/>
            <p:nvPr/>
          </p:nvSpPr>
          <p:spPr>
            <a:xfrm>
              <a:off x="7782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95" name="Google Shape;295;p26"/>
            <p:cNvSpPr/>
            <p:nvPr/>
          </p:nvSpPr>
          <p:spPr>
            <a:xfrm>
              <a:off x="8424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96" name="Google Shape;296;p26"/>
            <p:cNvSpPr/>
            <p:nvPr/>
          </p:nvSpPr>
          <p:spPr>
            <a:xfrm>
              <a:off x="8745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97" name="Google Shape;297;p26"/>
            <p:cNvSpPr/>
            <p:nvPr/>
          </p:nvSpPr>
          <p:spPr>
            <a:xfrm>
              <a:off x="399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98" name="Google Shape;298;p26"/>
            <p:cNvSpPr/>
            <p:nvPr/>
          </p:nvSpPr>
          <p:spPr>
            <a:xfrm>
              <a:off x="78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99" name="Google Shape;299;p26"/>
            <p:cNvSpPr/>
            <p:nvPr/>
          </p:nvSpPr>
          <p:spPr>
            <a:xfrm>
              <a:off x="1041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00" name="Google Shape;300;p26"/>
            <p:cNvSpPr/>
            <p:nvPr/>
          </p:nvSpPr>
          <p:spPr>
            <a:xfrm>
              <a:off x="2004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01" name="Google Shape;301;p26"/>
            <p:cNvSpPr/>
            <p:nvPr/>
          </p:nvSpPr>
          <p:spPr>
            <a:xfrm>
              <a:off x="1683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02" name="Google Shape;302;p26"/>
            <p:cNvSpPr/>
            <p:nvPr/>
          </p:nvSpPr>
          <p:spPr>
            <a:xfrm>
              <a:off x="1362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03" name="Google Shape;303;p26"/>
            <p:cNvSpPr/>
            <p:nvPr/>
          </p:nvSpPr>
          <p:spPr>
            <a:xfrm>
              <a:off x="2325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04" name="Google Shape;304;p26"/>
            <p:cNvSpPr/>
            <p:nvPr/>
          </p:nvSpPr>
          <p:spPr>
            <a:xfrm>
              <a:off x="3288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05" name="Google Shape;305;p26"/>
            <p:cNvSpPr/>
            <p:nvPr/>
          </p:nvSpPr>
          <p:spPr>
            <a:xfrm>
              <a:off x="2967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06" name="Google Shape;306;p26"/>
            <p:cNvSpPr/>
            <p:nvPr/>
          </p:nvSpPr>
          <p:spPr>
            <a:xfrm>
              <a:off x="2646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07" name="Google Shape;307;p26"/>
            <p:cNvSpPr/>
            <p:nvPr/>
          </p:nvSpPr>
          <p:spPr>
            <a:xfrm>
              <a:off x="3609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08" name="Google Shape;308;p26"/>
            <p:cNvSpPr/>
            <p:nvPr/>
          </p:nvSpPr>
          <p:spPr>
            <a:xfrm>
              <a:off x="4572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09" name="Google Shape;309;p26"/>
            <p:cNvSpPr/>
            <p:nvPr/>
          </p:nvSpPr>
          <p:spPr>
            <a:xfrm>
              <a:off x="4251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10" name="Google Shape;310;p26"/>
            <p:cNvSpPr/>
            <p:nvPr/>
          </p:nvSpPr>
          <p:spPr>
            <a:xfrm>
              <a:off x="3930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11" name="Google Shape;311;p26"/>
            <p:cNvSpPr/>
            <p:nvPr/>
          </p:nvSpPr>
          <p:spPr>
            <a:xfrm>
              <a:off x="4893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12" name="Google Shape;312;p26"/>
            <p:cNvSpPr/>
            <p:nvPr/>
          </p:nvSpPr>
          <p:spPr>
            <a:xfrm>
              <a:off x="5856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13" name="Google Shape;313;p26"/>
            <p:cNvSpPr/>
            <p:nvPr/>
          </p:nvSpPr>
          <p:spPr>
            <a:xfrm>
              <a:off x="5535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14" name="Google Shape;314;p26"/>
            <p:cNvSpPr/>
            <p:nvPr/>
          </p:nvSpPr>
          <p:spPr>
            <a:xfrm>
              <a:off x="5214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15" name="Google Shape;315;p26"/>
            <p:cNvSpPr/>
            <p:nvPr/>
          </p:nvSpPr>
          <p:spPr>
            <a:xfrm>
              <a:off x="6177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16" name="Google Shape;316;p26"/>
            <p:cNvSpPr/>
            <p:nvPr/>
          </p:nvSpPr>
          <p:spPr>
            <a:xfrm>
              <a:off x="7140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17" name="Google Shape;317;p26"/>
            <p:cNvSpPr/>
            <p:nvPr/>
          </p:nvSpPr>
          <p:spPr>
            <a:xfrm>
              <a:off x="6819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18" name="Google Shape;318;p26"/>
            <p:cNvSpPr/>
            <p:nvPr/>
          </p:nvSpPr>
          <p:spPr>
            <a:xfrm>
              <a:off x="6498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19" name="Google Shape;319;p26"/>
            <p:cNvSpPr/>
            <p:nvPr/>
          </p:nvSpPr>
          <p:spPr>
            <a:xfrm>
              <a:off x="7461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20" name="Google Shape;320;p26"/>
            <p:cNvSpPr/>
            <p:nvPr/>
          </p:nvSpPr>
          <p:spPr>
            <a:xfrm>
              <a:off x="8103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21" name="Google Shape;321;p26"/>
            <p:cNvSpPr/>
            <p:nvPr/>
          </p:nvSpPr>
          <p:spPr>
            <a:xfrm>
              <a:off x="7782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22" name="Google Shape;322;p26"/>
            <p:cNvSpPr/>
            <p:nvPr/>
          </p:nvSpPr>
          <p:spPr>
            <a:xfrm>
              <a:off x="8424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23" name="Google Shape;323;p26"/>
            <p:cNvSpPr/>
            <p:nvPr/>
          </p:nvSpPr>
          <p:spPr>
            <a:xfrm>
              <a:off x="8745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24" name="Google Shape;324;p26"/>
            <p:cNvSpPr/>
            <p:nvPr/>
          </p:nvSpPr>
          <p:spPr>
            <a:xfrm>
              <a:off x="399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25" name="Google Shape;325;p26"/>
            <p:cNvSpPr/>
            <p:nvPr/>
          </p:nvSpPr>
          <p:spPr>
            <a:xfrm>
              <a:off x="78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26" name="Google Shape;326;p26"/>
            <p:cNvSpPr/>
            <p:nvPr/>
          </p:nvSpPr>
          <p:spPr>
            <a:xfrm>
              <a:off x="1041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27" name="Google Shape;327;p26"/>
            <p:cNvSpPr/>
            <p:nvPr/>
          </p:nvSpPr>
          <p:spPr>
            <a:xfrm>
              <a:off x="2004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28" name="Google Shape;328;p26"/>
            <p:cNvSpPr/>
            <p:nvPr/>
          </p:nvSpPr>
          <p:spPr>
            <a:xfrm>
              <a:off x="1683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29" name="Google Shape;329;p26"/>
            <p:cNvSpPr/>
            <p:nvPr/>
          </p:nvSpPr>
          <p:spPr>
            <a:xfrm>
              <a:off x="1362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30" name="Google Shape;330;p26"/>
            <p:cNvSpPr/>
            <p:nvPr/>
          </p:nvSpPr>
          <p:spPr>
            <a:xfrm>
              <a:off x="2325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31" name="Google Shape;331;p26"/>
            <p:cNvSpPr/>
            <p:nvPr/>
          </p:nvSpPr>
          <p:spPr>
            <a:xfrm>
              <a:off x="3288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32" name="Google Shape;332;p26"/>
            <p:cNvSpPr/>
            <p:nvPr/>
          </p:nvSpPr>
          <p:spPr>
            <a:xfrm>
              <a:off x="2967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33" name="Google Shape;333;p26"/>
            <p:cNvSpPr/>
            <p:nvPr/>
          </p:nvSpPr>
          <p:spPr>
            <a:xfrm>
              <a:off x="2646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34" name="Google Shape;334;p26"/>
            <p:cNvSpPr/>
            <p:nvPr/>
          </p:nvSpPr>
          <p:spPr>
            <a:xfrm>
              <a:off x="3609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35" name="Google Shape;335;p26"/>
            <p:cNvSpPr/>
            <p:nvPr/>
          </p:nvSpPr>
          <p:spPr>
            <a:xfrm>
              <a:off x="4572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36" name="Google Shape;336;p26"/>
            <p:cNvSpPr/>
            <p:nvPr/>
          </p:nvSpPr>
          <p:spPr>
            <a:xfrm>
              <a:off x="4251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37" name="Google Shape;337;p26"/>
            <p:cNvSpPr/>
            <p:nvPr/>
          </p:nvSpPr>
          <p:spPr>
            <a:xfrm>
              <a:off x="3930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38" name="Google Shape;338;p26"/>
            <p:cNvSpPr/>
            <p:nvPr/>
          </p:nvSpPr>
          <p:spPr>
            <a:xfrm>
              <a:off x="4893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39" name="Google Shape;339;p26"/>
            <p:cNvSpPr/>
            <p:nvPr/>
          </p:nvSpPr>
          <p:spPr>
            <a:xfrm>
              <a:off x="5856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40" name="Google Shape;340;p26"/>
            <p:cNvSpPr/>
            <p:nvPr/>
          </p:nvSpPr>
          <p:spPr>
            <a:xfrm>
              <a:off x="5535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41" name="Google Shape;341;p26"/>
            <p:cNvSpPr/>
            <p:nvPr/>
          </p:nvSpPr>
          <p:spPr>
            <a:xfrm>
              <a:off x="5214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42" name="Google Shape;342;p26"/>
            <p:cNvSpPr/>
            <p:nvPr/>
          </p:nvSpPr>
          <p:spPr>
            <a:xfrm>
              <a:off x="6177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43" name="Google Shape;343;p26"/>
            <p:cNvSpPr/>
            <p:nvPr/>
          </p:nvSpPr>
          <p:spPr>
            <a:xfrm>
              <a:off x="7140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44" name="Google Shape;344;p26"/>
            <p:cNvSpPr/>
            <p:nvPr/>
          </p:nvSpPr>
          <p:spPr>
            <a:xfrm>
              <a:off x="6819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45" name="Google Shape;345;p26"/>
            <p:cNvSpPr/>
            <p:nvPr/>
          </p:nvSpPr>
          <p:spPr>
            <a:xfrm>
              <a:off x="6498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46" name="Google Shape;346;p26"/>
            <p:cNvSpPr/>
            <p:nvPr/>
          </p:nvSpPr>
          <p:spPr>
            <a:xfrm>
              <a:off x="7461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47" name="Google Shape;347;p26"/>
            <p:cNvSpPr/>
            <p:nvPr/>
          </p:nvSpPr>
          <p:spPr>
            <a:xfrm>
              <a:off x="8103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48" name="Google Shape;348;p26"/>
            <p:cNvSpPr/>
            <p:nvPr/>
          </p:nvSpPr>
          <p:spPr>
            <a:xfrm>
              <a:off x="7782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49" name="Google Shape;349;p26"/>
            <p:cNvSpPr/>
            <p:nvPr/>
          </p:nvSpPr>
          <p:spPr>
            <a:xfrm>
              <a:off x="8424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50" name="Google Shape;350;p26"/>
            <p:cNvSpPr/>
            <p:nvPr/>
          </p:nvSpPr>
          <p:spPr>
            <a:xfrm>
              <a:off x="8745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51" name="Google Shape;351;p26"/>
            <p:cNvSpPr/>
            <p:nvPr/>
          </p:nvSpPr>
          <p:spPr>
            <a:xfrm>
              <a:off x="399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52" name="Google Shape;352;p26"/>
            <p:cNvSpPr/>
            <p:nvPr/>
          </p:nvSpPr>
          <p:spPr>
            <a:xfrm>
              <a:off x="78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53" name="Google Shape;353;p26"/>
            <p:cNvSpPr/>
            <p:nvPr/>
          </p:nvSpPr>
          <p:spPr>
            <a:xfrm>
              <a:off x="1041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54" name="Google Shape;354;p26"/>
            <p:cNvSpPr/>
            <p:nvPr/>
          </p:nvSpPr>
          <p:spPr>
            <a:xfrm>
              <a:off x="2004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55" name="Google Shape;355;p26"/>
            <p:cNvSpPr/>
            <p:nvPr/>
          </p:nvSpPr>
          <p:spPr>
            <a:xfrm>
              <a:off x="1683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56" name="Google Shape;356;p26"/>
            <p:cNvSpPr/>
            <p:nvPr/>
          </p:nvSpPr>
          <p:spPr>
            <a:xfrm>
              <a:off x="1362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57" name="Google Shape;357;p26"/>
            <p:cNvSpPr/>
            <p:nvPr/>
          </p:nvSpPr>
          <p:spPr>
            <a:xfrm>
              <a:off x="2325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58" name="Google Shape;358;p26"/>
            <p:cNvSpPr/>
            <p:nvPr/>
          </p:nvSpPr>
          <p:spPr>
            <a:xfrm>
              <a:off x="3288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59" name="Google Shape;359;p26"/>
            <p:cNvSpPr/>
            <p:nvPr/>
          </p:nvSpPr>
          <p:spPr>
            <a:xfrm>
              <a:off x="2967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60" name="Google Shape;360;p26"/>
            <p:cNvSpPr/>
            <p:nvPr/>
          </p:nvSpPr>
          <p:spPr>
            <a:xfrm>
              <a:off x="2646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61" name="Google Shape;361;p26"/>
            <p:cNvSpPr/>
            <p:nvPr/>
          </p:nvSpPr>
          <p:spPr>
            <a:xfrm>
              <a:off x="3609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62" name="Google Shape;362;p26"/>
            <p:cNvSpPr/>
            <p:nvPr/>
          </p:nvSpPr>
          <p:spPr>
            <a:xfrm>
              <a:off x="4572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63" name="Google Shape;363;p26"/>
            <p:cNvSpPr/>
            <p:nvPr/>
          </p:nvSpPr>
          <p:spPr>
            <a:xfrm>
              <a:off x="4251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64" name="Google Shape;364;p26"/>
            <p:cNvSpPr/>
            <p:nvPr/>
          </p:nvSpPr>
          <p:spPr>
            <a:xfrm>
              <a:off x="3930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65" name="Google Shape;365;p26"/>
            <p:cNvSpPr/>
            <p:nvPr/>
          </p:nvSpPr>
          <p:spPr>
            <a:xfrm>
              <a:off x="4893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66" name="Google Shape;366;p26"/>
            <p:cNvSpPr/>
            <p:nvPr/>
          </p:nvSpPr>
          <p:spPr>
            <a:xfrm>
              <a:off x="5856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67" name="Google Shape;367;p26"/>
            <p:cNvSpPr/>
            <p:nvPr/>
          </p:nvSpPr>
          <p:spPr>
            <a:xfrm>
              <a:off x="5535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68" name="Google Shape;368;p26"/>
            <p:cNvSpPr/>
            <p:nvPr/>
          </p:nvSpPr>
          <p:spPr>
            <a:xfrm>
              <a:off x="5214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69" name="Google Shape;369;p26"/>
            <p:cNvSpPr/>
            <p:nvPr/>
          </p:nvSpPr>
          <p:spPr>
            <a:xfrm>
              <a:off x="6177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70" name="Google Shape;370;p26"/>
            <p:cNvSpPr/>
            <p:nvPr/>
          </p:nvSpPr>
          <p:spPr>
            <a:xfrm>
              <a:off x="7140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71" name="Google Shape;371;p26"/>
            <p:cNvSpPr/>
            <p:nvPr/>
          </p:nvSpPr>
          <p:spPr>
            <a:xfrm>
              <a:off x="6819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72" name="Google Shape;372;p26"/>
            <p:cNvSpPr/>
            <p:nvPr/>
          </p:nvSpPr>
          <p:spPr>
            <a:xfrm>
              <a:off x="6498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73" name="Google Shape;373;p26"/>
            <p:cNvSpPr/>
            <p:nvPr/>
          </p:nvSpPr>
          <p:spPr>
            <a:xfrm>
              <a:off x="7461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74" name="Google Shape;374;p26"/>
            <p:cNvSpPr/>
            <p:nvPr/>
          </p:nvSpPr>
          <p:spPr>
            <a:xfrm>
              <a:off x="8103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75" name="Google Shape;375;p26"/>
            <p:cNvSpPr/>
            <p:nvPr/>
          </p:nvSpPr>
          <p:spPr>
            <a:xfrm>
              <a:off x="7782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76" name="Google Shape;376;p26"/>
            <p:cNvSpPr/>
            <p:nvPr/>
          </p:nvSpPr>
          <p:spPr>
            <a:xfrm>
              <a:off x="8424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77" name="Google Shape;377;p26"/>
            <p:cNvSpPr/>
            <p:nvPr/>
          </p:nvSpPr>
          <p:spPr>
            <a:xfrm>
              <a:off x="8745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78" name="Google Shape;378;p26"/>
            <p:cNvSpPr/>
            <p:nvPr/>
          </p:nvSpPr>
          <p:spPr>
            <a:xfrm>
              <a:off x="399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79" name="Google Shape;379;p26"/>
            <p:cNvSpPr/>
            <p:nvPr/>
          </p:nvSpPr>
          <p:spPr>
            <a:xfrm>
              <a:off x="78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80" name="Google Shape;380;p26"/>
            <p:cNvSpPr/>
            <p:nvPr/>
          </p:nvSpPr>
          <p:spPr>
            <a:xfrm>
              <a:off x="1041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81" name="Google Shape;381;p26"/>
            <p:cNvSpPr/>
            <p:nvPr/>
          </p:nvSpPr>
          <p:spPr>
            <a:xfrm>
              <a:off x="2004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82" name="Google Shape;382;p26"/>
            <p:cNvSpPr/>
            <p:nvPr/>
          </p:nvSpPr>
          <p:spPr>
            <a:xfrm>
              <a:off x="1683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83" name="Google Shape;383;p26"/>
            <p:cNvSpPr/>
            <p:nvPr/>
          </p:nvSpPr>
          <p:spPr>
            <a:xfrm>
              <a:off x="1362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84" name="Google Shape;384;p26"/>
            <p:cNvSpPr/>
            <p:nvPr/>
          </p:nvSpPr>
          <p:spPr>
            <a:xfrm>
              <a:off x="2325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85" name="Google Shape;385;p26"/>
            <p:cNvSpPr/>
            <p:nvPr/>
          </p:nvSpPr>
          <p:spPr>
            <a:xfrm>
              <a:off x="3288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86" name="Google Shape;386;p26"/>
            <p:cNvSpPr/>
            <p:nvPr/>
          </p:nvSpPr>
          <p:spPr>
            <a:xfrm>
              <a:off x="2967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87" name="Google Shape;387;p26"/>
            <p:cNvSpPr/>
            <p:nvPr/>
          </p:nvSpPr>
          <p:spPr>
            <a:xfrm>
              <a:off x="2646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88" name="Google Shape;388;p26"/>
            <p:cNvSpPr/>
            <p:nvPr/>
          </p:nvSpPr>
          <p:spPr>
            <a:xfrm>
              <a:off x="3609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89" name="Google Shape;389;p26"/>
            <p:cNvSpPr/>
            <p:nvPr/>
          </p:nvSpPr>
          <p:spPr>
            <a:xfrm>
              <a:off x="4572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90" name="Google Shape;390;p26"/>
            <p:cNvSpPr/>
            <p:nvPr/>
          </p:nvSpPr>
          <p:spPr>
            <a:xfrm>
              <a:off x="4251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91" name="Google Shape;391;p26"/>
            <p:cNvSpPr/>
            <p:nvPr/>
          </p:nvSpPr>
          <p:spPr>
            <a:xfrm>
              <a:off x="3930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92" name="Google Shape;392;p26"/>
            <p:cNvSpPr/>
            <p:nvPr/>
          </p:nvSpPr>
          <p:spPr>
            <a:xfrm>
              <a:off x="4893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93" name="Google Shape;393;p26"/>
            <p:cNvSpPr/>
            <p:nvPr/>
          </p:nvSpPr>
          <p:spPr>
            <a:xfrm>
              <a:off x="5856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94" name="Google Shape;394;p26"/>
            <p:cNvSpPr/>
            <p:nvPr/>
          </p:nvSpPr>
          <p:spPr>
            <a:xfrm>
              <a:off x="5535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95" name="Google Shape;395;p26"/>
            <p:cNvSpPr/>
            <p:nvPr/>
          </p:nvSpPr>
          <p:spPr>
            <a:xfrm>
              <a:off x="5214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96" name="Google Shape;396;p26"/>
            <p:cNvSpPr/>
            <p:nvPr/>
          </p:nvSpPr>
          <p:spPr>
            <a:xfrm>
              <a:off x="6177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97" name="Google Shape;397;p26"/>
            <p:cNvSpPr/>
            <p:nvPr/>
          </p:nvSpPr>
          <p:spPr>
            <a:xfrm>
              <a:off x="7140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98" name="Google Shape;398;p26"/>
            <p:cNvSpPr/>
            <p:nvPr/>
          </p:nvSpPr>
          <p:spPr>
            <a:xfrm>
              <a:off x="6819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99" name="Google Shape;399;p26"/>
            <p:cNvSpPr/>
            <p:nvPr/>
          </p:nvSpPr>
          <p:spPr>
            <a:xfrm>
              <a:off x="6498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00" name="Google Shape;400;p26"/>
            <p:cNvSpPr/>
            <p:nvPr/>
          </p:nvSpPr>
          <p:spPr>
            <a:xfrm>
              <a:off x="7461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01" name="Google Shape;401;p26"/>
            <p:cNvSpPr/>
            <p:nvPr/>
          </p:nvSpPr>
          <p:spPr>
            <a:xfrm>
              <a:off x="8103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02" name="Google Shape;402;p26"/>
            <p:cNvSpPr/>
            <p:nvPr/>
          </p:nvSpPr>
          <p:spPr>
            <a:xfrm>
              <a:off x="7782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03" name="Google Shape;403;p26"/>
            <p:cNvSpPr/>
            <p:nvPr/>
          </p:nvSpPr>
          <p:spPr>
            <a:xfrm>
              <a:off x="8424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04" name="Google Shape;404;p26"/>
            <p:cNvSpPr/>
            <p:nvPr/>
          </p:nvSpPr>
          <p:spPr>
            <a:xfrm>
              <a:off x="8745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05" name="Google Shape;405;p26"/>
            <p:cNvSpPr/>
            <p:nvPr/>
          </p:nvSpPr>
          <p:spPr>
            <a:xfrm>
              <a:off x="399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06" name="Google Shape;406;p26"/>
            <p:cNvSpPr/>
            <p:nvPr/>
          </p:nvSpPr>
          <p:spPr>
            <a:xfrm>
              <a:off x="78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07" name="Google Shape;407;p26"/>
            <p:cNvSpPr/>
            <p:nvPr/>
          </p:nvSpPr>
          <p:spPr>
            <a:xfrm>
              <a:off x="1041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08" name="Google Shape;408;p26"/>
            <p:cNvSpPr/>
            <p:nvPr/>
          </p:nvSpPr>
          <p:spPr>
            <a:xfrm>
              <a:off x="2004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09" name="Google Shape;409;p26"/>
            <p:cNvSpPr/>
            <p:nvPr/>
          </p:nvSpPr>
          <p:spPr>
            <a:xfrm>
              <a:off x="1683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10" name="Google Shape;410;p26"/>
            <p:cNvSpPr/>
            <p:nvPr/>
          </p:nvSpPr>
          <p:spPr>
            <a:xfrm>
              <a:off x="1362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11" name="Google Shape;411;p26"/>
            <p:cNvSpPr/>
            <p:nvPr/>
          </p:nvSpPr>
          <p:spPr>
            <a:xfrm>
              <a:off x="2325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12" name="Google Shape;412;p26"/>
            <p:cNvSpPr/>
            <p:nvPr/>
          </p:nvSpPr>
          <p:spPr>
            <a:xfrm>
              <a:off x="3288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13" name="Google Shape;413;p26"/>
            <p:cNvSpPr/>
            <p:nvPr/>
          </p:nvSpPr>
          <p:spPr>
            <a:xfrm>
              <a:off x="2967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14" name="Google Shape;414;p26"/>
            <p:cNvSpPr/>
            <p:nvPr/>
          </p:nvSpPr>
          <p:spPr>
            <a:xfrm>
              <a:off x="2646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15" name="Google Shape;415;p26"/>
            <p:cNvSpPr/>
            <p:nvPr/>
          </p:nvSpPr>
          <p:spPr>
            <a:xfrm>
              <a:off x="3609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16" name="Google Shape;416;p26"/>
            <p:cNvSpPr/>
            <p:nvPr/>
          </p:nvSpPr>
          <p:spPr>
            <a:xfrm>
              <a:off x="4572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17" name="Google Shape;417;p26"/>
            <p:cNvSpPr/>
            <p:nvPr/>
          </p:nvSpPr>
          <p:spPr>
            <a:xfrm>
              <a:off x="4251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18" name="Google Shape;418;p26"/>
            <p:cNvSpPr/>
            <p:nvPr/>
          </p:nvSpPr>
          <p:spPr>
            <a:xfrm>
              <a:off x="3930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19" name="Google Shape;419;p26"/>
            <p:cNvSpPr/>
            <p:nvPr/>
          </p:nvSpPr>
          <p:spPr>
            <a:xfrm>
              <a:off x="4893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20" name="Google Shape;420;p26"/>
            <p:cNvSpPr/>
            <p:nvPr/>
          </p:nvSpPr>
          <p:spPr>
            <a:xfrm>
              <a:off x="5856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21" name="Google Shape;421;p26"/>
            <p:cNvSpPr/>
            <p:nvPr/>
          </p:nvSpPr>
          <p:spPr>
            <a:xfrm>
              <a:off x="5535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22" name="Google Shape;422;p26"/>
            <p:cNvSpPr/>
            <p:nvPr/>
          </p:nvSpPr>
          <p:spPr>
            <a:xfrm>
              <a:off x="5214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23" name="Google Shape;423;p26"/>
            <p:cNvSpPr/>
            <p:nvPr/>
          </p:nvSpPr>
          <p:spPr>
            <a:xfrm>
              <a:off x="6177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24" name="Google Shape;424;p26"/>
            <p:cNvSpPr/>
            <p:nvPr/>
          </p:nvSpPr>
          <p:spPr>
            <a:xfrm>
              <a:off x="7140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25" name="Google Shape;425;p26"/>
            <p:cNvSpPr/>
            <p:nvPr/>
          </p:nvSpPr>
          <p:spPr>
            <a:xfrm>
              <a:off x="6819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26" name="Google Shape;426;p26"/>
            <p:cNvSpPr/>
            <p:nvPr/>
          </p:nvSpPr>
          <p:spPr>
            <a:xfrm>
              <a:off x="6498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27" name="Google Shape;427;p26"/>
            <p:cNvSpPr/>
            <p:nvPr/>
          </p:nvSpPr>
          <p:spPr>
            <a:xfrm>
              <a:off x="7461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28" name="Google Shape;428;p26"/>
            <p:cNvSpPr/>
            <p:nvPr/>
          </p:nvSpPr>
          <p:spPr>
            <a:xfrm>
              <a:off x="8103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29" name="Google Shape;429;p26"/>
            <p:cNvSpPr/>
            <p:nvPr/>
          </p:nvSpPr>
          <p:spPr>
            <a:xfrm>
              <a:off x="7782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30" name="Google Shape;430;p26"/>
            <p:cNvSpPr/>
            <p:nvPr/>
          </p:nvSpPr>
          <p:spPr>
            <a:xfrm>
              <a:off x="8424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31" name="Google Shape;431;p26"/>
            <p:cNvSpPr/>
            <p:nvPr/>
          </p:nvSpPr>
          <p:spPr>
            <a:xfrm>
              <a:off x="8745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32" name="Google Shape;432;p26"/>
            <p:cNvSpPr/>
            <p:nvPr/>
          </p:nvSpPr>
          <p:spPr>
            <a:xfrm>
              <a:off x="399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33" name="Google Shape;433;p26"/>
            <p:cNvSpPr/>
            <p:nvPr/>
          </p:nvSpPr>
          <p:spPr>
            <a:xfrm>
              <a:off x="78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34" name="Google Shape;434;p26"/>
            <p:cNvSpPr/>
            <p:nvPr/>
          </p:nvSpPr>
          <p:spPr>
            <a:xfrm>
              <a:off x="1041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35" name="Google Shape;435;p26"/>
            <p:cNvSpPr/>
            <p:nvPr/>
          </p:nvSpPr>
          <p:spPr>
            <a:xfrm>
              <a:off x="2004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36" name="Google Shape;436;p26"/>
            <p:cNvSpPr/>
            <p:nvPr/>
          </p:nvSpPr>
          <p:spPr>
            <a:xfrm>
              <a:off x="1683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37" name="Google Shape;437;p26"/>
            <p:cNvSpPr/>
            <p:nvPr/>
          </p:nvSpPr>
          <p:spPr>
            <a:xfrm>
              <a:off x="1362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38" name="Google Shape;438;p26"/>
            <p:cNvSpPr/>
            <p:nvPr/>
          </p:nvSpPr>
          <p:spPr>
            <a:xfrm>
              <a:off x="2325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39" name="Google Shape;439;p26"/>
            <p:cNvSpPr/>
            <p:nvPr/>
          </p:nvSpPr>
          <p:spPr>
            <a:xfrm>
              <a:off x="3288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40" name="Google Shape;440;p26"/>
            <p:cNvSpPr/>
            <p:nvPr/>
          </p:nvSpPr>
          <p:spPr>
            <a:xfrm>
              <a:off x="2967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41" name="Google Shape;441;p26"/>
            <p:cNvSpPr/>
            <p:nvPr/>
          </p:nvSpPr>
          <p:spPr>
            <a:xfrm>
              <a:off x="2646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42" name="Google Shape;442;p26"/>
            <p:cNvSpPr/>
            <p:nvPr/>
          </p:nvSpPr>
          <p:spPr>
            <a:xfrm>
              <a:off x="3609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43" name="Google Shape;443;p26"/>
            <p:cNvSpPr/>
            <p:nvPr/>
          </p:nvSpPr>
          <p:spPr>
            <a:xfrm>
              <a:off x="4572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44" name="Google Shape;444;p26"/>
            <p:cNvSpPr/>
            <p:nvPr/>
          </p:nvSpPr>
          <p:spPr>
            <a:xfrm>
              <a:off x="4251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45" name="Google Shape;445;p26"/>
            <p:cNvSpPr/>
            <p:nvPr/>
          </p:nvSpPr>
          <p:spPr>
            <a:xfrm>
              <a:off x="3930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46" name="Google Shape;446;p26"/>
            <p:cNvSpPr/>
            <p:nvPr/>
          </p:nvSpPr>
          <p:spPr>
            <a:xfrm>
              <a:off x="4893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47" name="Google Shape;447;p26"/>
            <p:cNvSpPr/>
            <p:nvPr/>
          </p:nvSpPr>
          <p:spPr>
            <a:xfrm>
              <a:off x="5856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48" name="Google Shape;448;p26"/>
            <p:cNvSpPr/>
            <p:nvPr/>
          </p:nvSpPr>
          <p:spPr>
            <a:xfrm>
              <a:off x="5535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49" name="Google Shape;449;p26"/>
            <p:cNvSpPr/>
            <p:nvPr/>
          </p:nvSpPr>
          <p:spPr>
            <a:xfrm>
              <a:off x="5214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50" name="Google Shape;450;p26"/>
            <p:cNvSpPr/>
            <p:nvPr/>
          </p:nvSpPr>
          <p:spPr>
            <a:xfrm>
              <a:off x="6177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51" name="Google Shape;451;p26"/>
            <p:cNvSpPr/>
            <p:nvPr/>
          </p:nvSpPr>
          <p:spPr>
            <a:xfrm>
              <a:off x="7140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52" name="Google Shape;452;p26"/>
            <p:cNvSpPr/>
            <p:nvPr/>
          </p:nvSpPr>
          <p:spPr>
            <a:xfrm>
              <a:off x="6819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53" name="Google Shape;453;p26"/>
            <p:cNvSpPr/>
            <p:nvPr/>
          </p:nvSpPr>
          <p:spPr>
            <a:xfrm>
              <a:off x="6498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54" name="Google Shape;454;p26"/>
            <p:cNvSpPr/>
            <p:nvPr/>
          </p:nvSpPr>
          <p:spPr>
            <a:xfrm>
              <a:off x="7461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55" name="Google Shape;455;p26"/>
            <p:cNvSpPr/>
            <p:nvPr/>
          </p:nvSpPr>
          <p:spPr>
            <a:xfrm>
              <a:off x="8103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56" name="Google Shape;456;p26"/>
            <p:cNvSpPr/>
            <p:nvPr/>
          </p:nvSpPr>
          <p:spPr>
            <a:xfrm>
              <a:off x="7782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57" name="Google Shape;457;p26"/>
            <p:cNvSpPr/>
            <p:nvPr/>
          </p:nvSpPr>
          <p:spPr>
            <a:xfrm>
              <a:off x="8424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58" name="Google Shape;458;p26"/>
            <p:cNvSpPr/>
            <p:nvPr/>
          </p:nvSpPr>
          <p:spPr>
            <a:xfrm>
              <a:off x="8745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59" name="Google Shape;459;p26"/>
            <p:cNvSpPr/>
            <p:nvPr/>
          </p:nvSpPr>
          <p:spPr>
            <a:xfrm>
              <a:off x="399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60" name="Google Shape;460;p26"/>
            <p:cNvSpPr/>
            <p:nvPr/>
          </p:nvSpPr>
          <p:spPr>
            <a:xfrm>
              <a:off x="78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61" name="Google Shape;461;p26"/>
            <p:cNvSpPr/>
            <p:nvPr/>
          </p:nvSpPr>
          <p:spPr>
            <a:xfrm>
              <a:off x="1041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62" name="Google Shape;462;p26"/>
            <p:cNvSpPr/>
            <p:nvPr/>
          </p:nvSpPr>
          <p:spPr>
            <a:xfrm>
              <a:off x="2004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63" name="Google Shape;463;p26"/>
            <p:cNvSpPr/>
            <p:nvPr/>
          </p:nvSpPr>
          <p:spPr>
            <a:xfrm>
              <a:off x="1683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64" name="Google Shape;464;p26"/>
            <p:cNvSpPr/>
            <p:nvPr/>
          </p:nvSpPr>
          <p:spPr>
            <a:xfrm>
              <a:off x="1362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65" name="Google Shape;465;p26"/>
            <p:cNvSpPr/>
            <p:nvPr/>
          </p:nvSpPr>
          <p:spPr>
            <a:xfrm>
              <a:off x="2325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66" name="Google Shape;466;p26"/>
            <p:cNvSpPr/>
            <p:nvPr/>
          </p:nvSpPr>
          <p:spPr>
            <a:xfrm>
              <a:off x="3288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67" name="Google Shape;467;p26"/>
            <p:cNvSpPr/>
            <p:nvPr/>
          </p:nvSpPr>
          <p:spPr>
            <a:xfrm>
              <a:off x="2967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68" name="Google Shape;468;p26"/>
            <p:cNvSpPr/>
            <p:nvPr/>
          </p:nvSpPr>
          <p:spPr>
            <a:xfrm>
              <a:off x="2646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69" name="Google Shape;469;p26"/>
            <p:cNvSpPr/>
            <p:nvPr/>
          </p:nvSpPr>
          <p:spPr>
            <a:xfrm>
              <a:off x="3609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70" name="Google Shape;470;p26"/>
            <p:cNvSpPr/>
            <p:nvPr/>
          </p:nvSpPr>
          <p:spPr>
            <a:xfrm>
              <a:off x="4572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71" name="Google Shape;471;p26"/>
            <p:cNvSpPr/>
            <p:nvPr/>
          </p:nvSpPr>
          <p:spPr>
            <a:xfrm>
              <a:off x="4251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72" name="Google Shape;472;p26"/>
            <p:cNvSpPr/>
            <p:nvPr/>
          </p:nvSpPr>
          <p:spPr>
            <a:xfrm>
              <a:off x="3930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73" name="Google Shape;473;p26"/>
            <p:cNvSpPr/>
            <p:nvPr/>
          </p:nvSpPr>
          <p:spPr>
            <a:xfrm>
              <a:off x="4893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74" name="Google Shape;474;p26"/>
            <p:cNvSpPr/>
            <p:nvPr/>
          </p:nvSpPr>
          <p:spPr>
            <a:xfrm>
              <a:off x="5856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75" name="Google Shape;475;p26"/>
            <p:cNvSpPr/>
            <p:nvPr/>
          </p:nvSpPr>
          <p:spPr>
            <a:xfrm>
              <a:off x="5535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76" name="Google Shape;476;p26"/>
            <p:cNvSpPr/>
            <p:nvPr/>
          </p:nvSpPr>
          <p:spPr>
            <a:xfrm>
              <a:off x="5214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77" name="Google Shape;477;p26"/>
            <p:cNvSpPr/>
            <p:nvPr/>
          </p:nvSpPr>
          <p:spPr>
            <a:xfrm>
              <a:off x="6177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78" name="Google Shape;478;p26"/>
            <p:cNvSpPr/>
            <p:nvPr/>
          </p:nvSpPr>
          <p:spPr>
            <a:xfrm>
              <a:off x="7140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79" name="Google Shape;479;p26"/>
            <p:cNvSpPr/>
            <p:nvPr/>
          </p:nvSpPr>
          <p:spPr>
            <a:xfrm>
              <a:off x="6819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80" name="Google Shape;480;p26"/>
            <p:cNvSpPr/>
            <p:nvPr/>
          </p:nvSpPr>
          <p:spPr>
            <a:xfrm>
              <a:off x="6498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81" name="Google Shape;481;p26"/>
            <p:cNvSpPr/>
            <p:nvPr/>
          </p:nvSpPr>
          <p:spPr>
            <a:xfrm>
              <a:off x="7461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82" name="Google Shape;482;p26"/>
            <p:cNvSpPr/>
            <p:nvPr/>
          </p:nvSpPr>
          <p:spPr>
            <a:xfrm>
              <a:off x="8103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83" name="Google Shape;483;p26"/>
            <p:cNvSpPr/>
            <p:nvPr/>
          </p:nvSpPr>
          <p:spPr>
            <a:xfrm>
              <a:off x="7782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84" name="Google Shape;484;p26"/>
            <p:cNvSpPr/>
            <p:nvPr/>
          </p:nvSpPr>
          <p:spPr>
            <a:xfrm>
              <a:off x="8424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85" name="Google Shape;485;p26"/>
            <p:cNvSpPr/>
            <p:nvPr/>
          </p:nvSpPr>
          <p:spPr>
            <a:xfrm>
              <a:off x="8745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86" name="Google Shape;486;p26"/>
            <p:cNvSpPr/>
            <p:nvPr/>
          </p:nvSpPr>
          <p:spPr>
            <a:xfrm>
              <a:off x="399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87" name="Google Shape;487;p26"/>
            <p:cNvSpPr/>
            <p:nvPr/>
          </p:nvSpPr>
          <p:spPr>
            <a:xfrm>
              <a:off x="78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88" name="Google Shape;488;p26"/>
            <p:cNvSpPr/>
            <p:nvPr/>
          </p:nvSpPr>
          <p:spPr>
            <a:xfrm>
              <a:off x="1041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89" name="Google Shape;489;p26"/>
            <p:cNvSpPr/>
            <p:nvPr/>
          </p:nvSpPr>
          <p:spPr>
            <a:xfrm>
              <a:off x="2004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90" name="Google Shape;490;p26"/>
            <p:cNvSpPr/>
            <p:nvPr/>
          </p:nvSpPr>
          <p:spPr>
            <a:xfrm>
              <a:off x="1683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91" name="Google Shape;491;p26"/>
            <p:cNvSpPr/>
            <p:nvPr/>
          </p:nvSpPr>
          <p:spPr>
            <a:xfrm>
              <a:off x="1362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92" name="Google Shape;492;p26"/>
            <p:cNvSpPr/>
            <p:nvPr/>
          </p:nvSpPr>
          <p:spPr>
            <a:xfrm>
              <a:off x="2325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93" name="Google Shape;493;p26"/>
            <p:cNvSpPr/>
            <p:nvPr/>
          </p:nvSpPr>
          <p:spPr>
            <a:xfrm>
              <a:off x="3288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94" name="Google Shape;494;p26"/>
            <p:cNvSpPr/>
            <p:nvPr/>
          </p:nvSpPr>
          <p:spPr>
            <a:xfrm>
              <a:off x="2967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95" name="Google Shape;495;p26"/>
            <p:cNvSpPr/>
            <p:nvPr/>
          </p:nvSpPr>
          <p:spPr>
            <a:xfrm>
              <a:off x="2646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96" name="Google Shape;496;p26"/>
            <p:cNvSpPr/>
            <p:nvPr/>
          </p:nvSpPr>
          <p:spPr>
            <a:xfrm>
              <a:off x="3609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97" name="Google Shape;497;p26"/>
            <p:cNvSpPr/>
            <p:nvPr/>
          </p:nvSpPr>
          <p:spPr>
            <a:xfrm>
              <a:off x="4572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98" name="Google Shape;498;p26"/>
            <p:cNvSpPr/>
            <p:nvPr/>
          </p:nvSpPr>
          <p:spPr>
            <a:xfrm>
              <a:off x="4251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99" name="Google Shape;499;p26"/>
            <p:cNvSpPr/>
            <p:nvPr/>
          </p:nvSpPr>
          <p:spPr>
            <a:xfrm>
              <a:off x="3930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00" name="Google Shape;500;p26"/>
            <p:cNvSpPr/>
            <p:nvPr/>
          </p:nvSpPr>
          <p:spPr>
            <a:xfrm>
              <a:off x="4893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01" name="Google Shape;501;p26"/>
            <p:cNvSpPr/>
            <p:nvPr/>
          </p:nvSpPr>
          <p:spPr>
            <a:xfrm>
              <a:off x="5856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02" name="Google Shape;502;p26"/>
            <p:cNvSpPr/>
            <p:nvPr/>
          </p:nvSpPr>
          <p:spPr>
            <a:xfrm>
              <a:off x="5535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03" name="Google Shape;503;p26"/>
            <p:cNvSpPr/>
            <p:nvPr/>
          </p:nvSpPr>
          <p:spPr>
            <a:xfrm>
              <a:off x="5214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04" name="Google Shape;504;p26"/>
            <p:cNvSpPr/>
            <p:nvPr/>
          </p:nvSpPr>
          <p:spPr>
            <a:xfrm>
              <a:off x="6177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05" name="Google Shape;505;p26"/>
            <p:cNvSpPr/>
            <p:nvPr/>
          </p:nvSpPr>
          <p:spPr>
            <a:xfrm>
              <a:off x="7140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06" name="Google Shape;506;p26"/>
            <p:cNvSpPr/>
            <p:nvPr/>
          </p:nvSpPr>
          <p:spPr>
            <a:xfrm>
              <a:off x="6819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07" name="Google Shape;507;p26"/>
            <p:cNvSpPr/>
            <p:nvPr/>
          </p:nvSpPr>
          <p:spPr>
            <a:xfrm>
              <a:off x="6498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08" name="Google Shape;508;p26"/>
            <p:cNvSpPr/>
            <p:nvPr/>
          </p:nvSpPr>
          <p:spPr>
            <a:xfrm>
              <a:off x="7461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09" name="Google Shape;509;p26"/>
            <p:cNvSpPr/>
            <p:nvPr/>
          </p:nvSpPr>
          <p:spPr>
            <a:xfrm>
              <a:off x="8103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10" name="Google Shape;510;p26"/>
            <p:cNvSpPr/>
            <p:nvPr/>
          </p:nvSpPr>
          <p:spPr>
            <a:xfrm>
              <a:off x="7782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11" name="Google Shape;511;p26"/>
            <p:cNvSpPr/>
            <p:nvPr/>
          </p:nvSpPr>
          <p:spPr>
            <a:xfrm>
              <a:off x="8424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12" name="Google Shape;512;p26"/>
            <p:cNvSpPr/>
            <p:nvPr/>
          </p:nvSpPr>
          <p:spPr>
            <a:xfrm>
              <a:off x="8745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13" name="Google Shape;513;p26"/>
            <p:cNvSpPr/>
            <p:nvPr/>
          </p:nvSpPr>
          <p:spPr>
            <a:xfrm>
              <a:off x="399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14" name="Google Shape;514;p26"/>
            <p:cNvSpPr/>
            <p:nvPr/>
          </p:nvSpPr>
          <p:spPr>
            <a:xfrm>
              <a:off x="78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15" name="Google Shape;515;p26"/>
            <p:cNvSpPr/>
            <p:nvPr/>
          </p:nvSpPr>
          <p:spPr>
            <a:xfrm>
              <a:off x="1041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16" name="Google Shape;516;p26"/>
            <p:cNvSpPr/>
            <p:nvPr/>
          </p:nvSpPr>
          <p:spPr>
            <a:xfrm>
              <a:off x="2004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17" name="Google Shape;517;p26"/>
            <p:cNvSpPr/>
            <p:nvPr/>
          </p:nvSpPr>
          <p:spPr>
            <a:xfrm>
              <a:off x="1683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18" name="Google Shape;518;p26"/>
            <p:cNvSpPr/>
            <p:nvPr/>
          </p:nvSpPr>
          <p:spPr>
            <a:xfrm>
              <a:off x="1362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19" name="Google Shape;519;p26"/>
            <p:cNvSpPr/>
            <p:nvPr/>
          </p:nvSpPr>
          <p:spPr>
            <a:xfrm>
              <a:off x="2325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20" name="Google Shape;520;p26"/>
            <p:cNvSpPr/>
            <p:nvPr/>
          </p:nvSpPr>
          <p:spPr>
            <a:xfrm>
              <a:off x="3288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21" name="Google Shape;521;p26"/>
            <p:cNvSpPr/>
            <p:nvPr/>
          </p:nvSpPr>
          <p:spPr>
            <a:xfrm>
              <a:off x="2967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22" name="Google Shape;522;p26"/>
            <p:cNvSpPr/>
            <p:nvPr/>
          </p:nvSpPr>
          <p:spPr>
            <a:xfrm>
              <a:off x="2646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23" name="Google Shape;523;p26"/>
            <p:cNvSpPr/>
            <p:nvPr/>
          </p:nvSpPr>
          <p:spPr>
            <a:xfrm>
              <a:off x="3609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24" name="Google Shape;524;p26"/>
            <p:cNvSpPr/>
            <p:nvPr/>
          </p:nvSpPr>
          <p:spPr>
            <a:xfrm>
              <a:off x="4572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25" name="Google Shape;525;p26"/>
            <p:cNvSpPr/>
            <p:nvPr/>
          </p:nvSpPr>
          <p:spPr>
            <a:xfrm>
              <a:off x="4251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26" name="Google Shape;526;p26"/>
            <p:cNvSpPr/>
            <p:nvPr/>
          </p:nvSpPr>
          <p:spPr>
            <a:xfrm>
              <a:off x="3930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27" name="Google Shape;527;p26"/>
            <p:cNvSpPr/>
            <p:nvPr/>
          </p:nvSpPr>
          <p:spPr>
            <a:xfrm>
              <a:off x="4893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28" name="Google Shape;528;p26"/>
            <p:cNvSpPr/>
            <p:nvPr/>
          </p:nvSpPr>
          <p:spPr>
            <a:xfrm>
              <a:off x="5856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29" name="Google Shape;529;p26"/>
            <p:cNvSpPr/>
            <p:nvPr/>
          </p:nvSpPr>
          <p:spPr>
            <a:xfrm>
              <a:off x="5535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30" name="Google Shape;530;p26"/>
            <p:cNvSpPr/>
            <p:nvPr/>
          </p:nvSpPr>
          <p:spPr>
            <a:xfrm>
              <a:off x="5214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31" name="Google Shape;531;p26"/>
            <p:cNvSpPr/>
            <p:nvPr/>
          </p:nvSpPr>
          <p:spPr>
            <a:xfrm>
              <a:off x="6177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32" name="Google Shape;532;p26"/>
            <p:cNvSpPr/>
            <p:nvPr/>
          </p:nvSpPr>
          <p:spPr>
            <a:xfrm>
              <a:off x="7140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33" name="Google Shape;533;p26"/>
            <p:cNvSpPr/>
            <p:nvPr/>
          </p:nvSpPr>
          <p:spPr>
            <a:xfrm>
              <a:off x="6819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34" name="Google Shape;534;p26"/>
            <p:cNvSpPr/>
            <p:nvPr/>
          </p:nvSpPr>
          <p:spPr>
            <a:xfrm>
              <a:off x="6498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35" name="Google Shape;535;p26"/>
            <p:cNvSpPr/>
            <p:nvPr/>
          </p:nvSpPr>
          <p:spPr>
            <a:xfrm>
              <a:off x="7461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36" name="Google Shape;536;p26"/>
            <p:cNvSpPr/>
            <p:nvPr/>
          </p:nvSpPr>
          <p:spPr>
            <a:xfrm>
              <a:off x="8103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37" name="Google Shape;537;p26"/>
            <p:cNvSpPr/>
            <p:nvPr/>
          </p:nvSpPr>
          <p:spPr>
            <a:xfrm>
              <a:off x="7782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38" name="Google Shape;538;p26"/>
            <p:cNvSpPr/>
            <p:nvPr/>
          </p:nvSpPr>
          <p:spPr>
            <a:xfrm>
              <a:off x="8424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39" name="Google Shape;539;p26"/>
            <p:cNvSpPr/>
            <p:nvPr/>
          </p:nvSpPr>
          <p:spPr>
            <a:xfrm>
              <a:off x="8745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40" name="Google Shape;540;p26"/>
            <p:cNvSpPr/>
            <p:nvPr/>
          </p:nvSpPr>
          <p:spPr>
            <a:xfrm>
              <a:off x="399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41" name="Google Shape;541;p26"/>
            <p:cNvSpPr/>
            <p:nvPr/>
          </p:nvSpPr>
          <p:spPr>
            <a:xfrm>
              <a:off x="78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42" name="Google Shape;542;p26"/>
            <p:cNvSpPr/>
            <p:nvPr/>
          </p:nvSpPr>
          <p:spPr>
            <a:xfrm>
              <a:off x="1041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43" name="Google Shape;543;p26"/>
            <p:cNvSpPr/>
            <p:nvPr/>
          </p:nvSpPr>
          <p:spPr>
            <a:xfrm>
              <a:off x="2004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44" name="Google Shape;544;p26"/>
            <p:cNvSpPr/>
            <p:nvPr/>
          </p:nvSpPr>
          <p:spPr>
            <a:xfrm>
              <a:off x="1683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45" name="Google Shape;545;p26"/>
            <p:cNvSpPr/>
            <p:nvPr/>
          </p:nvSpPr>
          <p:spPr>
            <a:xfrm>
              <a:off x="1362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46" name="Google Shape;546;p26"/>
            <p:cNvSpPr/>
            <p:nvPr/>
          </p:nvSpPr>
          <p:spPr>
            <a:xfrm>
              <a:off x="2325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47" name="Google Shape;547;p26"/>
            <p:cNvSpPr/>
            <p:nvPr/>
          </p:nvSpPr>
          <p:spPr>
            <a:xfrm>
              <a:off x="3288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48" name="Google Shape;548;p26"/>
            <p:cNvSpPr/>
            <p:nvPr/>
          </p:nvSpPr>
          <p:spPr>
            <a:xfrm>
              <a:off x="2967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49" name="Google Shape;549;p26"/>
            <p:cNvSpPr/>
            <p:nvPr/>
          </p:nvSpPr>
          <p:spPr>
            <a:xfrm>
              <a:off x="2646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50" name="Google Shape;550;p26"/>
            <p:cNvSpPr/>
            <p:nvPr/>
          </p:nvSpPr>
          <p:spPr>
            <a:xfrm>
              <a:off x="3609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51" name="Google Shape;551;p26"/>
            <p:cNvSpPr/>
            <p:nvPr/>
          </p:nvSpPr>
          <p:spPr>
            <a:xfrm>
              <a:off x="4572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52" name="Google Shape;552;p26"/>
            <p:cNvSpPr/>
            <p:nvPr/>
          </p:nvSpPr>
          <p:spPr>
            <a:xfrm>
              <a:off x="4251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53" name="Google Shape;553;p26"/>
            <p:cNvSpPr/>
            <p:nvPr/>
          </p:nvSpPr>
          <p:spPr>
            <a:xfrm>
              <a:off x="3930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54" name="Google Shape;554;p26"/>
            <p:cNvSpPr/>
            <p:nvPr/>
          </p:nvSpPr>
          <p:spPr>
            <a:xfrm>
              <a:off x="4893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55" name="Google Shape;555;p26"/>
            <p:cNvSpPr/>
            <p:nvPr/>
          </p:nvSpPr>
          <p:spPr>
            <a:xfrm>
              <a:off x="5856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56" name="Google Shape;556;p26"/>
            <p:cNvSpPr/>
            <p:nvPr/>
          </p:nvSpPr>
          <p:spPr>
            <a:xfrm>
              <a:off x="5535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57" name="Google Shape;557;p26"/>
            <p:cNvSpPr/>
            <p:nvPr/>
          </p:nvSpPr>
          <p:spPr>
            <a:xfrm>
              <a:off x="5214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58" name="Google Shape;558;p26"/>
            <p:cNvSpPr/>
            <p:nvPr/>
          </p:nvSpPr>
          <p:spPr>
            <a:xfrm>
              <a:off x="6177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59" name="Google Shape;559;p26"/>
            <p:cNvSpPr/>
            <p:nvPr/>
          </p:nvSpPr>
          <p:spPr>
            <a:xfrm>
              <a:off x="7140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60" name="Google Shape;560;p26"/>
            <p:cNvSpPr/>
            <p:nvPr/>
          </p:nvSpPr>
          <p:spPr>
            <a:xfrm>
              <a:off x="6819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61" name="Google Shape;561;p26"/>
            <p:cNvSpPr/>
            <p:nvPr/>
          </p:nvSpPr>
          <p:spPr>
            <a:xfrm>
              <a:off x="6498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62" name="Google Shape;562;p26"/>
            <p:cNvSpPr/>
            <p:nvPr/>
          </p:nvSpPr>
          <p:spPr>
            <a:xfrm>
              <a:off x="7461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63" name="Google Shape;563;p26"/>
            <p:cNvSpPr/>
            <p:nvPr/>
          </p:nvSpPr>
          <p:spPr>
            <a:xfrm>
              <a:off x="8103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64" name="Google Shape;564;p26"/>
            <p:cNvSpPr/>
            <p:nvPr/>
          </p:nvSpPr>
          <p:spPr>
            <a:xfrm>
              <a:off x="7782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65" name="Google Shape;565;p26"/>
            <p:cNvSpPr/>
            <p:nvPr/>
          </p:nvSpPr>
          <p:spPr>
            <a:xfrm>
              <a:off x="8424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66" name="Google Shape;566;p26"/>
            <p:cNvSpPr/>
            <p:nvPr/>
          </p:nvSpPr>
          <p:spPr>
            <a:xfrm>
              <a:off x="8745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67" name="Google Shape;567;p26"/>
            <p:cNvSpPr/>
            <p:nvPr/>
          </p:nvSpPr>
          <p:spPr>
            <a:xfrm>
              <a:off x="399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68" name="Google Shape;568;p26"/>
            <p:cNvSpPr/>
            <p:nvPr/>
          </p:nvSpPr>
          <p:spPr>
            <a:xfrm>
              <a:off x="78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69" name="Google Shape;569;p26"/>
            <p:cNvSpPr/>
            <p:nvPr/>
          </p:nvSpPr>
          <p:spPr>
            <a:xfrm>
              <a:off x="1041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70" name="Google Shape;570;p26"/>
            <p:cNvSpPr/>
            <p:nvPr/>
          </p:nvSpPr>
          <p:spPr>
            <a:xfrm>
              <a:off x="2004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71" name="Google Shape;571;p26"/>
            <p:cNvSpPr/>
            <p:nvPr/>
          </p:nvSpPr>
          <p:spPr>
            <a:xfrm>
              <a:off x="1683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72" name="Google Shape;572;p26"/>
            <p:cNvSpPr/>
            <p:nvPr/>
          </p:nvSpPr>
          <p:spPr>
            <a:xfrm>
              <a:off x="1362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73" name="Google Shape;573;p26"/>
            <p:cNvSpPr/>
            <p:nvPr/>
          </p:nvSpPr>
          <p:spPr>
            <a:xfrm>
              <a:off x="2325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74" name="Google Shape;574;p26"/>
            <p:cNvSpPr/>
            <p:nvPr/>
          </p:nvSpPr>
          <p:spPr>
            <a:xfrm>
              <a:off x="3288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75" name="Google Shape;575;p26"/>
            <p:cNvSpPr/>
            <p:nvPr/>
          </p:nvSpPr>
          <p:spPr>
            <a:xfrm>
              <a:off x="2967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76" name="Google Shape;576;p26"/>
            <p:cNvSpPr/>
            <p:nvPr/>
          </p:nvSpPr>
          <p:spPr>
            <a:xfrm>
              <a:off x="2646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77" name="Google Shape;577;p26"/>
            <p:cNvSpPr/>
            <p:nvPr/>
          </p:nvSpPr>
          <p:spPr>
            <a:xfrm>
              <a:off x="3609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78" name="Google Shape;578;p26"/>
            <p:cNvSpPr/>
            <p:nvPr/>
          </p:nvSpPr>
          <p:spPr>
            <a:xfrm>
              <a:off x="4572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79" name="Google Shape;579;p26"/>
            <p:cNvSpPr/>
            <p:nvPr/>
          </p:nvSpPr>
          <p:spPr>
            <a:xfrm>
              <a:off x="4251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80" name="Google Shape;580;p26"/>
            <p:cNvSpPr/>
            <p:nvPr/>
          </p:nvSpPr>
          <p:spPr>
            <a:xfrm>
              <a:off x="3930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81" name="Google Shape;581;p26"/>
            <p:cNvSpPr/>
            <p:nvPr/>
          </p:nvSpPr>
          <p:spPr>
            <a:xfrm>
              <a:off x="4893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82" name="Google Shape;582;p26"/>
            <p:cNvSpPr/>
            <p:nvPr/>
          </p:nvSpPr>
          <p:spPr>
            <a:xfrm>
              <a:off x="5856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83" name="Google Shape;583;p26"/>
            <p:cNvSpPr/>
            <p:nvPr/>
          </p:nvSpPr>
          <p:spPr>
            <a:xfrm>
              <a:off x="5535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84" name="Google Shape;584;p26"/>
            <p:cNvSpPr/>
            <p:nvPr/>
          </p:nvSpPr>
          <p:spPr>
            <a:xfrm>
              <a:off x="5214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85" name="Google Shape;585;p26"/>
            <p:cNvSpPr/>
            <p:nvPr/>
          </p:nvSpPr>
          <p:spPr>
            <a:xfrm>
              <a:off x="6177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86" name="Google Shape;586;p26"/>
            <p:cNvSpPr/>
            <p:nvPr/>
          </p:nvSpPr>
          <p:spPr>
            <a:xfrm>
              <a:off x="7140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87" name="Google Shape;587;p26"/>
            <p:cNvSpPr/>
            <p:nvPr/>
          </p:nvSpPr>
          <p:spPr>
            <a:xfrm>
              <a:off x="6819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88" name="Google Shape;588;p26"/>
            <p:cNvSpPr/>
            <p:nvPr/>
          </p:nvSpPr>
          <p:spPr>
            <a:xfrm>
              <a:off x="6498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89" name="Google Shape;589;p26"/>
            <p:cNvSpPr/>
            <p:nvPr/>
          </p:nvSpPr>
          <p:spPr>
            <a:xfrm>
              <a:off x="7461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90" name="Google Shape;590;p26"/>
            <p:cNvSpPr/>
            <p:nvPr/>
          </p:nvSpPr>
          <p:spPr>
            <a:xfrm>
              <a:off x="8103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91" name="Google Shape;591;p26"/>
            <p:cNvSpPr/>
            <p:nvPr/>
          </p:nvSpPr>
          <p:spPr>
            <a:xfrm>
              <a:off x="7782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92" name="Google Shape;592;p26"/>
            <p:cNvSpPr/>
            <p:nvPr/>
          </p:nvSpPr>
          <p:spPr>
            <a:xfrm>
              <a:off x="8424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93" name="Google Shape;593;p26"/>
            <p:cNvSpPr/>
            <p:nvPr/>
          </p:nvSpPr>
          <p:spPr>
            <a:xfrm>
              <a:off x="8745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94" name="Google Shape;594;p26"/>
            <p:cNvSpPr/>
            <p:nvPr/>
          </p:nvSpPr>
          <p:spPr>
            <a:xfrm>
              <a:off x="399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95" name="Google Shape;595;p26"/>
            <p:cNvSpPr/>
            <p:nvPr/>
          </p:nvSpPr>
          <p:spPr>
            <a:xfrm>
              <a:off x="78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96" name="Google Shape;596;p26"/>
            <p:cNvSpPr/>
            <p:nvPr/>
          </p:nvSpPr>
          <p:spPr>
            <a:xfrm>
              <a:off x="1041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97" name="Google Shape;597;p26"/>
            <p:cNvSpPr/>
            <p:nvPr/>
          </p:nvSpPr>
          <p:spPr>
            <a:xfrm>
              <a:off x="2004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98" name="Google Shape;598;p26"/>
            <p:cNvSpPr/>
            <p:nvPr/>
          </p:nvSpPr>
          <p:spPr>
            <a:xfrm>
              <a:off x="1683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99" name="Google Shape;599;p26"/>
            <p:cNvSpPr/>
            <p:nvPr/>
          </p:nvSpPr>
          <p:spPr>
            <a:xfrm>
              <a:off x="1362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00" name="Google Shape;600;p26"/>
            <p:cNvSpPr/>
            <p:nvPr/>
          </p:nvSpPr>
          <p:spPr>
            <a:xfrm>
              <a:off x="2325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01" name="Google Shape;601;p26"/>
            <p:cNvSpPr/>
            <p:nvPr/>
          </p:nvSpPr>
          <p:spPr>
            <a:xfrm>
              <a:off x="3288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02" name="Google Shape;602;p26"/>
            <p:cNvSpPr/>
            <p:nvPr/>
          </p:nvSpPr>
          <p:spPr>
            <a:xfrm>
              <a:off x="2967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03" name="Google Shape;603;p26"/>
            <p:cNvSpPr/>
            <p:nvPr/>
          </p:nvSpPr>
          <p:spPr>
            <a:xfrm>
              <a:off x="2646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04" name="Google Shape;604;p26"/>
            <p:cNvSpPr/>
            <p:nvPr/>
          </p:nvSpPr>
          <p:spPr>
            <a:xfrm>
              <a:off x="3609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05" name="Google Shape;605;p26"/>
            <p:cNvSpPr/>
            <p:nvPr/>
          </p:nvSpPr>
          <p:spPr>
            <a:xfrm>
              <a:off x="4572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06" name="Google Shape;606;p26"/>
            <p:cNvSpPr/>
            <p:nvPr/>
          </p:nvSpPr>
          <p:spPr>
            <a:xfrm>
              <a:off x="4251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07" name="Google Shape;607;p26"/>
            <p:cNvSpPr/>
            <p:nvPr/>
          </p:nvSpPr>
          <p:spPr>
            <a:xfrm>
              <a:off x="3930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08" name="Google Shape;608;p26"/>
            <p:cNvSpPr/>
            <p:nvPr/>
          </p:nvSpPr>
          <p:spPr>
            <a:xfrm>
              <a:off x="4893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09" name="Google Shape;609;p26"/>
            <p:cNvSpPr/>
            <p:nvPr/>
          </p:nvSpPr>
          <p:spPr>
            <a:xfrm>
              <a:off x="5856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10" name="Google Shape;610;p26"/>
            <p:cNvSpPr/>
            <p:nvPr/>
          </p:nvSpPr>
          <p:spPr>
            <a:xfrm>
              <a:off x="5535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11" name="Google Shape;611;p26"/>
            <p:cNvSpPr/>
            <p:nvPr/>
          </p:nvSpPr>
          <p:spPr>
            <a:xfrm>
              <a:off x="5214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12" name="Google Shape;612;p26"/>
            <p:cNvSpPr/>
            <p:nvPr/>
          </p:nvSpPr>
          <p:spPr>
            <a:xfrm>
              <a:off x="6177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13" name="Google Shape;613;p26"/>
            <p:cNvSpPr/>
            <p:nvPr/>
          </p:nvSpPr>
          <p:spPr>
            <a:xfrm>
              <a:off x="7140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14" name="Google Shape;614;p26"/>
            <p:cNvSpPr/>
            <p:nvPr/>
          </p:nvSpPr>
          <p:spPr>
            <a:xfrm>
              <a:off x="6819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15" name="Google Shape;615;p26"/>
            <p:cNvSpPr/>
            <p:nvPr/>
          </p:nvSpPr>
          <p:spPr>
            <a:xfrm>
              <a:off x="6498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16" name="Google Shape;616;p26"/>
            <p:cNvSpPr/>
            <p:nvPr/>
          </p:nvSpPr>
          <p:spPr>
            <a:xfrm>
              <a:off x="7461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17" name="Google Shape;617;p26"/>
            <p:cNvSpPr/>
            <p:nvPr/>
          </p:nvSpPr>
          <p:spPr>
            <a:xfrm>
              <a:off x="8103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18" name="Google Shape;618;p26"/>
            <p:cNvSpPr/>
            <p:nvPr/>
          </p:nvSpPr>
          <p:spPr>
            <a:xfrm>
              <a:off x="7782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19" name="Google Shape;619;p26"/>
            <p:cNvSpPr/>
            <p:nvPr/>
          </p:nvSpPr>
          <p:spPr>
            <a:xfrm>
              <a:off x="8424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20" name="Google Shape;620;p26"/>
            <p:cNvSpPr/>
            <p:nvPr/>
          </p:nvSpPr>
          <p:spPr>
            <a:xfrm>
              <a:off x="8745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21" name="Google Shape;621;p26"/>
            <p:cNvSpPr/>
            <p:nvPr/>
          </p:nvSpPr>
          <p:spPr>
            <a:xfrm>
              <a:off x="399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22" name="Google Shape;622;p26"/>
            <p:cNvSpPr/>
            <p:nvPr/>
          </p:nvSpPr>
          <p:spPr>
            <a:xfrm>
              <a:off x="78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23" name="Google Shape;623;p26"/>
            <p:cNvSpPr/>
            <p:nvPr/>
          </p:nvSpPr>
          <p:spPr>
            <a:xfrm>
              <a:off x="1041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24" name="Google Shape;624;p26"/>
            <p:cNvSpPr/>
            <p:nvPr/>
          </p:nvSpPr>
          <p:spPr>
            <a:xfrm>
              <a:off x="2004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25" name="Google Shape;625;p26"/>
            <p:cNvSpPr/>
            <p:nvPr/>
          </p:nvSpPr>
          <p:spPr>
            <a:xfrm>
              <a:off x="1683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26" name="Google Shape;626;p26"/>
            <p:cNvSpPr/>
            <p:nvPr/>
          </p:nvSpPr>
          <p:spPr>
            <a:xfrm>
              <a:off x="1362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27" name="Google Shape;627;p26"/>
            <p:cNvSpPr/>
            <p:nvPr/>
          </p:nvSpPr>
          <p:spPr>
            <a:xfrm>
              <a:off x="2325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28" name="Google Shape;628;p26"/>
            <p:cNvSpPr/>
            <p:nvPr/>
          </p:nvSpPr>
          <p:spPr>
            <a:xfrm>
              <a:off x="3288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29" name="Google Shape;629;p26"/>
            <p:cNvSpPr/>
            <p:nvPr/>
          </p:nvSpPr>
          <p:spPr>
            <a:xfrm>
              <a:off x="2967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30" name="Google Shape;630;p26"/>
            <p:cNvSpPr/>
            <p:nvPr/>
          </p:nvSpPr>
          <p:spPr>
            <a:xfrm>
              <a:off x="2646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31" name="Google Shape;631;p26"/>
            <p:cNvSpPr/>
            <p:nvPr/>
          </p:nvSpPr>
          <p:spPr>
            <a:xfrm>
              <a:off x="3609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32" name="Google Shape;632;p26"/>
            <p:cNvSpPr/>
            <p:nvPr/>
          </p:nvSpPr>
          <p:spPr>
            <a:xfrm>
              <a:off x="4572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33" name="Google Shape;633;p26"/>
            <p:cNvSpPr/>
            <p:nvPr/>
          </p:nvSpPr>
          <p:spPr>
            <a:xfrm>
              <a:off x="4251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34" name="Google Shape;634;p26"/>
            <p:cNvSpPr/>
            <p:nvPr/>
          </p:nvSpPr>
          <p:spPr>
            <a:xfrm>
              <a:off x="3930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35" name="Google Shape;635;p26"/>
            <p:cNvSpPr/>
            <p:nvPr/>
          </p:nvSpPr>
          <p:spPr>
            <a:xfrm>
              <a:off x="4893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36" name="Google Shape;636;p26"/>
            <p:cNvSpPr/>
            <p:nvPr/>
          </p:nvSpPr>
          <p:spPr>
            <a:xfrm>
              <a:off x="5856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37" name="Google Shape;637;p26"/>
            <p:cNvSpPr/>
            <p:nvPr/>
          </p:nvSpPr>
          <p:spPr>
            <a:xfrm>
              <a:off x="5535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38" name="Google Shape;638;p26"/>
            <p:cNvSpPr/>
            <p:nvPr/>
          </p:nvSpPr>
          <p:spPr>
            <a:xfrm>
              <a:off x="5214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39" name="Google Shape;639;p26"/>
            <p:cNvSpPr/>
            <p:nvPr/>
          </p:nvSpPr>
          <p:spPr>
            <a:xfrm>
              <a:off x="6177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40" name="Google Shape;640;p26"/>
            <p:cNvSpPr/>
            <p:nvPr/>
          </p:nvSpPr>
          <p:spPr>
            <a:xfrm>
              <a:off x="7140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41" name="Google Shape;641;p26"/>
            <p:cNvSpPr/>
            <p:nvPr/>
          </p:nvSpPr>
          <p:spPr>
            <a:xfrm>
              <a:off x="6819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42" name="Google Shape;642;p26"/>
            <p:cNvSpPr/>
            <p:nvPr/>
          </p:nvSpPr>
          <p:spPr>
            <a:xfrm>
              <a:off x="6498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43" name="Google Shape;643;p26"/>
            <p:cNvSpPr/>
            <p:nvPr/>
          </p:nvSpPr>
          <p:spPr>
            <a:xfrm>
              <a:off x="7461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44" name="Google Shape;644;p26"/>
            <p:cNvSpPr/>
            <p:nvPr/>
          </p:nvSpPr>
          <p:spPr>
            <a:xfrm>
              <a:off x="8103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45" name="Google Shape;645;p26"/>
            <p:cNvSpPr/>
            <p:nvPr/>
          </p:nvSpPr>
          <p:spPr>
            <a:xfrm>
              <a:off x="7782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46" name="Google Shape;646;p26"/>
            <p:cNvSpPr/>
            <p:nvPr/>
          </p:nvSpPr>
          <p:spPr>
            <a:xfrm>
              <a:off x="8424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47" name="Google Shape;647;p26"/>
            <p:cNvSpPr/>
            <p:nvPr/>
          </p:nvSpPr>
          <p:spPr>
            <a:xfrm>
              <a:off x="8745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48" name="Google Shape;648;p26"/>
            <p:cNvSpPr/>
            <p:nvPr/>
          </p:nvSpPr>
          <p:spPr>
            <a:xfrm>
              <a:off x="399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49" name="Google Shape;649;p26"/>
            <p:cNvSpPr/>
            <p:nvPr/>
          </p:nvSpPr>
          <p:spPr>
            <a:xfrm>
              <a:off x="78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50" name="Google Shape;650;p26"/>
            <p:cNvSpPr/>
            <p:nvPr/>
          </p:nvSpPr>
          <p:spPr>
            <a:xfrm>
              <a:off x="9066000" y="642938"/>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51" name="Google Shape;651;p26"/>
            <p:cNvSpPr/>
            <p:nvPr/>
          </p:nvSpPr>
          <p:spPr>
            <a:xfrm>
              <a:off x="9066000" y="964425"/>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52" name="Google Shape;652;p26"/>
            <p:cNvSpPr/>
            <p:nvPr/>
          </p:nvSpPr>
          <p:spPr>
            <a:xfrm>
              <a:off x="9066000" y="1285863"/>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53" name="Google Shape;653;p26"/>
            <p:cNvSpPr/>
            <p:nvPr/>
          </p:nvSpPr>
          <p:spPr>
            <a:xfrm>
              <a:off x="9066000" y="1607363"/>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54" name="Google Shape;654;p26"/>
            <p:cNvSpPr/>
            <p:nvPr/>
          </p:nvSpPr>
          <p:spPr>
            <a:xfrm>
              <a:off x="9066000" y="1928825"/>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55" name="Google Shape;655;p26"/>
            <p:cNvSpPr/>
            <p:nvPr/>
          </p:nvSpPr>
          <p:spPr>
            <a:xfrm>
              <a:off x="9066000" y="2250288"/>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56" name="Google Shape;656;p26"/>
            <p:cNvSpPr/>
            <p:nvPr/>
          </p:nvSpPr>
          <p:spPr>
            <a:xfrm>
              <a:off x="9066000" y="257175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57" name="Google Shape;657;p26"/>
            <p:cNvSpPr/>
            <p:nvPr/>
          </p:nvSpPr>
          <p:spPr>
            <a:xfrm>
              <a:off x="9066000" y="2893213"/>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58" name="Google Shape;658;p26"/>
            <p:cNvSpPr/>
            <p:nvPr/>
          </p:nvSpPr>
          <p:spPr>
            <a:xfrm>
              <a:off x="9066000" y="321470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59" name="Google Shape;659;p26"/>
            <p:cNvSpPr/>
            <p:nvPr/>
          </p:nvSpPr>
          <p:spPr>
            <a:xfrm>
              <a:off x="9066000" y="353615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60" name="Google Shape;660;p26"/>
            <p:cNvSpPr/>
            <p:nvPr/>
          </p:nvSpPr>
          <p:spPr>
            <a:xfrm>
              <a:off x="9066000" y="3857613"/>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61" name="Google Shape;661;p26"/>
            <p:cNvSpPr/>
            <p:nvPr/>
          </p:nvSpPr>
          <p:spPr>
            <a:xfrm>
              <a:off x="9066000" y="417910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62" name="Google Shape;662;p26"/>
            <p:cNvSpPr/>
            <p:nvPr/>
          </p:nvSpPr>
          <p:spPr>
            <a:xfrm>
              <a:off x="9066000" y="450055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63" name="Google Shape;663;p26"/>
            <p:cNvSpPr/>
            <p:nvPr/>
          </p:nvSpPr>
          <p:spPr>
            <a:xfrm>
              <a:off x="9066000" y="482205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64" name="Google Shape;664;p26"/>
            <p:cNvSpPr/>
            <p:nvPr/>
          </p:nvSpPr>
          <p:spPr>
            <a:xfrm>
              <a:off x="9066000" y="32145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65" name="Google Shape;665;p26"/>
            <p:cNvSpPr/>
            <p:nvPr/>
          </p:nvSpPr>
          <p:spPr>
            <a:xfrm>
              <a:off x="9066000" y="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66" name="Google Shape;666;p26"/>
            <p:cNvSpPr/>
            <p:nvPr/>
          </p:nvSpPr>
          <p:spPr>
            <a:xfrm>
              <a:off x="0" y="642938"/>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67" name="Google Shape;667;p26"/>
            <p:cNvSpPr/>
            <p:nvPr/>
          </p:nvSpPr>
          <p:spPr>
            <a:xfrm>
              <a:off x="0" y="964425"/>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68" name="Google Shape;668;p26"/>
            <p:cNvSpPr/>
            <p:nvPr/>
          </p:nvSpPr>
          <p:spPr>
            <a:xfrm>
              <a:off x="0" y="1285863"/>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69" name="Google Shape;669;p26"/>
            <p:cNvSpPr/>
            <p:nvPr/>
          </p:nvSpPr>
          <p:spPr>
            <a:xfrm>
              <a:off x="0" y="1607363"/>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70" name="Google Shape;670;p26"/>
            <p:cNvSpPr/>
            <p:nvPr/>
          </p:nvSpPr>
          <p:spPr>
            <a:xfrm>
              <a:off x="0" y="1928825"/>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71" name="Google Shape;671;p26"/>
            <p:cNvSpPr/>
            <p:nvPr/>
          </p:nvSpPr>
          <p:spPr>
            <a:xfrm>
              <a:off x="0" y="2250288"/>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72" name="Google Shape;672;p26"/>
            <p:cNvSpPr/>
            <p:nvPr/>
          </p:nvSpPr>
          <p:spPr>
            <a:xfrm>
              <a:off x="0" y="257175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73" name="Google Shape;673;p26"/>
            <p:cNvSpPr/>
            <p:nvPr/>
          </p:nvSpPr>
          <p:spPr>
            <a:xfrm>
              <a:off x="0" y="2893213"/>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74" name="Google Shape;674;p26"/>
            <p:cNvSpPr/>
            <p:nvPr/>
          </p:nvSpPr>
          <p:spPr>
            <a:xfrm>
              <a:off x="0" y="321470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75" name="Google Shape;675;p26"/>
            <p:cNvSpPr/>
            <p:nvPr/>
          </p:nvSpPr>
          <p:spPr>
            <a:xfrm>
              <a:off x="0" y="353615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76" name="Google Shape;676;p26"/>
            <p:cNvSpPr/>
            <p:nvPr/>
          </p:nvSpPr>
          <p:spPr>
            <a:xfrm>
              <a:off x="0" y="3857613"/>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77" name="Google Shape;677;p26"/>
            <p:cNvSpPr/>
            <p:nvPr/>
          </p:nvSpPr>
          <p:spPr>
            <a:xfrm>
              <a:off x="0" y="417910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78" name="Google Shape;678;p26"/>
            <p:cNvSpPr/>
            <p:nvPr/>
          </p:nvSpPr>
          <p:spPr>
            <a:xfrm>
              <a:off x="0" y="450055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79" name="Google Shape;679;p26"/>
            <p:cNvSpPr/>
            <p:nvPr/>
          </p:nvSpPr>
          <p:spPr>
            <a:xfrm>
              <a:off x="0" y="482205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80" name="Google Shape;680;p26"/>
            <p:cNvSpPr/>
            <p:nvPr/>
          </p:nvSpPr>
          <p:spPr>
            <a:xfrm>
              <a:off x="0" y="32145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81" name="Google Shape;681;p26"/>
            <p:cNvSpPr/>
            <p:nvPr/>
          </p:nvSpPr>
          <p:spPr>
            <a:xfrm>
              <a:off x="0" y="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grpSp>
      <p:sp>
        <p:nvSpPr>
          <p:cNvPr id="682" name="Google Shape;682;p26"/>
          <p:cNvSpPr/>
          <p:nvPr/>
        </p:nvSpPr>
        <p:spPr>
          <a:xfrm flipH="1">
            <a:off x="15564000" y="-2641268"/>
            <a:ext cx="4819800" cy="4820400"/>
          </a:xfrm>
          <a:prstGeom prst="ellipse">
            <a:avLst/>
          </a:prstGeom>
          <a:solidFill>
            <a:srgbClr val="018146"/>
          </a:solidFill>
          <a:ln>
            <a:noFill/>
          </a:ln>
        </p:spPr>
        <p:txBody>
          <a:bodyPr anchorCtr="0" anchor="ctr" bIns="182850" lIns="182850" spcFirstLastPara="1" rIns="182850" wrap="square" tIns="182850">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83" name="Google Shape;683;p26"/>
          <p:cNvSpPr/>
          <p:nvPr/>
        </p:nvSpPr>
        <p:spPr>
          <a:xfrm>
            <a:off x="5657840" y="9028394"/>
            <a:ext cx="7386600" cy="3223200"/>
          </a:xfrm>
          <a:prstGeom prst="roundRect">
            <a:avLst>
              <a:gd fmla="val 50000" name="adj"/>
            </a:avLst>
          </a:prstGeom>
          <a:solidFill>
            <a:srgbClr val="018146"/>
          </a:solidFill>
          <a:ln>
            <a:noFill/>
          </a:ln>
        </p:spPr>
        <p:txBody>
          <a:bodyPr anchorCtr="0" anchor="ctr" bIns="182850" lIns="182850" spcFirstLastPara="1" rIns="182850" wrap="square" tIns="182850">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grpSp>
        <p:nvGrpSpPr>
          <p:cNvPr id="684" name="Google Shape;684;p26"/>
          <p:cNvGrpSpPr/>
          <p:nvPr/>
        </p:nvGrpSpPr>
        <p:grpSpPr>
          <a:xfrm flipH="1" rot="10800000">
            <a:off x="-788240" y="-877894"/>
            <a:ext cx="8147200" cy="2047107"/>
            <a:chOff x="1073950" y="3718675"/>
            <a:chExt cx="4073600" cy="1023400"/>
          </a:xfrm>
        </p:grpSpPr>
        <p:sp>
          <p:nvSpPr>
            <p:cNvPr id="685" name="Google Shape;685;p26"/>
            <p:cNvSpPr/>
            <p:nvPr/>
          </p:nvSpPr>
          <p:spPr>
            <a:xfrm>
              <a:off x="1073950" y="3718675"/>
              <a:ext cx="4073600" cy="1023400"/>
            </a:xfrm>
            <a:custGeom>
              <a:rect b="b" l="l" r="r" t="t"/>
              <a:pathLst>
                <a:path extrusionOk="0" h="40936" w="162944">
                  <a:moveTo>
                    <a:pt x="4837" y="1"/>
                  </a:moveTo>
                  <a:lnTo>
                    <a:pt x="4357" y="41"/>
                  </a:lnTo>
                  <a:lnTo>
                    <a:pt x="3878" y="81"/>
                  </a:lnTo>
                  <a:lnTo>
                    <a:pt x="3398" y="201"/>
                  </a:lnTo>
                  <a:lnTo>
                    <a:pt x="2958" y="400"/>
                  </a:lnTo>
                  <a:lnTo>
                    <a:pt x="2519" y="600"/>
                  </a:lnTo>
                  <a:lnTo>
                    <a:pt x="2119" y="840"/>
                  </a:lnTo>
                  <a:lnTo>
                    <a:pt x="1759" y="1120"/>
                  </a:lnTo>
                  <a:lnTo>
                    <a:pt x="1399" y="1400"/>
                  </a:lnTo>
                  <a:lnTo>
                    <a:pt x="1119" y="1760"/>
                  </a:lnTo>
                  <a:lnTo>
                    <a:pt x="840" y="2119"/>
                  </a:lnTo>
                  <a:lnTo>
                    <a:pt x="600" y="2519"/>
                  </a:lnTo>
                  <a:lnTo>
                    <a:pt x="400" y="2959"/>
                  </a:lnTo>
                  <a:lnTo>
                    <a:pt x="200" y="3399"/>
                  </a:lnTo>
                  <a:lnTo>
                    <a:pt x="80" y="3878"/>
                  </a:lnTo>
                  <a:lnTo>
                    <a:pt x="40" y="4358"/>
                  </a:lnTo>
                  <a:lnTo>
                    <a:pt x="0" y="4838"/>
                  </a:lnTo>
                  <a:lnTo>
                    <a:pt x="0" y="36099"/>
                  </a:lnTo>
                  <a:lnTo>
                    <a:pt x="40" y="36579"/>
                  </a:lnTo>
                  <a:lnTo>
                    <a:pt x="80" y="37058"/>
                  </a:lnTo>
                  <a:lnTo>
                    <a:pt x="200" y="37538"/>
                  </a:lnTo>
                  <a:lnTo>
                    <a:pt x="400" y="37978"/>
                  </a:lnTo>
                  <a:lnTo>
                    <a:pt x="600" y="38418"/>
                  </a:lnTo>
                  <a:lnTo>
                    <a:pt x="840" y="38817"/>
                  </a:lnTo>
                  <a:lnTo>
                    <a:pt x="1119" y="39177"/>
                  </a:lnTo>
                  <a:lnTo>
                    <a:pt x="1399" y="39537"/>
                  </a:lnTo>
                  <a:lnTo>
                    <a:pt x="1759" y="39817"/>
                  </a:lnTo>
                  <a:lnTo>
                    <a:pt x="2119" y="40097"/>
                  </a:lnTo>
                  <a:lnTo>
                    <a:pt x="2519" y="40336"/>
                  </a:lnTo>
                  <a:lnTo>
                    <a:pt x="2958" y="40536"/>
                  </a:lnTo>
                  <a:lnTo>
                    <a:pt x="3398" y="40736"/>
                  </a:lnTo>
                  <a:lnTo>
                    <a:pt x="3878" y="40856"/>
                  </a:lnTo>
                  <a:lnTo>
                    <a:pt x="4357" y="40896"/>
                  </a:lnTo>
                  <a:lnTo>
                    <a:pt x="4837" y="40936"/>
                  </a:lnTo>
                  <a:lnTo>
                    <a:pt x="158106" y="40936"/>
                  </a:lnTo>
                  <a:lnTo>
                    <a:pt x="158586" y="40896"/>
                  </a:lnTo>
                  <a:lnTo>
                    <a:pt x="159065" y="40856"/>
                  </a:lnTo>
                  <a:lnTo>
                    <a:pt x="159545" y="40736"/>
                  </a:lnTo>
                  <a:lnTo>
                    <a:pt x="159985" y="40536"/>
                  </a:lnTo>
                  <a:lnTo>
                    <a:pt x="160425" y="40336"/>
                  </a:lnTo>
                  <a:lnTo>
                    <a:pt x="160824" y="40097"/>
                  </a:lnTo>
                  <a:lnTo>
                    <a:pt x="161184" y="39817"/>
                  </a:lnTo>
                  <a:lnTo>
                    <a:pt x="161544" y="39537"/>
                  </a:lnTo>
                  <a:lnTo>
                    <a:pt x="161824" y="39177"/>
                  </a:lnTo>
                  <a:lnTo>
                    <a:pt x="162104" y="38817"/>
                  </a:lnTo>
                  <a:lnTo>
                    <a:pt x="162343" y="38418"/>
                  </a:lnTo>
                  <a:lnTo>
                    <a:pt x="162543" y="37978"/>
                  </a:lnTo>
                  <a:lnTo>
                    <a:pt x="162743" y="37538"/>
                  </a:lnTo>
                  <a:lnTo>
                    <a:pt x="162863" y="37058"/>
                  </a:lnTo>
                  <a:lnTo>
                    <a:pt x="162903" y="36579"/>
                  </a:lnTo>
                  <a:lnTo>
                    <a:pt x="162943" y="36099"/>
                  </a:lnTo>
                  <a:lnTo>
                    <a:pt x="162943" y="4838"/>
                  </a:lnTo>
                  <a:lnTo>
                    <a:pt x="162903" y="4358"/>
                  </a:lnTo>
                  <a:lnTo>
                    <a:pt x="162863" y="3878"/>
                  </a:lnTo>
                  <a:lnTo>
                    <a:pt x="162743" y="3399"/>
                  </a:lnTo>
                  <a:lnTo>
                    <a:pt x="162543" y="2959"/>
                  </a:lnTo>
                  <a:lnTo>
                    <a:pt x="162343" y="2519"/>
                  </a:lnTo>
                  <a:lnTo>
                    <a:pt x="162104" y="2119"/>
                  </a:lnTo>
                  <a:lnTo>
                    <a:pt x="161824" y="1760"/>
                  </a:lnTo>
                  <a:lnTo>
                    <a:pt x="161544" y="1400"/>
                  </a:lnTo>
                  <a:lnTo>
                    <a:pt x="161184" y="1120"/>
                  </a:lnTo>
                  <a:lnTo>
                    <a:pt x="160824" y="840"/>
                  </a:lnTo>
                  <a:lnTo>
                    <a:pt x="160425" y="600"/>
                  </a:lnTo>
                  <a:lnTo>
                    <a:pt x="159985" y="400"/>
                  </a:lnTo>
                  <a:lnTo>
                    <a:pt x="159545" y="201"/>
                  </a:lnTo>
                  <a:lnTo>
                    <a:pt x="159065" y="81"/>
                  </a:lnTo>
                  <a:lnTo>
                    <a:pt x="158586" y="41"/>
                  </a:lnTo>
                  <a:lnTo>
                    <a:pt x="158106" y="1"/>
                  </a:lnTo>
                  <a:close/>
                </a:path>
              </a:pathLst>
            </a:custGeom>
            <a:solidFill>
              <a:schemeClr val="accent2"/>
            </a:solidFill>
            <a:ln cap="flat" cmpd="sng" w="9525">
              <a:solidFill>
                <a:schemeClr val="dk1"/>
              </a:solidFill>
              <a:prstDash val="solid"/>
              <a:round/>
              <a:headEnd len="sm" w="sm" type="none"/>
              <a:tailEnd len="sm" w="sm" type="none"/>
            </a:ln>
            <a:effectLst>
              <a:outerShdw rotWithShape="0" algn="bl" dir="2640000" dist="57150">
                <a:schemeClr val="dk1"/>
              </a:outerShdw>
            </a:effectLst>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86" name="Google Shape;686;p26"/>
            <p:cNvSpPr/>
            <p:nvPr/>
          </p:nvSpPr>
          <p:spPr>
            <a:xfrm>
              <a:off x="1073950" y="3718675"/>
              <a:ext cx="4073600" cy="230900"/>
            </a:xfrm>
            <a:custGeom>
              <a:rect b="b" l="l" r="r" t="t"/>
              <a:pathLst>
                <a:path extrusionOk="0" h="9236" w="162944">
                  <a:moveTo>
                    <a:pt x="4837" y="1"/>
                  </a:moveTo>
                  <a:lnTo>
                    <a:pt x="4357" y="41"/>
                  </a:lnTo>
                  <a:lnTo>
                    <a:pt x="3878" y="81"/>
                  </a:lnTo>
                  <a:lnTo>
                    <a:pt x="3398" y="201"/>
                  </a:lnTo>
                  <a:lnTo>
                    <a:pt x="2958" y="400"/>
                  </a:lnTo>
                  <a:lnTo>
                    <a:pt x="2519" y="600"/>
                  </a:lnTo>
                  <a:lnTo>
                    <a:pt x="2119" y="840"/>
                  </a:lnTo>
                  <a:lnTo>
                    <a:pt x="1759" y="1120"/>
                  </a:lnTo>
                  <a:lnTo>
                    <a:pt x="1399" y="1400"/>
                  </a:lnTo>
                  <a:lnTo>
                    <a:pt x="1119" y="1760"/>
                  </a:lnTo>
                  <a:lnTo>
                    <a:pt x="840" y="2119"/>
                  </a:lnTo>
                  <a:lnTo>
                    <a:pt x="600" y="2519"/>
                  </a:lnTo>
                  <a:lnTo>
                    <a:pt x="400" y="2959"/>
                  </a:lnTo>
                  <a:lnTo>
                    <a:pt x="200" y="3399"/>
                  </a:lnTo>
                  <a:lnTo>
                    <a:pt x="80" y="3878"/>
                  </a:lnTo>
                  <a:lnTo>
                    <a:pt x="40" y="4358"/>
                  </a:lnTo>
                  <a:lnTo>
                    <a:pt x="0" y="4838"/>
                  </a:lnTo>
                  <a:lnTo>
                    <a:pt x="0" y="9235"/>
                  </a:lnTo>
                  <a:lnTo>
                    <a:pt x="162943" y="9235"/>
                  </a:lnTo>
                  <a:lnTo>
                    <a:pt x="162943" y="4838"/>
                  </a:lnTo>
                  <a:lnTo>
                    <a:pt x="162903" y="4358"/>
                  </a:lnTo>
                  <a:lnTo>
                    <a:pt x="162863" y="3878"/>
                  </a:lnTo>
                  <a:lnTo>
                    <a:pt x="162743" y="3399"/>
                  </a:lnTo>
                  <a:lnTo>
                    <a:pt x="162543" y="2959"/>
                  </a:lnTo>
                  <a:lnTo>
                    <a:pt x="162343" y="2519"/>
                  </a:lnTo>
                  <a:lnTo>
                    <a:pt x="162104" y="2119"/>
                  </a:lnTo>
                  <a:lnTo>
                    <a:pt x="161824" y="1760"/>
                  </a:lnTo>
                  <a:lnTo>
                    <a:pt x="161544" y="1400"/>
                  </a:lnTo>
                  <a:lnTo>
                    <a:pt x="161184" y="1120"/>
                  </a:lnTo>
                  <a:lnTo>
                    <a:pt x="160824" y="840"/>
                  </a:lnTo>
                  <a:lnTo>
                    <a:pt x="160425" y="600"/>
                  </a:lnTo>
                  <a:lnTo>
                    <a:pt x="159985" y="400"/>
                  </a:lnTo>
                  <a:lnTo>
                    <a:pt x="159545" y="201"/>
                  </a:lnTo>
                  <a:lnTo>
                    <a:pt x="159065" y="81"/>
                  </a:lnTo>
                  <a:lnTo>
                    <a:pt x="158586" y="41"/>
                  </a:lnTo>
                  <a:lnTo>
                    <a:pt x="158106" y="1"/>
                  </a:lnTo>
                  <a:close/>
                </a:path>
              </a:pathLst>
            </a:custGeom>
            <a:solidFill>
              <a:srgbClr val="EB1C2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grpSp>
      <p:grpSp>
        <p:nvGrpSpPr>
          <p:cNvPr id="687" name="Google Shape;687;p26"/>
          <p:cNvGrpSpPr/>
          <p:nvPr/>
        </p:nvGrpSpPr>
        <p:grpSpPr>
          <a:xfrm flipH="1">
            <a:off x="-2795128" y="6985080"/>
            <a:ext cx="5244509" cy="3416559"/>
            <a:chOff x="7686124" y="3128689"/>
            <a:chExt cx="2622254" cy="1708023"/>
          </a:xfrm>
        </p:grpSpPr>
        <p:grpSp>
          <p:nvGrpSpPr>
            <p:cNvPr id="688" name="Google Shape;688;p26"/>
            <p:cNvGrpSpPr/>
            <p:nvPr/>
          </p:nvGrpSpPr>
          <p:grpSpPr>
            <a:xfrm>
              <a:off x="7686124" y="3760914"/>
              <a:ext cx="1979304" cy="1075798"/>
              <a:chOff x="1073950" y="1380100"/>
              <a:chExt cx="1882900" cy="1023400"/>
            </a:xfrm>
          </p:grpSpPr>
          <p:sp>
            <p:nvSpPr>
              <p:cNvPr id="689" name="Google Shape;689;p26"/>
              <p:cNvSpPr/>
              <p:nvPr/>
            </p:nvSpPr>
            <p:spPr>
              <a:xfrm>
                <a:off x="1073950" y="1380100"/>
                <a:ext cx="1882900" cy="1023400"/>
              </a:xfrm>
              <a:custGeom>
                <a:rect b="b" l="l" r="r" t="t"/>
                <a:pathLst>
                  <a:path extrusionOk="0" h="40936" w="75316">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36098"/>
                    </a:lnTo>
                    <a:lnTo>
                      <a:pt x="40" y="36578"/>
                    </a:lnTo>
                    <a:lnTo>
                      <a:pt x="80" y="37058"/>
                    </a:lnTo>
                    <a:lnTo>
                      <a:pt x="200" y="37537"/>
                    </a:lnTo>
                    <a:lnTo>
                      <a:pt x="400" y="37977"/>
                    </a:lnTo>
                    <a:lnTo>
                      <a:pt x="600" y="38417"/>
                    </a:lnTo>
                    <a:lnTo>
                      <a:pt x="840" y="38817"/>
                    </a:lnTo>
                    <a:lnTo>
                      <a:pt x="1119" y="39176"/>
                    </a:lnTo>
                    <a:lnTo>
                      <a:pt x="1399" y="39536"/>
                    </a:lnTo>
                    <a:lnTo>
                      <a:pt x="1759" y="39816"/>
                    </a:lnTo>
                    <a:lnTo>
                      <a:pt x="2119" y="40096"/>
                    </a:lnTo>
                    <a:lnTo>
                      <a:pt x="2519" y="40336"/>
                    </a:lnTo>
                    <a:lnTo>
                      <a:pt x="2958" y="40536"/>
                    </a:lnTo>
                    <a:lnTo>
                      <a:pt x="3398" y="40735"/>
                    </a:lnTo>
                    <a:lnTo>
                      <a:pt x="3878" y="40855"/>
                    </a:lnTo>
                    <a:lnTo>
                      <a:pt x="4357" y="40895"/>
                    </a:lnTo>
                    <a:lnTo>
                      <a:pt x="4837" y="40935"/>
                    </a:lnTo>
                    <a:lnTo>
                      <a:pt x="70478" y="40935"/>
                    </a:lnTo>
                    <a:lnTo>
                      <a:pt x="70958" y="40895"/>
                    </a:lnTo>
                    <a:lnTo>
                      <a:pt x="71438" y="40855"/>
                    </a:lnTo>
                    <a:lnTo>
                      <a:pt x="71917" y="40735"/>
                    </a:lnTo>
                    <a:lnTo>
                      <a:pt x="72357" y="40536"/>
                    </a:lnTo>
                    <a:lnTo>
                      <a:pt x="72797" y="40336"/>
                    </a:lnTo>
                    <a:lnTo>
                      <a:pt x="73196" y="40096"/>
                    </a:lnTo>
                    <a:lnTo>
                      <a:pt x="73556" y="39816"/>
                    </a:lnTo>
                    <a:lnTo>
                      <a:pt x="73916" y="39536"/>
                    </a:lnTo>
                    <a:lnTo>
                      <a:pt x="74196" y="39176"/>
                    </a:lnTo>
                    <a:lnTo>
                      <a:pt x="74476" y="38817"/>
                    </a:lnTo>
                    <a:lnTo>
                      <a:pt x="74716" y="38417"/>
                    </a:lnTo>
                    <a:lnTo>
                      <a:pt x="74915" y="37977"/>
                    </a:lnTo>
                    <a:lnTo>
                      <a:pt x="75115" y="37537"/>
                    </a:lnTo>
                    <a:lnTo>
                      <a:pt x="75235" y="37058"/>
                    </a:lnTo>
                    <a:lnTo>
                      <a:pt x="75275" y="36578"/>
                    </a:lnTo>
                    <a:lnTo>
                      <a:pt x="75315" y="36098"/>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chemeClr val="accent2"/>
              </a:solidFill>
              <a:ln cap="flat" cmpd="sng" w="9525">
                <a:solidFill>
                  <a:schemeClr val="dk1"/>
                </a:solidFill>
                <a:prstDash val="solid"/>
                <a:round/>
                <a:headEnd len="sm" w="sm" type="none"/>
                <a:tailEnd len="sm" w="sm" type="none"/>
              </a:ln>
              <a:effectLst>
                <a:outerShdw rotWithShape="0" algn="bl" dir="2640000" dist="57150">
                  <a:schemeClr val="dk1"/>
                </a:outerShdw>
              </a:effectLst>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90" name="Google Shape;690;p26"/>
              <p:cNvSpPr/>
              <p:nvPr/>
            </p:nvSpPr>
            <p:spPr>
              <a:xfrm>
                <a:off x="1073950" y="1380100"/>
                <a:ext cx="1882900" cy="230875"/>
              </a:xfrm>
              <a:custGeom>
                <a:rect b="b" l="l" r="r" t="t"/>
                <a:pathLst>
                  <a:path extrusionOk="0" h="9235" w="75316">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9234"/>
                    </a:lnTo>
                    <a:lnTo>
                      <a:pt x="75315" y="9234"/>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grpSp>
        <p:grpSp>
          <p:nvGrpSpPr>
            <p:cNvPr id="691" name="Google Shape;691;p26"/>
            <p:cNvGrpSpPr/>
            <p:nvPr/>
          </p:nvGrpSpPr>
          <p:grpSpPr>
            <a:xfrm>
              <a:off x="7986174" y="3428739"/>
              <a:ext cx="1979304" cy="1075798"/>
              <a:chOff x="1073950" y="1380100"/>
              <a:chExt cx="1882900" cy="1023400"/>
            </a:xfrm>
          </p:grpSpPr>
          <p:sp>
            <p:nvSpPr>
              <p:cNvPr id="692" name="Google Shape;692;p26"/>
              <p:cNvSpPr/>
              <p:nvPr/>
            </p:nvSpPr>
            <p:spPr>
              <a:xfrm>
                <a:off x="1073950" y="1380100"/>
                <a:ext cx="1882900" cy="1023400"/>
              </a:xfrm>
              <a:custGeom>
                <a:rect b="b" l="l" r="r" t="t"/>
                <a:pathLst>
                  <a:path extrusionOk="0" h="40936" w="75316">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36098"/>
                    </a:lnTo>
                    <a:lnTo>
                      <a:pt x="40" y="36578"/>
                    </a:lnTo>
                    <a:lnTo>
                      <a:pt x="80" y="37058"/>
                    </a:lnTo>
                    <a:lnTo>
                      <a:pt x="200" y="37537"/>
                    </a:lnTo>
                    <a:lnTo>
                      <a:pt x="400" y="37977"/>
                    </a:lnTo>
                    <a:lnTo>
                      <a:pt x="600" y="38417"/>
                    </a:lnTo>
                    <a:lnTo>
                      <a:pt x="840" y="38817"/>
                    </a:lnTo>
                    <a:lnTo>
                      <a:pt x="1119" y="39176"/>
                    </a:lnTo>
                    <a:lnTo>
                      <a:pt x="1399" y="39536"/>
                    </a:lnTo>
                    <a:lnTo>
                      <a:pt x="1759" y="39816"/>
                    </a:lnTo>
                    <a:lnTo>
                      <a:pt x="2119" y="40096"/>
                    </a:lnTo>
                    <a:lnTo>
                      <a:pt x="2519" y="40336"/>
                    </a:lnTo>
                    <a:lnTo>
                      <a:pt x="2958" y="40536"/>
                    </a:lnTo>
                    <a:lnTo>
                      <a:pt x="3398" y="40735"/>
                    </a:lnTo>
                    <a:lnTo>
                      <a:pt x="3878" y="40855"/>
                    </a:lnTo>
                    <a:lnTo>
                      <a:pt x="4357" y="40895"/>
                    </a:lnTo>
                    <a:lnTo>
                      <a:pt x="4837" y="40935"/>
                    </a:lnTo>
                    <a:lnTo>
                      <a:pt x="70478" y="40935"/>
                    </a:lnTo>
                    <a:lnTo>
                      <a:pt x="70958" y="40895"/>
                    </a:lnTo>
                    <a:lnTo>
                      <a:pt x="71438" y="40855"/>
                    </a:lnTo>
                    <a:lnTo>
                      <a:pt x="71917" y="40735"/>
                    </a:lnTo>
                    <a:lnTo>
                      <a:pt x="72357" y="40536"/>
                    </a:lnTo>
                    <a:lnTo>
                      <a:pt x="72797" y="40336"/>
                    </a:lnTo>
                    <a:lnTo>
                      <a:pt x="73196" y="40096"/>
                    </a:lnTo>
                    <a:lnTo>
                      <a:pt x="73556" y="39816"/>
                    </a:lnTo>
                    <a:lnTo>
                      <a:pt x="73916" y="39536"/>
                    </a:lnTo>
                    <a:lnTo>
                      <a:pt x="74196" y="39176"/>
                    </a:lnTo>
                    <a:lnTo>
                      <a:pt x="74476" y="38817"/>
                    </a:lnTo>
                    <a:lnTo>
                      <a:pt x="74716" y="38417"/>
                    </a:lnTo>
                    <a:lnTo>
                      <a:pt x="74915" y="37977"/>
                    </a:lnTo>
                    <a:lnTo>
                      <a:pt x="75115" y="37537"/>
                    </a:lnTo>
                    <a:lnTo>
                      <a:pt x="75235" y="37058"/>
                    </a:lnTo>
                    <a:lnTo>
                      <a:pt x="75275" y="36578"/>
                    </a:lnTo>
                    <a:lnTo>
                      <a:pt x="75315" y="36098"/>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chemeClr val="accent2"/>
              </a:solidFill>
              <a:ln cap="flat" cmpd="sng" w="9525">
                <a:solidFill>
                  <a:schemeClr val="dk1"/>
                </a:solidFill>
                <a:prstDash val="solid"/>
                <a:round/>
                <a:headEnd len="sm" w="sm" type="none"/>
                <a:tailEnd len="sm" w="sm" type="none"/>
              </a:ln>
              <a:effectLst>
                <a:outerShdw rotWithShape="0" algn="bl" dir="2640000" dist="57150">
                  <a:schemeClr val="dk1"/>
                </a:outerShdw>
              </a:effectLst>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93" name="Google Shape;693;p26"/>
              <p:cNvSpPr/>
              <p:nvPr/>
            </p:nvSpPr>
            <p:spPr>
              <a:xfrm>
                <a:off x="1073950" y="1380100"/>
                <a:ext cx="1882900" cy="230875"/>
              </a:xfrm>
              <a:custGeom>
                <a:rect b="b" l="l" r="r" t="t"/>
                <a:pathLst>
                  <a:path extrusionOk="0" h="9235" w="75316">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9234"/>
                    </a:lnTo>
                    <a:lnTo>
                      <a:pt x="75315" y="9234"/>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rgbClr val="01814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grpSp>
        <p:grpSp>
          <p:nvGrpSpPr>
            <p:cNvPr id="694" name="Google Shape;694;p26"/>
            <p:cNvGrpSpPr/>
            <p:nvPr/>
          </p:nvGrpSpPr>
          <p:grpSpPr>
            <a:xfrm>
              <a:off x="8329074" y="3128689"/>
              <a:ext cx="1979304" cy="1075798"/>
              <a:chOff x="1073950" y="1380100"/>
              <a:chExt cx="1882900" cy="1023400"/>
            </a:xfrm>
          </p:grpSpPr>
          <p:sp>
            <p:nvSpPr>
              <p:cNvPr id="695" name="Google Shape;695;p26"/>
              <p:cNvSpPr/>
              <p:nvPr/>
            </p:nvSpPr>
            <p:spPr>
              <a:xfrm>
                <a:off x="1073950" y="1380100"/>
                <a:ext cx="1882900" cy="1023400"/>
              </a:xfrm>
              <a:custGeom>
                <a:rect b="b" l="l" r="r" t="t"/>
                <a:pathLst>
                  <a:path extrusionOk="0" h="40936" w="75316">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36098"/>
                    </a:lnTo>
                    <a:lnTo>
                      <a:pt x="40" y="36578"/>
                    </a:lnTo>
                    <a:lnTo>
                      <a:pt x="80" y="37058"/>
                    </a:lnTo>
                    <a:lnTo>
                      <a:pt x="200" y="37537"/>
                    </a:lnTo>
                    <a:lnTo>
                      <a:pt x="400" y="37977"/>
                    </a:lnTo>
                    <a:lnTo>
                      <a:pt x="600" y="38417"/>
                    </a:lnTo>
                    <a:lnTo>
                      <a:pt x="840" y="38817"/>
                    </a:lnTo>
                    <a:lnTo>
                      <a:pt x="1119" y="39176"/>
                    </a:lnTo>
                    <a:lnTo>
                      <a:pt x="1399" y="39536"/>
                    </a:lnTo>
                    <a:lnTo>
                      <a:pt x="1759" y="39816"/>
                    </a:lnTo>
                    <a:lnTo>
                      <a:pt x="2119" y="40096"/>
                    </a:lnTo>
                    <a:lnTo>
                      <a:pt x="2519" y="40336"/>
                    </a:lnTo>
                    <a:lnTo>
                      <a:pt x="2958" y="40536"/>
                    </a:lnTo>
                    <a:lnTo>
                      <a:pt x="3398" y="40735"/>
                    </a:lnTo>
                    <a:lnTo>
                      <a:pt x="3878" y="40855"/>
                    </a:lnTo>
                    <a:lnTo>
                      <a:pt x="4357" y="40895"/>
                    </a:lnTo>
                    <a:lnTo>
                      <a:pt x="4837" y="40935"/>
                    </a:lnTo>
                    <a:lnTo>
                      <a:pt x="70478" y="40935"/>
                    </a:lnTo>
                    <a:lnTo>
                      <a:pt x="70958" y="40895"/>
                    </a:lnTo>
                    <a:lnTo>
                      <a:pt x="71438" y="40855"/>
                    </a:lnTo>
                    <a:lnTo>
                      <a:pt x="71917" y="40735"/>
                    </a:lnTo>
                    <a:lnTo>
                      <a:pt x="72357" y="40536"/>
                    </a:lnTo>
                    <a:lnTo>
                      <a:pt x="72797" y="40336"/>
                    </a:lnTo>
                    <a:lnTo>
                      <a:pt x="73196" y="40096"/>
                    </a:lnTo>
                    <a:lnTo>
                      <a:pt x="73556" y="39816"/>
                    </a:lnTo>
                    <a:lnTo>
                      <a:pt x="73916" y="39536"/>
                    </a:lnTo>
                    <a:lnTo>
                      <a:pt x="74196" y="39176"/>
                    </a:lnTo>
                    <a:lnTo>
                      <a:pt x="74476" y="38817"/>
                    </a:lnTo>
                    <a:lnTo>
                      <a:pt x="74716" y="38417"/>
                    </a:lnTo>
                    <a:lnTo>
                      <a:pt x="74915" y="37977"/>
                    </a:lnTo>
                    <a:lnTo>
                      <a:pt x="75115" y="37537"/>
                    </a:lnTo>
                    <a:lnTo>
                      <a:pt x="75235" y="37058"/>
                    </a:lnTo>
                    <a:lnTo>
                      <a:pt x="75275" y="36578"/>
                    </a:lnTo>
                    <a:lnTo>
                      <a:pt x="75315" y="36098"/>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chemeClr val="accent2"/>
              </a:solidFill>
              <a:ln cap="flat" cmpd="sng" w="9525">
                <a:solidFill>
                  <a:schemeClr val="dk1"/>
                </a:solidFill>
                <a:prstDash val="solid"/>
                <a:round/>
                <a:headEnd len="sm" w="sm" type="none"/>
                <a:tailEnd len="sm" w="sm" type="none"/>
              </a:ln>
              <a:effectLst>
                <a:outerShdw rotWithShape="0" algn="bl" dir="2640000" dist="57150">
                  <a:schemeClr val="dk1"/>
                </a:outerShdw>
              </a:effectLst>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96" name="Google Shape;696;p26"/>
              <p:cNvSpPr/>
              <p:nvPr/>
            </p:nvSpPr>
            <p:spPr>
              <a:xfrm>
                <a:off x="1073950" y="1380100"/>
                <a:ext cx="1882900" cy="230875"/>
              </a:xfrm>
              <a:custGeom>
                <a:rect b="b" l="l" r="r" t="t"/>
                <a:pathLst>
                  <a:path extrusionOk="0" h="9235" w="75316">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9234"/>
                    </a:lnTo>
                    <a:lnTo>
                      <a:pt x="75315" y="9234"/>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rgbClr val="EB1C2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grpSp>
      </p:grpSp>
      <p:grpSp>
        <p:nvGrpSpPr>
          <p:cNvPr id="697" name="Google Shape;697;p26"/>
          <p:cNvGrpSpPr/>
          <p:nvPr/>
        </p:nvGrpSpPr>
        <p:grpSpPr>
          <a:xfrm>
            <a:off x="16676575" y="4344566"/>
            <a:ext cx="3958609" cy="2151903"/>
            <a:chOff x="1073950" y="1380100"/>
            <a:chExt cx="1882900" cy="1023400"/>
          </a:xfrm>
        </p:grpSpPr>
        <p:sp>
          <p:nvSpPr>
            <p:cNvPr id="698" name="Google Shape;698;p26"/>
            <p:cNvSpPr/>
            <p:nvPr/>
          </p:nvSpPr>
          <p:spPr>
            <a:xfrm>
              <a:off x="1073950" y="1380100"/>
              <a:ext cx="1882900" cy="1023400"/>
            </a:xfrm>
            <a:custGeom>
              <a:rect b="b" l="l" r="r" t="t"/>
              <a:pathLst>
                <a:path extrusionOk="0" h="40936" w="75316">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36098"/>
                  </a:lnTo>
                  <a:lnTo>
                    <a:pt x="40" y="36578"/>
                  </a:lnTo>
                  <a:lnTo>
                    <a:pt x="80" y="37058"/>
                  </a:lnTo>
                  <a:lnTo>
                    <a:pt x="200" y="37537"/>
                  </a:lnTo>
                  <a:lnTo>
                    <a:pt x="400" y="37977"/>
                  </a:lnTo>
                  <a:lnTo>
                    <a:pt x="600" y="38417"/>
                  </a:lnTo>
                  <a:lnTo>
                    <a:pt x="840" y="38817"/>
                  </a:lnTo>
                  <a:lnTo>
                    <a:pt x="1119" y="39176"/>
                  </a:lnTo>
                  <a:lnTo>
                    <a:pt x="1399" y="39536"/>
                  </a:lnTo>
                  <a:lnTo>
                    <a:pt x="1759" y="39816"/>
                  </a:lnTo>
                  <a:lnTo>
                    <a:pt x="2119" y="40096"/>
                  </a:lnTo>
                  <a:lnTo>
                    <a:pt x="2519" y="40336"/>
                  </a:lnTo>
                  <a:lnTo>
                    <a:pt x="2958" y="40536"/>
                  </a:lnTo>
                  <a:lnTo>
                    <a:pt x="3398" y="40735"/>
                  </a:lnTo>
                  <a:lnTo>
                    <a:pt x="3878" y="40855"/>
                  </a:lnTo>
                  <a:lnTo>
                    <a:pt x="4357" y="40895"/>
                  </a:lnTo>
                  <a:lnTo>
                    <a:pt x="4837" y="40935"/>
                  </a:lnTo>
                  <a:lnTo>
                    <a:pt x="70478" y="40935"/>
                  </a:lnTo>
                  <a:lnTo>
                    <a:pt x="70958" y="40895"/>
                  </a:lnTo>
                  <a:lnTo>
                    <a:pt x="71438" y="40855"/>
                  </a:lnTo>
                  <a:lnTo>
                    <a:pt x="71917" y="40735"/>
                  </a:lnTo>
                  <a:lnTo>
                    <a:pt x="72357" y="40536"/>
                  </a:lnTo>
                  <a:lnTo>
                    <a:pt x="72797" y="40336"/>
                  </a:lnTo>
                  <a:lnTo>
                    <a:pt x="73196" y="40096"/>
                  </a:lnTo>
                  <a:lnTo>
                    <a:pt x="73556" y="39816"/>
                  </a:lnTo>
                  <a:lnTo>
                    <a:pt x="73916" y="39536"/>
                  </a:lnTo>
                  <a:lnTo>
                    <a:pt x="74196" y="39176"/>
                  </a:lnTo>
                  <a:lnTo>
                    <a:pt x="74476" y="38817"/>
                  </a:lnTo>
                  <a:lnTo>
                    <a:pt x="74716" y="38417"/>
                  </a:lnTo>
                  <a:lnTo>
                    <a:pt x="74915" y="37977"/>
                  </a:lnTo>
                  <a:lnTo>
                    <a:pt x="75115" y="37537"/>
                  </a:lnTo>
                  <a:lnTo>
                    <a:pt x="75235" y="37058"/>
                  </a:lnTo>
                  <a:lnTo>
                    <a:pt x="75275" y="36578"/>
                  </a:lnTo>
                  <a:lnTo>
                    <a:pt x="75315" y="36098"/>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chemeClr val="accent2"/>
            </a:solidFill>
            <a:ln cap="flat" cmpd="sng" w="9525">
              <a:solidFill>
                <a:schemeClr val="dk1"/>
              </a:solidFill>
              <a:prstDash val="solid"/>
              <a:round/>
              <a:headEnd len="sm" w="sm" type="none"/>
              <a:tailEnd len="sm" w="sm" type="none"/>
            </a:ln>
            <a:effectLst>
              <a:outerShdw rotWithShape="0" algn="bl" dir="2640000" dist="57150">
                <a:schemeClr val="dk1"/>
              </a:outerShdw>
            </a:effectLst>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99" name="Google Shape;699;p26"/>
            <p:cNvSpPr/>
            <p:nvPr/>
          </p:nvSpPr>
          <p:spPr>
            <a:xfrm>
              <a:off x="1073950" y="1380100"/>
              <a:ext cx="1882900" cy="230875"/>
            </a:xfrm>
            <a:custGeom>
              <a:rect b="b" l="l" r="r" t="t"/>
              <a:pathLst>
                <a:path extrusionOk="0" h="9235" w="75316">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9234"/>
                  </a:lnTo>
                  <a:lnTo>
                    <a:pt x="75315" y="9234"/>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rgbClr val="01814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grpSp>
      <p:grpSp>
        <p:nvGrpSpPr>
          <p:cNvPr id="700" name="Google Shape;700;p26"/>
          <p:cNvGrpSpPr/>
          <p:nvPr/>
        </p:nvGrpSpPr>
        <p:grpSpPr>
          <a:xfrm>
            <a:off x="17276675" y="3680113"/>
            <a:ext cx="3958609" cy="2151903"/>
            <a:chOff x="1073950" y="1380100"/>
            <a:chExt cx="1882900" cy="1023400"/>
          </a:xfrm>
        </p:grpSpPr>
        <p:sp>
          <p:nvSpPr>
            <p:cNvPr id="701" name="Google Shape;701;p26"/>
            <p:cNvSpPr/>
            <p:nvPr/>
          </p:nvSpPr>
          <p:spPr>
            <a:xfrm>
              <a:off x="1073950" y="1380100"/>
              <a:ext cx="1882900" cy="1023400"/>
            </a:xfrm>
            <a:custGeom>
              <a:rect b="b" l="l" r="r" t="t"/>
              <a:pathLst>
                <a:path extrusionOk="0" h="40936" w="75316">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36098"/>
                  </a:lnTo>
                  <a:lnTo>
                    <a:pt x="40" y="36578"/>
                  </a:lnTo>
                  <a:lnTo>
                    <a:pt x="80" y="37058"/>
                  </a:lnTo>
                  <a:lnTo>
                    <a:pt x="200" y="37537"/>
                  </a:lnTo>
                  <a:lnTo>
                    <a:pt x="400" y="37977"/>
                  </a:lnTo>
                  <a:lnTo>
                    <a:pt x="600" y="38417"/>
                  </a:lnTo>
                  <a:lnTo>
                    <a:pt x="840" y="38817"/>
                  </a:lnTo>
                  <a:lnTo>
                    <a:pt x="1119" y="39176"/>
                  </a:lnTo>
                  <a:lnTo>
                    <a:pt x="1399" y="39536"/>
                  </a:lnTo>
                  <a:lnTo>
                    <a:pt x="1759" y="39816"/>
                  </a:lnTo>
                  <a:lnTo>
                    <a:pt x="2119" y="40096"/>
                  </a:lnTo>
                  <a:lnTo>
                    <a:pt x="2519" y="40336"/>
                  </a:lnTo>
                  <a:lnTo>
                    <a:pt x="2958" y="40536"/>
                  </a:lnTo>
                  <a:lnTo>
                    <a:pt x="3398" y="40735"/>
                  </a:lnTo>
                  <a:lnTo>
                    <a:pt x="3878" y="40855"/>
                  </a:lnTo>
                  <a:lnTo>
                    <a:pt x="4357" y="40895"/>
                  </a:lnTo>
                  <a:lnTo>
                    <a:pt x="4837" y="40935"/>
                  </a:lnTo>
                  <a:lnTo>
                    <a:pt x="70478" y="40935"/>
                  </a:lnTo>
                  <a:lnTo>
                    <a:pt x="70958" y="40895"/>
                  </a:lnTo>
                  <a:lnTo>
                    <a:pt x="71438" y="40855"/>
                  </a:lnTo>
                  <a:lnTo>
                    <a:pt x="71917" y="40735"/>
                  </a:lnTo>
                  <a:lnTo>
                    <a:pt x="72357" y="40536"/>
                  </a:lnTo>
                  <a:lnTo>
                    <a:pt x="72797" y="40336"/>
                  </a:lnTo>
                  <a:lnTo>
                    <a:pt x="73196" y="40096"/>
                  </a:lnTo>
                  <a:lnTo>
                    <a:pt x="73556" y="39816"/>
                  </a:lnTo>
                  <a:lnTo>
                    <a:pt x="73916" y="39536"/>
                  </a:lnTo>
                  <a:lnTo>
                    <a:pt x="74196" y="39176"/>
                  </a:lnTo>
                  <a:lnTo>
                    <a:pt x="74476" y="38817"/>
                  </a:lnTo>
                  <a:lnTo>
                    <a:pt x="74716" y="38417"/>
                  </a:lnTo>
                  <a:lnTo>
                    <a:pt x="74915" y="37977"/>
                  </a:lnTo>
                  <a:lnTo>
                    <a:pt x="75115" y="37537"/>
                  </a:lnTo>
                  <a:lnTo>
                    <a:pt x="75235" y="37058"/>
                  </a:lnTo>
                  <a:lnTo>
                    <a:pt x="75275" y="36578"/>
                  </a:lnTo>
                  <a:lnTo>
                    <a:pt x="75315" y="36098"/>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chemeClr val="accent2"/>
            </a:solidFill>
            <a:ln cap="flat" cmpd="sng" w="9525">
              <a:solidFill>
                <a:schemeClr val="dk1"/>
              </a:solidFill>
              <a:prstDash val="solid"/>
              <a:round/>
              <a:headEnd len="sm" w="sm" type="none"/>
              <a:tailEnd len="sm" w="sm" type="none"/>
            </a:ln>
            <a:effectLst>
              <a:outerShdw rotWithShape="0" algn="bl" dir="2640000" dist="57150">
                <a:schemeClr val="dk1"/>
              </a:outerShdw>
            </a:effectLst>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702" name="Google Shape;702;p26"/>
            <p:cNvSpPr/>
            <p:nvPr/>
          </p:nvSpPr>
          <p:spPr>
            <a:xfrm>
              <a:off x="1073950" y="1380100"/>
              <a:ext cx="1882900" cy="230875"/>
            </a:xfrm>
            <a:custGeom>
              <a:rect b="b" l="l" r="r" t="t"/>
              <a:pathLst>
                <a:path extrusionOk="0" h="9235" w="75316">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9234"/>
                  </a:lnTo>
                  <a:lnTo>
                    <a:pt x="75315" y="9234"/>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rgbClr val="EB1C2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grpSp>
      <p:grpSp>
        <p:nvGrpSpPr>
          <p:cNvPr id="703" name="Google Shape;703;p26"/>
          <p:cNvGrpSpPr/>
          <p:nvPr/>
        </p:nvGrpSpPr>
        <p:grpSpPr>
          <a:xfrm>
            <a:off x="14508833" y="8482378"/>
            <a:ext cx="6610261" cy="4315360"/>
            <a:chOff x="5351400" y="1380100"/>
            <a:chExt cx="2866300" cy="1870875"/>
          </a:xfrm>
        </p:grpSpPr>
        <p:sp>
          <p:nvSpPr>
            <p:cNvPr id="704" name="Google Shape;704;p26"/>
            <p:cNvSpPr/>
            <p:nvPr/>
          </p:nvSpPr>
          <p:spPr>
            <a:xfrm>
              <a:off x="5351400" y="1380100"/>
              <a:ext cx="2866300" cy="1870875"/>
            </a:xfrm>
            <a:custGeom>
              <a:rect b="b" l="l" r="r" t="t"/>
              <a:pathLst>
                <a:path extrusionOk="0" h="74835" w="114652">
                  <a:moveTo>
                    <a:pt x="4837" y="0"/>
                  </a:moveTo>
                  <a:lnTo>
                    <a:pt x="4358" y="40"/>
                  </a:lnTo>
                  <a:lnTo>
                    <a:pt x="3878" y="80"/>
                  </a:lnTo>
                  <a:lnTo>
                    <a:pt x="3398" y="200"/>
                  </a:lnTo>
                  <a:lnTo>
                    <a:pt x="2958" y="400"/>
                  </a:lnTo>
                  <a:lnTo>
                    <a:pt x="2519" y="600"/>
                  </a:lnTo>
                  <a:lnTo>
                    <a:pt x="2119" y="839"/>
                  </a:lnTo>
                  <a:lnTo>
                    <a:pt x="1759" y="1119"/>
                  </a:lnTo>
                  <a:lnTo>
                    <a:pt x="1399" y="1399"/>
                  </a:lnTo>
                  <a:lnTo>
                    <a:pt x="1120" y="1759"/>
                  </a:lnTo>
                  <a:lnTo>
                    <a:pt x="840" y="2119"/>
                  </a:lnTo>
                  <a:lnTo>
                    <a:pt x="600" y="2518"/>
                  </a:lnTo>
                  <a:lnTo>
                    <a:pt x="400" y="2958"/>
                  </a:lnTo>
                  <a:lnTo>
                    <a:pt x="200" y="3398"/>
                  </a:lnTo>
                  <a:lnTo>
                    <a:pt x="80" y="3878"/>
                  </a:lnTo>
                  <a:lnTo>
                    <a:pt x="40" y="4357"/>
                  </a:lnTo>
                  <a:lnTo>
                    <a:pt x="0" y="4837"/>
                  </a:lnTo>
                  <a:lnTo>
                    <a:pt x="0" y="69998"/>
                  </a:lnTo>
                  <a:lnTo>
                    <a:pt x="40" y="70478"/>
                  </a:lnTo>
                  <a:lnTo>
                    <a:pt x="80" y="70957"/>
                  </a:lnTo>
                  <a:lnTo>
                    <a:pt x="200" y="71437"/>
                  </a:lnTo>
                  <a:lnTo>
                    <a:pt x="400" y="71877"/>
                  </a:lnTo>
                  <a:lnTo>
                    <a:pt x="600" y="72316"/>
                  </a:lnTo>
                  <a:lnTo>
                    <a:pt x="840" y="72716"/>
                  </a:lnTo>
                  <a:lnTo>
                    <a:pt x="1120" y="73076"/>
                  </a:lnTo>
                  <a:lnTo>
                    <a:pt x="1399" y="73436"/>
                  </a:lnTo>
                  <a:lnTo>
                    <a:pt x="1759" y="73716"/>
                  </a:lnTo>
                  <a:lnTo>
                    <a:pt x="2119" y="73995"/>
                  </a:lnTo>
                  <a:lnTo>
                    <a:pt x="2519" y="74235"/>
                  </a:lnTo>
                  <a:lnTo>
                    <a:pt x="2958" y="74435"/>
                  </a:lnTo>
                  <a:lnTo>
                    <a:pt x="3398" y="74635"/>
                  </a:lnTo>
                  <a:lnTo>
                    <a:pt x="3878" y="74755"/>
                  </a:lnTo>
                  <a:lnTo>
                    <a:pt x="4358" y="74795"/>
                  </a:lnTo>
                  <a:lnTo>
                    <a:pt x="4837" y="74835"/>
                  </a:lnTo>
                  <a:lnTo>
                    <a:pt x="109815" y="74835"/>
                  </a:lnTo>
                  <a:lnTo>
                    <a:pt x="110295" y="74795"/>
                  </a:lnTo>
                  <a:lnTo>
                    <a:pt x="110774" y="74755"/>
                  </a:lnTo>
                  <a:lnTo>
                    <a:pt x="111254" y="74635"/>
                  </a:lnTo>
                  <a:lnTo>
                    <a:pt x="111694" y="74435"/>
                  </a:lnTo>
                  <a:lnTo>
                    <a:pt x="112134" y="74235"/>
                  </a:lnTo>
                  <a:lnTo>
                    <a:pt x="112533" y="73995"/>
                  </a:lnTo>
                  <a:lnTo>
                    <a:pt x="112893" y="73716"/>
                  </a:lnTo>
                  <a:lnTo>
                    <a:pt x="113253" y="73436"/>
                  </a:lnTo>
                  <a:lnTo>
                    <a:pt x="113533" y="73076"/>
                  </a:lnTo>
                  <a:lnTo>
                    <a:pt x="113813" y="72716"/>
                  </a:lnTo>
                  <a:lnTo>
                    <a:pt x="114052" y="72316"/>
                  </a:lnTo>
                  <a:lnTo>
                    <a:pt x="114252" y="71877"/>
                  </a:lnTo>
                  <a:lnTo>
                    <a:pt x="114452" y="71437"/>
                  </a:lnTo>
                  <a:lnTo>
                    <a:pt x="114572" y="70957"/>
                  </a:lnTo>
                  <a:lnTo>
                    <a:pt x="114612" y="70478"/>
                  </a:lnTo>
                  <a:lnTo>
                    <a:pt x="114652" y="69998"/>
                  </a:lnTo>
                  <a:lnTo>
                    <a:pt x="114652" y="4837"/>
                  </a:lnTo>
                  <a:lnTo>
                    <a:pt x="114612" y="4357"/>
                  </a:lnTo>
                  <a:lnTo>
                    <a:pt x="114572" y="3878"/>
                  </a:lnTo>
                  <a:lnTo>
                    <a:pt x="114452" y="3398"/>
                  </a:lnTo>
                  <a:lnTo>
                    <a:pt x="114252" y="2958"/>
                  </a:lnTo>
                  <a:lnTo>
                    <a:pt x="114052" y="2518"/>
                  </a:lnTo>
                  <a:lnTo>
                    <a:pt x="113813" y="2119"/>
                  </a:lnTo>
                  <a:lnTo>
                    <a:pt x="113533" y="1759"/>
                  </a:lnTo>
                  <a:lnTo>
                    <a:pt x="113253" y="1399"/>
                  </a:lnTo>
                  <a:lnTo>
                    <a:pt x="112893" y="1119"/>
                  </a:lnTo>
                  <a:lnTo>
                    <a:pt x="112533" y="839"/>
                  </a:lnTo>
                  <a:lnTo>
                    <a:pt x="112134" y="600"/>
                  </a:lnTo>
                  <a:lnTo>
                    <a:pt x="111694" y="400"/>
                  </a:lnTo>
                  <a:lnTo>
                    <a:pt x="111254" y="200"/>
                  </a:lnTo>
                  <a:lnTo>
                    <a:pt x="110774" y="80"/>
                  </a:lnTo>
                  <a:lnTo>
                    <a:pt x="110295" y="40"/>
                  </a:lnTo>
                  <a:lnTo>
                    <a:pt x="109815" y="0"/>
                  </a:lnTo>
                  <a:close/>
                </a:path>
              </a:pathLst>
            </a:custGeom>
            <a:solidFill>
              <a:schemeClr val="accent2"/>
            </a:solidFill>
            <a:ln cap="flat" cmpd="sng" w="9525">
              <a:solidFill>
                <a:schemeClr val="dk1"/>
              </a:solidFill>
              <a:prstDash val="solid"/>
              <a:round/>
              <a:headEnd len="sm" w="sm" type="none"/>
              <a:tailEnd len="sm" w="sm" type="none"/>
            </a:ln>
            <a:effectLst>
              <a:outerShdw rotWithShape="0" algn="bl" dir="2640000" dist="57150">
                <a:schemeClr val="dk1"/>
              </a:outerShdw>
            </a:effectLst>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705" name="Google Shape;705;p26"/>
            <p:cNvSpPr/>
            <p:nvPr/>
          </p:nvSpPr>
          <p:spPr>
            <a:xfrm>
              <a:off x="5351400" y="1380100"/>
              <a:ext cx="2866300" cy="230875"/>
            </a:xfrm>
            <a:custGeom>
              <a:rect b="b" l="l" r="r" t="t"/>
              <a:pathLst>
                <a:path extrusionOk="0" h="9235" w="114652">
                  <a:moveTo>
                    <a:pt x="4837" y="0"/>
                  </a:moveTo>
                  <a:lnTo>
                    <a:pt x="4358" y="40"/>
                  </a:lnTo>
                  <a:lnTo>
                    <a:pt x="3878" y="80"/>
                  </a:lnTo>
                  <a:lnTo>
                    <a:pt x="3398" y="200"/>
                  </a:lnTo>
                  <a:lnTo>
                    <a:pt x="2958" y="400"/>
                  </a:lnTo>
                  <a:lnTo>
                    <a:pt x="2519" y="600"/>
                  </a:lnTo>
                  <a:lnTo>
                    <a:pt x="2119" y="839"/>
                  </a:lnTo>
                  <a:lnTo>
                    <a:pt x="1759" y="1119"/>
                  </a:lnTo>
                  <a:lnTo>
                    <a:pt x="1399" y="1399"/>
                  </a:lnTo>
                  <a:lnTo>
                    <a:pt x="1120" y="1759"/>
                  </a:lnTo>
                  <a:lnTo>
                    <a:pt x="840" y="2119"/>
                  </a:lnTo>
                  <a:lnTo>
                    <a:pt x="600" y="2518"/>
                  </a:lnTo>
                  <a:lnTo>
                    <a:pt x="400" y="2958"/>
                  </a:lnTo>
                  <a:lnTo>
                    <a:pt x="200" y="3398"/>
                  </a:lnTo>
                  <a:lnTo>
                    <a:pt x="80" y="3878"/>
                  </a:lnTo>
                  <a:lnTo>
                    <a:pt x="40" y="4357"/>
                  </a:lnTo>
                  <a:lnTo>
                    <a:pt x="0" y="4837"/>
                  </a:lnTo>
                  <a:lnTo>
                    <a:pt x="0" y="9234"/>
                  </a:lnTo>
                  <a:lnTo>
                    <a:pt x="114652" y="9234"/>
                  </a:lnTo>
                  <a:lnTo>
                    <a:pt x="114652" y="4837"/>
                  </a:lnTo>
                  <a:lnTo>
                    <a:pt x="114612" y="4357"/>
                  </a:lnTo>
                  <a:lnTo>
                    <a:pt x="114572" y="3878"/>
                  </a:lnTo>
                  <a:lnTo>
                    <a:pt x="114452" y="3398"/>
                  </a:lnTo>
                  <a:lnTo>
                    <a:pt x="114252" y="2958"/>
                  </a:lnTo>
                  <a:lnTo>
                    <a:pt x="114052" y="2518"/>
                  </a:lnTo>
                  <a:lnTo>
                    <a:pt x="113813" y="2119"/>
                  </a:lnTo>
                  <a:lnTo>
                    <a:pt x="113533" y="1759"/>
                  </a:lnTo>
                  <a:lnTo>
                    <a:pt x="113253" y="1399"/>
                  </a:lnTo>
                  <a:lnTo>
                    <a:pt x="112893" y="1119"/>
                  </a:lnTo>
                  <a:lnTo>
                    <a:pt x="112533" y="839"/>
                  </a:lnTo>
                  <a:lnTo>
                    <a:pt x="112134" y="600"/>
                  </a:lnTo>
                  <a:lnTo>
                    <a:pt x="111694" y="400"/>
                  </a:lnTo>
                  <a:lnTo>
                    <a:pt x="111254" y="200"/>
                  </a:lnTo>
                  <a:lnTo>
                    <a:pt x="110774" y="80"/>
                  </a:lnTo>
                  <a:lnTo>
                    <a:pt x="110295" y="40"/>
                  </a:lnTo>
                  <a:lnTo>
                    <a:pt x="109815" y="0"/>
                  </a:lnTo>
                  <a:close/>
                </a:path>
              </a:pathLst>
            </a:custGeom>
            <a:solidFill>
              <a:srgbClr val="01814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5"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6600"/>
              <a:buFont typeface="Playfair Display"/>
              <a:buNone/>
              <a:defRPr b="0" i="0" sz="6600" u="none" cap="none" strike="noStrike">
                <a:solidFill>
                  <a:schemeClr val="dk1"/>
                </a:solidFill>
                <a:latin typeface="Playfair Display"/>
                <a:ea typeface="Playfair Display"/>
                <a:cs typeface="Playfair Display"/>
                <a:sym typeface="Playfair Display"/>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1" name="Google Shape;11;p1"/>
          <p:cNvSpPr txBox="1"/>
          <p:nvPr>
            <p:ph idx="1" type="body"/>
          </p:nvPr>
        </p:nvSpPr>
        <p:spPr>
          <a:xfrm>
            <a:off x="1042988" y="2493893"/>
            <a:ext cx="16771500" cy="6528000"/>
          </a:xfrm>
          <a:prstGeom prst="rect">
            <a:avLst/>
          </a:prstGeom>
          <a:noFill/>
          <a:ln>
            <a:noFill/>
          </a:ln>
        </p:spPr>
        <p:txBody>
          <a:bodyPr anchorCtr="0" anchor="t" bIns="45700" lIns="91425" spcFirstLastPara="1" rIns="91425" wrap="square" tIns="45700">
            <a:normAutofit/>
          </a:bodyPr>
          <a:lstStyle>
            <a:lvl1pPr indent="-495300" lvl="0" marL="457200" marR="0" rtl="0" algn="l">
              <a:lnSpc>
                <a:spcPct val="90000"/>
              </a:lnSpc>
              <a:spcBef>
                <a:spcPts val="1500"/>
              </a:spcBef>
              <a:spcAft>
                <a:spcPts val="0"/>
              </a:spcAft>
              <a:buClr>
                <a:schemeClr val="dk1"/>
              </a:buClr>
              <a:buSzPts val="4200"/>
              <a:buFont typeface="Arial"/>
              <a:buChar char="•"/>
              <a:defRPr b="0" i="0" sz="4200" u="none" cap="none" strike="noStrike">
                <a:solidFill>
                  <a:schemeClr val="dk1"/>
                </a:solidFill>
                <a:latin typeface="Roboto"/>
                <a:ea typeface="Roboto"/>
                <a:cs typeface="Roboto"/>
                <a:sym typeface="Roboto"/>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Roboto"/>
                <a:ea typeface="Roboto"/>
                <a:cs typeface="Roboto"/>
                <a:sym typeface="Roboto"/>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Roboto"/>
                <a:ea typeface="Roboto"/>
                <a:cs typeface="Roboto"/>
                <a:sym typeface="Roboto"/>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9pPr>
          </a:lstStyle>
          <a:p/>
        </p:txBody>
      </p:sp>
      <p:sp>
        <p:nvSpPr>
          <p:cNvPr id="12" name="Google Shape;12;p1"/>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solidFill>
                  <a:srgbClr val="919091"/>
                </a:solidFill>
                <a:latin typeface="Roboto"/>
                <a:ea typeface="Roboto"/>
                <a:cs typeface="Roboto"/>
                <a:sym typeface="Roboto"/>
              </a:defRPr>
            </a:lvl1pPr>
            <a:lvl2pPr lvl="1"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2pPr>
            <a:lvl3pPr lvl="2"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3pPr>
            <a:lvl4pPr lvl="3"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4pPr>
            <a:lvl5pPr lvl="4"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5pPr>
            <a:lvl6pPr lvl="5"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6pPr>
            <a:lvl7pPr lvl="6"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7pPr>
            <a:lvl8pPr lvl="7"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8pPr>
            <a:lvl9pPr lvl="8"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9pPr>
          </a:lstStyle>
          <a:p/>
        </p:txBody>
      </p:sp>
      <p:sp>
        <p:nvSpPr>
          <p:cNvPr id="13" name="Google Shape;13;p1"/>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800" u="none" cap="none" strike="noStrike">
                <a:solidFill>
                  <a:srgbClr val="919091"/>
                </a:solidFill>
                <a:latin typeface="Roboto"/>
                <a:ea typeface="Roboto"/>
                <a:cs typeface="Roboto"/>
                <a:sym typeface="Roboto"/>
              </a:defRPr>
            </a:lvl1pPr>
            <a:lvl2pPr lvl="1"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2pPr>
            <a:lvl3pPr lvl="2"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3pPr>
            <a:lvl4pPr lvl="3"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4pPr>
            <a:lvl5pPr lvl="4"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5pPr>
            <a:lvl6pPr lvl="5"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6pPr>
            <a:lvl7pPr lvl="6"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7pPr>
            <a:lvl8pPr lvl="7"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8pPr>
            <a:lvl9pPr lvl="8"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9pPr>
          </a:lstStyle>
          <a:p/>
        </p:txBody>
      </p:sp>
      <p:sp>
        <p:nvSpPr>
          <p:cNvPr id="14" name="Google Shape;14;p1"/>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800" u="none" cap="none" strike="noStrike">
                <a:solidFill>
                  <a:srgbClr val="919091"/>
                </a:solidFill>
                <a:latin typeface="Roboto"/>
                <a:ea typeface="Roboto"/>
                <a:cs typeface="Roboto"/>
                <a:sym typeface="Roboto"/>
              </a:defRPr>
            </a:lvl1pPr>
            <a:lvl2pPr indent="0" lvl="1" marL="0" marR="0" rtl="0" algn="r">
              <a:spcBef>
                <a:spcPts val="0"/>
              </a:spcBef>
              <a:buNone/>
              <a:defRPr b="0" i="0" sz="1800" u="none" cap="none" strike="noStrike">
                <a:solidFill>
                  <a:srgbClr val="919091"/>
                </a:solidFill>
                <a:latin typeface="Roboto"/>
                <a:ea typeface="Roboto"/>
                <a:cs typeface="Roboto"/>
                <a:sym typeface="Roboto"/>
              </a:defRPr>
            </a:lvl2pPr>
            <a:lvl3pPr indent="0" lvl="2" marL="0" marR="0" rtl="0" algn="r">
              <a:spcBef>
                <a:spcPts val="0"/>
              </a:spcBef>
              <a:buNone/>
              <a:defRPr b="0" i="0" sz="1800" u="none" cap="none" strike="noStrike">
                <a:solidFill>
                  <a:srgbClr val="919091"/>
                </a:solidFill>
                <a:latin typeface="Roboto"/>
                <a:ea typeface="Roboto"/>
                <a:cs typeface="Roboto"/>
                <a:sym typeface="Roboto"/>
              </a:defRPr>
            </a:lvl3pPr>
            <a:lvl4pPr indent="0" lvl="3" marL="0" marR="0" rtl="0" algn="r">
              <a:spcBef>
                <a:spcPts val="0"/>
              </a:spcBef>
              <a:buNone/>
              <a:defRPr b="0" i="0" sz="1800" u="none" cap="none" strike="noStrike">
                <a:solidFill>
                  <a:srgbClr val="919091"/>
                </a:solidFill>
                <a:latin typeface="Roboto"/>
                <a:ea typeface="Roboto"/>
                <a:cs typeface="Roboto"/>
                <a:sym typeface="Roboto"/>
              </a:defRPr>
            </a:lvl4pPr>
            <a:lvl5pPr indent="0" lvl="4" marL="0" marR="0" rtl="0" algn="r">
              <a:spcBef>
                <a:spcPts val="0"/>
              </a:spcBef>
              <a:buNone/>
              <a:defRPr b="0" i="0" sz="1800" u="none" cap="none" strike="noStrike">
                <a:solidFill>
                  <a:srgbClr val="919091"/>
                </a:solidFill>
                <a:latin typeface="Roboto"/>
                <a:ea typeface="Roboto"/>
                <a:cs typeface="Roboto"/>
                <a:sym typeface="Roboto"/>
              </a:defRPr>
            </a:lvl5pPr>
            <a:lvl6pPr indent="0" lvl="5" marL="0" marR="0" rtl="0" algn="r">
              <a:spcBef>
                <a:spcPts val="0"/>
              </a:spcBef>
              <a:buNone/>
              <a:defRPr b="0" i="0" sz="1800" u="none" cap="none" strike="noStrike">
                <a:solidFill>
                  <a:srgbClr val="919091"/>
                </a:solidFill>
                <a:latin typeface="Roboto"/>
                <a:ea typeface="Roboto"/>
                <a:cs typeface="Roboto"/>
                <a:sym typeface="Roboto"/>
              </a:defRPr>
            </a:lvl6pPr>
            <a:lvl7pPr indent="0" lvl="6" marL="0" marR="0" rtl="0" algn="r">
              <a:spcBef>
                <a:spcPts val="0"/>
              </a:spcBef>
              <a:buNone/>
              <a:defRPr b="0" i="0" sz="1800" u="none" cap="none" strike="noStrike">
                <a:solidFill>
                  <a:srgbClr val="919091"/>
                </a:solidFill>
                <a:latin typeface="Roboto"/>
                <a:ea typeface="Roboto"/>
                <a:cs typeface="Roboto"/>
                <a:sym typeface="Roboto"/>
              </a:defRPr>
            </a:lvl7pPr>
            <a:lvl8pPr indent="0" lvl="7" marL="0" marR="0" rtl="0" algn="r">
              <a:spcBef>
                <a:spcPts val="0"/>
              </a:spcBef>
              <a:buNone/>
              <a:defRPr b="0" i="0" sz="1800" u="none" cap="none" strike="noStrike">
                <a:solidFill>
                  <a:srgbClr val="919091"/>
                </a:solidFill>
                <a:latin typeface="Roboto"/>
                <a:ea typeface="Roboto"/>
                <a:cs typeface="Roboto"/>
                <a:sym typeface="Roboto"/>
              </a:defRPr>
            </a:lvl8pPr>
            <a:lvl9pPr indent="0" lvl="8" marL="0" marR="0" rtl="0" algn="r">
              <a:spcBef>
                <a:spcPts val="0"/>
              </a:spcBef>
              <a:buNone/>
              <a:defRPr b="0" i="0" sz="1800" u="none" cap="none" strike="noStrike">
                <a:solidFill>
                  <a:srgbClr val="91909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cxnSp>
        <p:nvCxnSpPr>
          <p:cNvPr id="15" name="Google Shape;15;p1"/>
          <p:cNvCxnSpPr/>
          <p:nvPr/>
        </p:nvCxnSpPr>
        <p:spPr>
          <a:xfrm>
            <a:off x="473529" y="395691"/>
            <a:ext cx="0" cy="791400"/>
          </a:xfrm>
          <a:prstGeom prst="straightConnector1">
            <a:avLst/>
          </a:prstGeom>
          <a:noFill/>
          <a:ln cap="flat" cmpd="sng" w="57150">
            <a:solidFill>
              <a:schemeClr val="lt2"/>
            </a:solidFill>
            <a:prstDash val="solid"/>
            <a:miter lim="800000"/>
            <a:headEnd len="sm" w="sm" type="none"/>
            <a:tailEnd len="sm" w="sm" type="none"/>
          </a:ln>
        </p:spPr>
      </p:cxnSp>
      <p:grpSp>
        <p:nvGrpSpPr>
          <p:cNvPr id="16" name="Google Shape;16;p1"/>
          <p:cNvGrpSpPr/>
          <p:nvPr/>
        </p:nvGrpSpPr>
        <p:grpSpPr>
          <a:xfrm>
            <a:off x="15035298" y="6804554"/>
            <a:ext cx="3814543" cy="3899555"/>
            <a:chOff x="9414500" y="3211685"/>
            <a:chExt cx="1939368" cy="1982287"/>
          </a:xfrm>
        </p:grpSpPr>
        <p:sp>
          <p:nvSpPr>
            <p:cNvPr id="17" name="Google Shape;17;p1"/>
            <p:cNvSpPr/>
            <p:nvPr/>
          </p:nvSpPr>
          <p:spPr>
            <a:xfrm>
              <a:off x="9414500" y="3673801"/>
              <a:ext cx="924300" cy="924300"/>
            </a:xfrm>
            <a:prstGeom prst="ellipse">
              <a:avLst/>
            </a:prstGeom>
            <a:noFill/>
            <a:ln cap="flat" cmpd="sng" w="28575">
              <a:solidFill>
                <a:schemeClr val="dk2">
                  <a:alpha val="2392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18" name="Google Shape;18;p1"/>
            <p:cNvSpPr/>
            <p:nvPr/>
          </p:nvSpPr>
          <p:spPr>
            <a:xfrm>
              <a:off x="10429568" y="3211685"/>
              <a:ext cx="924300" cy="924300"/>
            </a:xfrm>
            <a:prstGeom prst="ellipse">
              <a:avLst/>
            </a:prstGeom>
            <a:noFill/>
            <a:ln cap="flat" cmpd="sng" w="28575">
              <a:solidFill>
                <a:schemeClr val="dk2">
                  <a:alpha val="2392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19" name="Google Shape;19;p1"/>
            <p:cNvSpPr/>
            <p:nvPr/>
          </p:nvSpPr>
          <p:spPr>
            <a:xfrm>
              <a:off x="10338732" y="4269672"/>
              <a:ext cx="924300" cy="924300"/>
            </a:xfrm>
            <a:prstGeom prst="ellipse">
              <a:avLst/>
            </a:prstGeom>
            <a:noFill/>
            <a:ln cap="flat" cmpd="sng" w="28575">
              <a:solidFill>
                <a:schemeClr val="dk2">
                  <a:alpha val="2392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grpSp>
      <p:pic>
        <p:nvPicPr>
          <p:cNvPr descr="Logo" id="20" name="Google Shape;20;p1"/>
          <p:cNvPicPr preferRelativeResize="0"/>
          <p:nvPr/>
        </p:nvPicPr>
        <p:blipFill rotWithShape="1">
          <a:blip r:embed="rId1">
            <a:alphaModFix/>
          </a:blip>
          <a:srcRect b="0" l="0" r="0" t="0"/>
          <a:stretch/>
        </p:blipFill>
        <p:spPr>
          <a:xfrm>
            <a:off x="15347287" y="204820"/>
            <a:ext cx="2643364" cy="68144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241">
          <p15:clr>
            <a:srgbClr val="F26B43"/>
          </p15:clr>
        </p15:guide>
        <p15:guide id="2" pos="5760">
          <p15:clr>
            <a:srgbClr val="F26B43"/>
          </p15:clr>
        </p15:guide>
        <p15:guide id="3" orient="horz" pos="1574">
          <p15:clr>
            <a:srgbClr val="F26B43"/>
          </p15:clr>
        </p15:guide>
        <p15:guide id="4" pos="284">
          <p15:clr>
            <a:srgbClr val="F26B43"/>
          </p15:clr>
        </p15:guide>
        <p15:guide id="5" pos="7631">
          <p15:clr>
            <a:srgbClr val="F26B43"/>
          </p15:clr>
        </p15:guide>
        <p15:guide id="6" pos="3855">
          <p15:clr>
            <a:srgbClr val="F26B43"/>
          </p15:clr>
        </p15:guide>
        <p15:guide id="7" pos="657">
          <p15:clr>
            <a:srgbClr val="F26B43"/>
          </p15:clr>
        </p15:guide>
        <p15:guide id="8" pos="11226">
          <p15:clr>
            <a:srgbClr val="F26B43"/>
          </p15:clr>
        </p15:guide>
        <p15:guide id="9" pos="1086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197" name="Shape 197"/>
        <p:cNvGrpSpPr/>
        <p:nvPr/>
      </p:nvGrpSpPr>
      <p:grpSpPr>
        <a:xfrm>
          <a:off x="0" y="0"/>
          <a:ext cx="0" cy="0"/>
          <a:chOff x="0" y="0"/>
          <a:chExt cx="0" cy="0"/>
        </a:xfrm>
      </p:grpSpPr>
      <p:sp>
        <p:nvSpPr>
          <p:cNvPr id="198" name="Google Shape;198;p25"/>
          <p:cNvSpPr txBox="1"/>
          <p:nvPr>
            <p:ph type="title"/>
          </p:nvPr>
        </p:nvSpPr>
        <p:spPr>
          <a:xfrm>
            <a:off x="1440000" y="956140"/>
            <a:ext cx="15408000" cy="11301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100"/>
              <a:buFont typeface="Public Sans Black"/>
              <a:buNone/>
              <a:defRPr b="0" i="0" sz="3100" u="none" cap="none" strike="noStrike">
                <a:solidFill>
                  <a:schemeClr val="dk1"/>
                </a:solidFill>
                <a:latin typeface="Public Sans Black"/>
                <a:ea typeface="Public Sans Black"/>
                <a:cs typeface="Public Sans Black"/>
                <a:sym typeface="Public Sans Black"/>
              </a:defRPr>
            </a:lvl1pPr>
            <a:lvl2pPr lvl="1" marR="0" rtl="0" algn="l">
              <a:lnSpc>
                <a:spcPct val="100000"/>
              </a:lnSpc>
              <a:spcBef>
                <a:spcPts val="0"/>
              </a:spcBef>
              <a:spcAft>
                <a:spcPts val="0"/>
              </a:spcAft>
              <a:buClr>
                <a:schemeClr val="dk1"/>
              </a:buClr>
              <a:buSzPts val="3100"/>
              <a:buFont typeface="Public Sans Black"/>
              <a:buNone/>
              <a:defRPr b="0" i="0" sz="3100" u="none" cap="none" strike="noStrike">
                <a:solidFill>
                  <a:schemeClr val="dk1"/>
                </a:solidFill>
                <a:latin typeface="Public Sans Black"/>
                <a:ea typeface="Public Sans Black"/>
                <a:cs typeface="Public Sans Black"/>
                <a:sym typeface="Public Sans Black"/>
              </a:defRPr>
            </a:lvl2pPr>
            <a:lvl3pPr lvl="2" marR="0" rtl="0" algn="l">
              <a:lnSpc>
                <a:spcPct val="100000"/>
              </a:lnSpc>
              <a:spcBef>
                <a:spcPts val="0"/>
              </a:spcBef>
              <a:spcAft>
                <a:spcPts val="0"/>
              </a:spcAft>
              <a:buClr>
                <a:schemeClr val="dk1"/>
              </a:buClr>
              <a:buSzPts val="3100"/>
              <a:buFont typeface="Public Sans Black"/>
              <a:buNone/>
              <a:defRPr b="0" i="0" sz="3100" u="none" cap="none" strike="noStrike">
                <a:solidFill>
                  <a:schemeClr val="dk1"/>
                </a:solidFill>
                <a:latin typeface="Public Sans Black"/>
                <a:ea typeface="Public Sans Black"/>
                <a:cs typeface="Public Sans Black"/>
                <a:sym typeface="Public Sans Black"/>
              </a:defRPr>
            </a:lvl3pPr>
            <a:lvl4pPr lvl="3" marR="0" rtl="0" algn="l">
              <a:lnSpc>
                <a:spcPct val="100000"/>
              </a:lnSpc>
              <a:spcBef>
                <a:spcPts val="0"/>
              </a:spcBef>
              <a:spcAft>
                <a:spcPts val="0"/>
              </a:spcAft>
              <a:buClr>
                <a:schemeClr val="dk1"/>
              </a:buClr>
              <a:buSzPts val="3100"/>
              <a:buFont typeface="Public Sans Black"/>
              <a:buNone/>
              <a:defRPr b="0" i="0" sz="3100" u="none" cap="none" strike="noStrike">
                <a:solidFill>
                  <a:schemeClr val="dk1"/>
                </a:solidFill>
                <a:latin typeface="Public Sans Black"/>
                <a:ea typeface="Public Sans Black"/>
                <a:cs typeface="Public Sans Black"/>
                <a:sym typeface="Public Sans Black"/>
              </a:defRPr>
            </a:lvl4pPr>
            <a:lvl5pPr lvl="4" marR="0" rtl="0" algn="l">
              <a:lnSpc>
                <a:spcPct val="100000"/>
              </a:lnSpc>
              <a:spcBef>
                <a:spcPts val="0"/>
              </a:spcBef>
              <a:spcAft>
                <a:spcPts val="0"/>
              </a:spcAft>
              <a:buClr>
                <a:schemeClr val="dk1"/>
              </a:buClr>
              <a:buSzPts val="3100"/>
              <a:buFont typeface="Public Sans Black"/>
              <a:buNone/>
              <a:defRPr b="0" i="0" sz="3100" u="none" cap="none" strike="noStrike">
                <a:solidFill>
                  <a:schemeClr val="dk1"/>
                </a:solidFill>
                <a:latin typeface="Public Sans Black"/>
                <a:ea typeface="Public Sans Black"/>
                <a:cs typeface="Public Sans Black"/>
                <a:sym typeface="Public Sans Black"/>
              </a:defRPr>
            </a:lvl5pPr>
            <a:lvl6pPr lvl="5" marR="0" rtl="0" algn="l">
              <a:lnSpc>
                <a:spcPct val="100000"/>
              </a:lnSpc>
              <a:spcBef>
                <a:spcPts val="0"/>
              </a:spcBef>
              <a:spcAft>
                <a:spcPts val="0"/>
              </a:spcAft>
              <a:buClr>
                <a:schemeClr val="dk1"/>
              </a:buClr>
              <a:buSzPts val="3100"/>
              <a:buFont typeface="Public Sans Black"/>
              <a:buNone/>
              <a:defRPr b="0" i="0" sz="3100" u="none" cap="none" strike="noStrike">
                <a:solidFill>
                  <a:schemeClr val="dk1"/>
                </a:solidFill>
                <a:latin typeface="Public Sans Black"/>
                <a:ea typeface="Public Sans Black"/>
                <a:cs typeface="Public Sans Black"/>
                <a:sym typeface="Public Sans Black"/>
              </a:defRPr>
            </a:lvl6pPr>
            <a:lvl7pPr lvl="6" marR="0" rtl="0" algn="l">
              <a:lnSpc>
                <a:spcPct val="100000"/>
              </a:lnSpc>
              <a:spcBef>
                <a:spcPts val="0"/>
              </a:spcBef>
              <a:spcAft>
                <a:spcPts val="0"/>
              </a:spcAft>
              <a:buClr>
                <a:schemeClr val="dk1"/>
              </a:buClr>
              <a:buSzPts val="3100"/>
              <a:buFont typeface="Public Sans Black"/>
              <a:buNone/>
              <a:defRPr b="0" i="0" sz="3100" u="none" cap="none" strike="noStrike">
                <a:solidFill>
                  <a:schemeClr val="dk1"/>
                </a:solidFill>
                <a:latin typeface="Public Sans Black"/>
                <a:ea typeface="Public Sans Black"/>
                <a:cs typeface="Public Sans Black"/>
                <a:sym typeface="Public Sans Black"/>
              </a:defRPr>
            </a:lvl7pPr>
            <a:lvl8pPr lvl="7" marR="0" rtl="0" algn="l">
              <a:lnSpc>
                <a:spcPct val="100000"/>
              </a:lnSpc>
              <a:spcBef>
                <a:spcPts val="0"/>
              </a:spcBef>
              <a:spcAft>
                <a:spcPts val="0"/>
              </a:spcAft>
              <a:buClr>
                <a:schemeClr val="dk1"/>
              </a:buClr>
              <a:buSzPts val="3100"/>
              <a:buFont typeface="Public Sans Black"/>
              <a:buNone/>
              <a:defRPr b="0" i="0" sz="3100" u="none" cap="none" strike="noStrike">
                <a:solidFill>
                  <a:schemeClr val="dk1"/>
                </a:solidFill>
                <a:latin typeface="Public Sans Black"/>
                <a:ea typeface="Public Sans Black"/>
                <a:cs typeface="Public Sans Black"/>
                <a:sym typeface="Public Sans Black"/>
              </a:defRPr>
            </a:lvl8pPr>
            <a:lvl9pPr lvl="8" marR="0" rtl="0" algn="l">
              <a:lnSpc>
                <a:spcPct val="100000"/>
              </a:lnSpc>
              <a:spcBef>
                <a:spcPts val="0"/>
              </a:spcBef>
              <a:spcAft>
                <a:spcPts val="0"/>
              </a:spcAft>
              <a:buClr>
                <a:schemeClr val="dk1"/>
              </a:buClr>
              <a:buSzPts val="3100"/>
              <a:buFont typeface="Public Sans Black"/>
              <a:buNone/>
              <a:defRPr b="0" i="0" sz="3100" u="none" cap="none" strike="noStrike">
                <a:solidFill>
                  <a:schemeClr val="dk1"/>
                </a:solidFill>
                <a:latin typeface="Public Sans Black"/>
                <a:ea typeface="Public Sans Black"/>
                <a:cs typeface="Public Sans Black"/>
                <a:sym typeface="Public Sans Black"/>
              </a:defRPr>
            </a:lvl9pPr>
          </a:lstStyle>
          <a:p/>
        </p:txBody>
      </p:sp>
      <p:sp>
        <p:nvSpPr>
          <p:cNvPr id="199" name="Google Shape;199;p25"/>
          <p:cNvSpPr txBox="1"/>
          <p:nvPr>
            <p:ph idx="1" type="body"/>
          </p:nvPr>
        </p:nvSpPr>
        <p:spPr>
          <a:xfrm>
            <a:off x="1440000" y="2286303"/>
            <a:ext cx="15408000" cy="67419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chemeClr val="dk1"/>
              </a:buClr>
              <a:buSzPts val="1400"/>
              <a:buFont typeface="Lexend"/>
              <a:buChar char="●"/>
              <a:defRPr b="0" i="0" sz="2800" u="none" cap="none" strike="noStrike">
                <a:solidFill>
                  <a:schemeClr val="dk1"/>
                </a:solidFill>
                <a:latin typeface="Lexend"/>
                <a:ea typeface="Lexend"/>
                <a:cs typeface="Lexend"/>
                <a:sym typeface="Lexend"/>
              </a:defRPr>
            </a:lvl1pPr>
            <a:lvl2pPr indent="-317500" lvl="1" marL="914400" marR="0" rtl="0" algn="l">
              <a:lnSpc>
                <a:spcPct val="100000"/>
              </a:lnSpc>
              <a:spcBef>
                <a:spcPts val="1600"/>
              </a:spcBef>
              <a:spcAft>
                <a:spcPts val="0"/>
              </a:spcAft>
              <a:buClr>
                <a:schemeClr val="dk1"/>
              </a:buClr>
              <a:buSzPts val="1400"/>
              <a:buFont typeface="Lexend"/>
              <a:buChar char="○"/>
              <a:defRPr b="0" i="0" sz="2800" u="none" cap="none" strike="noStrike">
                <a:solidFill>
                  <a:schemeClr val="dk1"/>
                </a:solidFill>
                <a:latin typeface="Lexend"/>
                <a:ea typeface="Lexend"/>
                <a:cs typeface="Lexend"/>
                <a:sym typeface="Lexend"/>
              </a:defRPr>
            </a:lvl2pPr>
            <a:lvl3pPr indent="-317500" lvl="2" marL="1371600" marR="0" rtl="0" algn="l">
              <a:lnSpc>
                <a:spcPct val="100000"/>
              </a:lnSpc>
              <a:spcBef>
                <a:spcPts val="1600"/>
              </a:spcBef>
              <a:spcAft>
                <a:spcPts val="0"/>
              </a:spcAft>
              <a:buClr>
                <a:schemeClr val="dk1"/>
              </a:buClr>
              <a:buSzPts val="1400"/>
              <a:buFont typeface="Lexend"/>
              <a:buChar char="■"/>
              <a:defRPr b="0" i="0" sz="2800" u="none" cap="none" strike="noStrike">
                <a:solidFill>
                  <a:schemeClr val="dk1"/>
                </a:solidFill>
                <a:latin typeface="Lexend"/>
                <a:ea typeface="Lexend"/>
                <a:cs typeface="Lexend"/>
                <a:sym typeface="Lexend"/>
              </a:defRPr>
            </a:lvl3pPr>
            <a:lvl4pPr indent="-317500" lvl="3" marL="1828800" marR="0" rtl="0" algn="l">
              <a:lnSpc>
                <a:spcPct val="100000"/>
              </a:lnSpc>
              <a:spcBef>
                <a:spcPts val="1600"/>
              </a:spcBef>
              <a:spcAft>
                <a:spcPts val="0"/>
              </a:spcAft>
              <a:buClr>
                <a:schemeClr val="dk1"/>
              </a:buClr>
              <a:buSzPts val="1400"/>
              <a:buFont typeface="Lexend"/>
              <a:buChar char="●"/>
              <a:defRPr b="0" i="0" sz="2800" u="none" cap="none" strike="noStrike">
                <a:solidFill>
                  <a:schemeClr val="dk1"/>
                </a:solidFill>
                <a:latin typeface="Lexend"/>
                <a:ea typeface="Lexend"/>
                <a:cs typeface="Lexend"/>
                <a:sym typeface="Lexend"/>
              </a:defRPr>
            </a:lvl4pPr>
            <a:lvl5pPr indent="-317500" lvl="4" marL="2286000" marR="0" rtl="0" algn="l">
              <a:lnSpc>
                <a:spcPct val="100000"/>
              </a:lnSpc>
              <a:spcBef>
                <a:spcPts val="1600"/>
              </a:spcBef>
              <a:spcAft>
                <a:spcPts val="0"/>
              </a:spcAft>
              <a:buClr>
                <a:schemeClr val="dk1"/>
              </a:buClr>
              <a:buSzPts val="1400"/>
              <a:buFont typeface="Lexend"/>
              <a:buChar char="○"/>
              <a:defRPr b="0" i="0" sz="2800" u="none" cap="none" strike="noStrike">
                <a:solidFill>
                  <a:schemeClr val="dk1"/>
                </a:solidFill>
                <a:latin typeface="Lexend"/>
                <a:ea typeface="Lexend"/>
                <a:cs typeface="Lexend"/>
                <a:sym typeface="Lexend"/>
              </a:defRPr>
            </a:lvl5pPr>
            <a:lvl6pPr indent="-317500" lvl="5" marL="2743200" marR="0" rtl="0" algn="l">
              <a:lnSpc>
                <a:spcPct val="100000"/>
              </a:lnSpc>
              <a:spcBef>
                <a:spcPts val="1600"/>
              </a:spcBef>
              <a:spcAft>
                <a:spcPts val="0"/>
              </a:spcAft>
              <a:buClr>
                <a:schemeClr val="dk1"/>
              </a:buClr>
              <a:buSzPts val="1400"/>
              <a:buFont typeface="Lexend"/>
              <a:buChar char="■"/>
              <a:defRPr b="0" i="0" sz="2800" u="none" cap="none" strike="noStrike">
                <a:solidFill>
                  <a:schemeClr val="dk1"/>
                </a:solidFill>
                <a:latin typeface="Lexend"/>
                <a:ea typeface="Lexend"/>
                <a:cs typeface="Lexend"/>
                <a:sym typeface="Lexend"/>
              </a:defRPr>
            </a:lvl6pPr>
            <a:lvl7pPr indent="-317500" lvl="6" marL="3200400" marR="0" rtl="0" algn="l">
              <a:lnSpc>
                <a:spcPct val="100000"/>
              </a:lnSpc>
              <a:spcBef>
                <a:spcPts val="1600"/>
              </a:spcBef>
              <a:spcAft>
                <a:spcPts val="0"/>
              </a:spcAft>
              <a:buClr>
                <a:schemeClr val="dk1"/>
              </a:buClr>
              <a:buSzPts val="1400"/>
              <a:buFont typeface="Lexend"/>
              <a:buChar char="●"/>
              <a:defRPr b="0" i="0" sz="2800" u="none" cap="none" strike="noStrike">
                <a:solidFill>
                  <a:schemeClr val="dk1"/>
                </a:solidFill>
                <a:latin typeface="Lexend"/>
                <a:ea typeface="Lexend"/>
                <a:cs typeface="Lexend"/>
                <a:sym typeface="Lexend"/>
              </a:defRPr>
            </a:lvl7pPr>
            <a:lvl8pPr indent="-317500" lvl="7" marL="3657600" marR="0" rtl="0" algn="l">
              <a:lnSpc>
                <a:spcPct val="100000"/>
              </a:lnSpc>
              <a:spcBef>
                <a:spcPts val="1600"/>
              </a:spcBef>
              <a:spcAft>
                <a:spcPts val="0"/>
              </a:spcAft>
              <a:buClr>
                <a:schemeClr val="dk1"/>
              </a:buClr>
              <a:buSzPts val="1400"/>
              <a:buFont typeface="Lexend"/>
              <a:buChar char="○"/>
              <a:defRPr b="0" i="0" sz="2800" u="none" cap="none" strike="noStrike">
                <a:solidFill>
                  <a:schemeClr val="dk1"/>
                </a:solidFill>
                <a:latin typeface="Lexend"/>
                <a:ea typeface="Lexend"/>
                <a:cs typeface="Lexend"/>
                <a:sym typeface="Lexend"/>
              </a:defRPr>
            </a:lvl8pPr>
            <a:lvl9pPr indent="-317500" lvl="8" marL="4114800" marR="0" rtl="0" algn="l">
              <a:lnSpc>
                <a:spcPct val="100000"/>
              </a:lnSpc>
              <a:spcBef>
                <a:spcPts val="1600"/>
              </a:spcBef>
              <a:spcAft>
                <a:spcPts val="1600"/>
              </a:spcAft>
              <a:buClr>
                <a:schemeClr val="dk1"/>
              </a:buClr>
              <a:buSzPts val="1400"/>
              <a:buFont typeface="Lexend"/>
              <a:buChar char="■"/>
              <a:defRPr b="0" i="0" sz="2800" u="none" cap="none" strike="noStrike">
                <a:solidFill>
                  <a:schemeClr val="dk1"/>
                </a:solidFill>
                <a:latin typeface="Lexend"/>
                <a:ea typeface="Lexend"/>
                <a:cs typeface="Lexend"/>
                <a:sym typeface="Lexend"/>
              </a:defRPr>
            </a:lvl9pPr>
          </a:lstStyle>
          <a:p/>
        </p:txBody>
      </p:sp>
    </p:spTree>
  </p:cSld>
  <p:clrMap accent1="accent1" accent2="accent2" accent3="accent3" accent4="accent4" accent5="accent5" accent6="accent6" bg1="lt1" bg2="dk2" tx1="dk1" tx2="lt2" folHlink="folHlink" hlink="hlink"/>
  <p:sldLayoutIdLst>
    <p:sldLayoutId id="214748367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6.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8345"/>
        </a:solidFill>
      </p:bgPr>
    </p:bg>
    <p:spTree>
      <p:nvGrpSpPr>
        <p:cNvPr id="709" name="Shape 709"/>
        <p:cNvGrpSpPr/>
        <p:nvPr/>
      </p:nvGrpSpPr>
      <p:grpSpPr>
        <a:xfrm>
          <a:off x="0" y="0"/>
          <a:ext cx="0" cy="0"/>
          <a:chOff x="0" y="0"/>
          <a:chExt cx="0" cy="0"/>
        </a:xfrm>
      </p:grpSpPr>
      <p:sp>
        <p:nvSpPr>
          <p:cNvPr id="710" name="Google Shape;710;p27"/>
          <p:cNvSpPr txBox="1"/>
          <p:nvPr/>
        </p:nvSpPr>
        <p:spPr>
          <a:xfrm>
            <a:off x="2697618" y="1701167"/>
            <a:ext cx="13410900" cy="1280100"/>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Clr>
                <a:srgbClr val="000000"/>
              </a:buClr>
              <a:buSzPts val="10416"/>
              <a:buFont typeface="Arial"/>
              <a:buNone/>
            </a:pPr>
            <a:r>
              <a:rPr b="0" i="0" lang="en-US" sz="8316" u="none" cap="none" strike="noStrike">
                <a:solidFill>
                  <a:srgbClr val="FFFFFF"/>
                </a:solidFill>
                <a:latin typeface="Arial"/>
                <a:ea typeface="Arial"/>
                <a:cs typeface="Arial"/>
                <a:sym typeface="Arial"/>
              </a:rPr>
              <a:t>VSTEP </a:t>
            </a:r>
            <a:r>
              <a:rPr lang="en-US" sz="8316">
                <a:solidFill>
                  <a:srgbClr val="FFFFFF"/>
                </a:solidFill>
              </a:rPr>
              <a:t>B1/B2</a:t>
            </a:r>
            <a:r>
              <a:rPr b="0" i="0" lang="en-US" sz="8316" u="none" cap="none" strike="noStrike">
                <a:solidFill>
                  <a:srgbClr val="FFFFFF"/>
                </a:solidFill>
                <a:latin typeface="Arial"/>
                <a:ea typeface="Arial"/>
                <a:cs typeface="Arial"/>
                <a:sym typeface="Arial"/>
              </a:rPr>
              <a:t> – </a:t>
            </a:r>
            <a:r>
              <a:rPr lang="en-US" sz="8316">
                <a:solidFill>
                  <a:srgbClr val="FFFFFF"/>
                </a:solidFill>
              </a:rPr>
              <a:t>LESSON 8</a:t>
            </a:r>
            <a:endParaRPr b="0" i="0" sz="100" u="none" cap="none" strike="noStrike">
              <a:solidFill>
                <a:srgbClr val="000000"/>
              </a:solidFill>
              <a:latin typeface="Arial"/>
              <a:ea typeface="Arial"/>
              <a:cs typeface="Arial"/>
              <a:sym typeface="Arial"/>
            </a:endParaRPr>
          </a:p>
        </p:txBody>
      </p:sp>
      <p:sp>
        <p:nvSpPr>
          <p:cNvPr id="711" name="Google Shape;711;p27"/>
          <p:cNvSpPr/>
          <p:nvPr/>
        </p:nvSpPr>
        <p:spPr>
          <a:xfrm>
            <a:off x="5161050" y="4770675"/>
            <a:ext cx="8798824" cy="2780147"/>
          </a:xfrm>
          <a:custGeom>
            <a:rect b="b" l="l" r="r" t="t"/>
            <a:pathLst>
              <a:path extrusionOk="0" h="547273" w="2263363">
                <a:moveTo>
                  <a:pt x="45945" y="0"/>
                </a:moveTo>
                <a:lnTo>
                  <a:pt x="2217418" y="0"/>
                </a:lnTo>
                <a:cubicBezTo>
                  <a:pt x="2242793" y="0"/>
                  <a:pt x="2263363" y="20570"/>
                  <a:pt x="2263363" y="45945"/>
                </a:cubicBezTo>
                <a:lnTo>
                  <a:pt x="2263363" y="501328"/>
                </a:lnTo>
                <a:cubicBezTo>
                  <a:pt x="2263363" y="526703"/>
                  <a:pt x="2242793" y="547273"/>
                  <a:pt x="2217418" y="547273"/>
                </a:cubicBezTo>
                <a:lnTo>
                  <a:pt x="45945" y="547273"/>
                </a:lnTo>
                <a:cubicBezTo>
                  <a:pt x="20570" y="547273"/>
                  <a:pt x="0" y="526703"/>
                  <a:pt x="0" y="501328"/>
                </a:cubicBezTo>
                <a:lnTo>
                  <a:pt x="0" y="45945"/>
                </a:lnTo>
                <a:cubicBezTo>
                  <a:pt x="0" y="20570"/>
                  <a:pt x="20570" y="0"/>
                  <a:pt x="45945" y="0"/>
                </a:cubicBezTo>
                <a:close/>
              </a:path>
            </a:pathLst>
          </a:custGeom>
          <a:solidFill>
            <a:srgbClr val="FEFEFE"/>
          </a:solid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2460"/>
              <a:buFont typeface="Arial"/>
              <a:buNone/>
            </a:pPr>
            <a:r>
              <a:rPr lang="en-US" sz="9300">
                <a:solidFill>
                  <a:srgbClr val="018345"/>
                </a:solidFill>
              </a:rPr>
              <a:t>WRITING</a:t>
            </a:r>
            <a:endParaRPr sz="9300">
              <a:solidFill>
                <a:srgbClr val="018345"/>
              </a:solidFill>
            </a:endParaRPr>
          </a:p>
          <a:p>
            <a:pPr indent="0" lvl="0" marL="0" rtl="0" algn="ctr">
              <a:spcBef>
                <a:spcPts val="0"/>
              </a:spcBef>
              <a:spcAft>
                <a:spcPts val="0"/>
              </a:spcAft>
              <a:buClr>
                <a:srgbClr val="000000"/>
              </a:buClr>
              <a:buSzPts val="12460"/>
              <a:buFont typeface="Arial"/>
              <a:buNone/>
            </a:pPr>
            <a:r>
              <a:rPr lang="en-US" sz="6000">
                <a:solidFill>
                  <a:schemeClr val="dk2"/>
                </a:solidFill>
              </a:rPr>
              <a:t>Opinion</a:t>
            </a:r>
            <a:r>
              <a:rPr lang="en-US" sz="6000">
                <a:solidFill>
                  <a:schemeClr val="dk2"/>
                </a:solidFill>
              </a:rPr>
              <a:t> essay</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a:p>
        </p:txBody>
      </p:sp>
      <p:cxnSp>
        <p:nvCxnSpPr>
          <p:cNvPr id="712" name="Google Shape;712;p27"/>
          <p:cNvCxnSpPr/>
          <p:nvPr/>
        </p:nvCxnSpPr>
        <p:spPr>
          <a:xfrm>
            <a:off x="3381380" y="3702753"/>
            <a:ext cx="11699400"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28"/>
          <p:cNvSpPr/>
          <p:nvPr/>
        </p:nvSpPr>
        <p:spPr>
          <a:xfrm>
            <a:off x="8200450" y="9517200"/>
            <a:ext cx="2235000" cy="77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8" name="Google Shape;718;p28"/>
          <p:cNvSpPr txBox="1"/>
          <p:nvPr/>
        </p:nvSpPr>
        <p:spPr>
          <a:xfrm>
            <a:off x="71525" y="3467950"/>
            <a:ext cx="18159900" cy="142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7000">
                <a:solidFill>
                  <a:schemeClr val="dk1"/>
                </a:solidFill>
                <a:latin typeface="Montserrat Medium"/>
                <a:ea typeface="Montserrat Medium"/>
                <a:cs typeface="Montserrat Medium"/>
                <a:sym typeface="Montserrat Medium"/>
              </a:rPr>
              <a:t>DẤU HIỆU NHẬN BIẾT</a:t>
            </a:r>
            <a:endParaRPr sz="7000">
              <a:solidFill>
                <a:schemeClr val="dk1"/>
              </a:solidFill>
              <a:latin typeface="Montserrat Medium"/>
              <a:ea typeface="Montserrat Medium"/>
              <a:cs typeface="Montserrat Medium"/>
              <a:sym typeface="Montserrat Medium"/>
            </a:endParaRPr>
          </a:p>
        </p:txBody>
      </p:sp>
      <p:sp>
        <p:nvSpPr>
          <p:cNvPr id="719" name="Google Shape;719;p28"/>
          <p:cNvSpPr txBox="1"/>
          <p:nvPr/>
        </p:nvSpPr>
        <p:spPr>
          <a:xfrm>
            <a:off x="8657650" y="29575"/>
            <a:ext cx="1836900" cy="1833000"/>
          </a:xfrm>
          <a:prstGeom prst="rect">
            <a:avLst/>
          </a:prstGeom>
          <a:solidFill>
            <a:srgbClr val="006B3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0">
                <a:solidFill>
                  <a:schemeClr val="lt1"/>
                </a:solidFill>
                <a:latin typeface="Montserrat Medium"/>
                <a:ea typeface="Montserrat Medium"/>
                <a:cs typeface="Montserrat Medium"/>
                <a:sym typeface="Montserrat Medium"/>
              </a:rPr>
              <a:t>01</a:t>
            </a:r>
            <a:endParaRPr sz="100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29"/>
          <p:cNvSpPr/>
          <p:nvPr/>
        </p:nvSpPr>
        <p:spPr>
          <a:xfrm>
            <a:off x="18157088" y="2761613"/>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pic>
        <p:nvPicPr>
          <p:cNvPr id="725" name="Google Shape;725;p29"/>
          <p:cNvPicPr preferRelativeResize="0"/>
          <p:nvPr/>
        </p:nvPicPr>
        <p:blipFill>
          <a:blip r:embed="rId4">
            <a:alphaModFix/>
          </a:blip>
          <a:stretch>
            <a:fillRect/>
          </a:stretch>
        </p:blipFill>
        <p:spPr>
          <a:xfrm>
            <a:off x="16875600" y="0"/>
            <a:ext cx="1281499" cy="1281499"/>
          </a:xfrm>
          <a:prstGeom prst="rect">
            <a:avLst/>
          </a:prstGeom>
          <a:noFill/>
          <a:ln>
            <a:noFill/>
          </a:ln>
        </p:spPr>
      </p:pic>
      <p:graphicFrame>
        <p:nvGraphicFramePr>
          <p:cNvPr id="726" name="Google Shape;726;p29"/>
          <p:cNvGraphicFramePr/>
          <p:nvPr/>
        </p:nvGraphicFramePr>
        <p:xfrm>
          <a:off x="1979875" y="1944838"/>
          <a:ext cx="3000000" cy="3000000"/>
        </p:xfrm>
        <a:graphic>
          <a:graphicData uri="http://schemas.openxmlformats.org/drawingml/2006/table">
            <a:tbl>
              <a:tblPr>
                <a:noFill/>
                <a:tableStyleId>{F056378C-3D4B-46D3-BBB8-3A0B07725FAC}</a:tableStyleId>
              </a:tblPr>
              <a:tblGrid>
                <a:gridCol w="1147625"/>
                <a:gridCol w="13608650"/>
              </a:tblGrid>
              <a:tr h="691175">
                <a:tc>
                  <a:txBody>
                    <a:bodyPr/>
                    <a:lstStyle/>
                    <a:p>
                      <a:pPr indent="0" lvl="0" marL="0" rtl="0" algn="ctr">
                        <a:spcBef>
                          <a:spcPts val="0"/>
                        </a:spcBef>
                        <a:spcAft>
                          <a:spcPts val="0"/>
                        </a:spcAft>
                        <a:buNone/>
                      </a:pPr>
                      <a:r>
                        <a:rPr b="1" lang="en-US" sz="2200">
                          <a:solidFill>
                            <a:schemeClr val="lt1"/>
                          </a:solidFill>
                        </a:rPr>
                        <a:t>1</a:t>
                      </a:r>
                      <a:endParaRPr b="1" sz="2200">
                        <a:solidFill>
                          <a:schemeClr val="lt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18146"/>
                    </a:solidFill>
                  </a:tcPr>
                </a:tc>
                <a:tc>
                  <a:txBody>
                    <a:bodyPr/>
                    <a:lstStyle/>
                    <a:p>
                      <a:pPr indent="0" lvl="0" marL="0" rtl="0" algn="just">
                        <a:lnSpc>
                          <a:spcPct val="150000"/>
                        </a:lnSpc>
                        <a:spcBef>
                          <a:spcPts val="0"/>
                        </a:spcBef>
                        <a:spcAft>
                          <a:spcPts val="1000"/>
                        </a:spcAft>
                        <a:buNone/>
                      </a:pPr>
                      <a:r>
                        <a:rPr lang="en-US" sz="2200"/>
                        <a:t> Some people propose that smoking should be banned completely. What is your opinion?</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4E2DB">
                        <a:alpha val="69800"/>
                      </a:srgbClr>
                    </a:solidFill>
                  </a:tcPr>
                </a:tc>
              </a:tr>
              <a:tr h="1867275">
                <a:tc>
                  <a:txBody>
                    <a:bodyPr/>
                    <a:lstStyle/>
                    <a:p>
                      <a:pPr indent="0" lvl="0" marL="0" rtl="0" algn="ctr">
                        <a:spcBef>
                          <a:spcPts val="0"/>
                        </a:spcBef>
                        <a:spcAft>
                          <a:spcPts val="0"/>
                        </a:spcAft>
                        <a:buNone/>
                      </a:pPr>
                      <a:r>
                        <a:rPr b="1" lang="en-US" sz="2200">
                          <a:solidFill>
                            <a:schemeClr val="lt1"/>
                          </a:solidFill>
                        </a:rPr>
                        <a:t>2</a:t>
                      </a:r>
                      <a:endParaRPr b="1" sz="2200">
                        <a:solidFill>
                          <a:schemeClr val="lt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18146"/>
                    </a:solidFill>
                  </a:tcPr>
                </a:tc>
                <a:tc>
                  <a:txBody>
                    <a:bodyPr/>
                    <a:lstStyle/>
                    <a:p>
                      <a:pPr indent="0" lvl="0" marL="0" rtl="0" algn="just">
                        <a:lnSpc>
                          <a:spcPct val="150000"/>
                        </a:lnSpc>
                        <a:spcBef>
                          <a:spcPts val="0"/>
                        </a:spcBef>
                        <a:spcAft>
                          <a:spcPts val="0"/>
                        </a:spcAft>
                        <a:buNone/>
                      </a:pPr>
                      <a:r>
                        <a:rPr lang="en-US" sz="2200"/>
                        <a:t>In some countries, many people suffer from health problems due to eating too much fast food. It is, therefore, necessary for governments to impose a higher tax on this kind of food.</a:t>
                      </a:r>
                      <a:endParaRPr sz="2200"/>
                    </a:p>
                    <a:p>
                      <a:pPr indent="0" lvl="0" marL="0" rtl="0" algn="just">
                        <a:lnSpc>
                          <a:spcPct val="150000"/>
                        </a:lnSpc>
                        <a:spcBef>
                          <a:spcPts val="1000"/>
                        </a:spcBef>
                        <a:spcAft>
                          <a:spcPts val="1000"/>
                        </a:spcAft>
                        <a:buNone/>
                      </a:pPr>
                      <a:r>
                        <a:rPr lang="en-US" sz="2200"/>
                        <a:t>Do you agree or disagree?</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570375">
                <a:tc>
                  <a:txBody>
                    <a:bodyPr/>
                    <a:lstStyle/>
                    <a:p>
                      <a:pPr indent="0" lvl="0" marL="0" rtl="0" algn="ctr">
                        <a:spcBef>
                          <a:spcPts val="0"/>
                        </a:spcBef>
                        <a:spcAft>
                          <a:spcPts val="0"/>
                        </a:spcAft>
                        <a:buNone/>
                      </a:pPr>
                      <a:r>
                        <a:rPr b="1" lang="en-US" sz="2200">
                          <a:solidFill>
                            <a:schemeClr val="lt1"/>
                          </a:solidFill>
                        </a:rPr>
                        <a:t>3</a:t>
                      </a:r>
                      <a:endParaRPr b="1" sz="2200">
                        <a:solidFill>
                          <a:schemeClr val="lt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18146"/>
                    </a:solidFill>
                  </a:tcPr>
                </a:tc>
                <a:tc>
                  <a:txBody>
                    <a:bodyPr/>
                    <a:lstStyle/>
                    <a:p>
                      <a:pPr indent="0" lvl="0" marL="0" rtl="0" algn="just">
                        <a:lnSpc>
                          <a:spcPct val="150000"/>
                        </a:lnSpc>
                        <a:spcBef>
                          <a:spcPts val="1000"/>
                        </a:spcBef>
                        <a:spcAft>
                          <a:spcPts val="0"/>
                        </a:spcAft>
                        <a:buNone/>
                      </a:pPr>
                      <a:r>
                        <a:rPr lang="en-US" sz="2200"/>
                        <a:t>Computers are being used more and more in education and so there will soon be no role for the teacher in education.</a:t>
                      </a:r>
                      <a:endParaRPr sz="2200"/>
                    </a:p>
                    <a:p>
                      <a:pPr indent="0" lvl="0" marL="0" rtl="0" algn="just">
                        <a:lnSpc>
                          <a:spcPct val="150000"/>
                        </a:lnSpc>
                        <a:spcBef>
                          <a:spcPts val="0"/>
                        </a:spcBef>
                        <a:spcAft>
                          <a:spcPts val="1000"/>
                        </a:spcAft>
                        <a:buNone/>
                      </a:pPr>
                      <a:r>
                        <a:rPr lang="en-US" sz="2200"/>
                        <a:t>To what extent do you agree or disagree?</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4E2DB">
                        <a:alpha val="69800"/>
                      </a:srgbClr>
                    </a:solidFill>
                  </a:tcPr>
                </a:tc>
              </a:tr>
              <a:tr h="1052150">
                <a:tc>
                  <a:txBody>
                    <a:bodyPr/>
                    <a:lstStyle/>
                    <a:p>
                      <a:pPr indent="0" lvl="0" marL="0" rtl="0" algn="ctr">
                        <a:spcBef>
                          <a:spcPts val="0"/>
                        </a:spcBef>
                        <a:spcAft>
                          <a:spcPts val="0"/>
                        </a:spcAft>
                        <a:buNone/>
                      </a:pPr>
                      <a:r>
                        <a:rPr b="1" lang="en-US" sz="2200">
                          <a:solidFill>
                            <a:schemeClr val="lt1"/>
                          </a:solidFill>
                        </a:rPr>
                        <a:t>4</a:t>
                      </a:r>
                      <a:endParaRPr b="1" sz="2200">
                        <a:solidFill>
                          <a:schemeClr val="lt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18146"/>
                    </a:solidFill>
                  </a:tcPr>
                </a:tc>
                <a:tc>
                  <a:txBody>
                    <a:bodyPr/>
                    <a:lstStyle/>
                    <a:p>
                      <a:pPr indent="0" lvl="0" marL="0" rtl="0" algn="just">
                        <a:lnSpc>
                          <a:spcPct val="150000"/>
                        </a:lnSpc>
                        <a:spcBef>
                          <a:spcPts val="0"/>
                        </a:spcBef>
                        <a:spcAft>
                          <a:spcPts val="0"/>
                        </a:spcAft>
                        <a:buNone/>
                      </a:pPr>
                      <a:r>
                        <a:rPr lang="en-US" sz="2200"/>
                        <a:t>Scientific research should be carried out and controlled by governments rather than private companies. </a:t>
                      </a:r>
                      <a:endParaRPr sz="2200"/>
                    </a:p>
                    <a:p>
                      <a:pPr indent="0" lvl="0" marL="0" rtl="0" algn="just">
                        <a:lnSpc>
                          <a:spcPct val="150000"/>
                        </a:lnSpc>
                        <a:spcBef>
                          <a:spcPts val="0"/>
                        </a:spcBef>
                        <a:spcAft>
                          <a:spcPts val="0"/>
                        </a:spcAft>
                        <a:buNone/>
                      </a:pPr>
                      <a:r>
                        <a:rPr lang="en-US" sz="2200"/>
                        <a:t>What are your view on this?</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790250">
                <a:tc>
                  <a:txBody>
                    <a:bodyPr/>
                    <a:lstStyle/>
                    <a:p>
                      <a:pPr indent="0" lvl="0" marL="0" rtl="0" algn="ctr">
                        <a:spcBef>
                          <a:spcPts val="0"/>
                        </a:spcBef>
                        <a:spcAft>
                          <a:spcPts val="0"/>
                        </a:spcAft>
                        <a:buNone/>
                      </a:pPr>
                      <a:r>
                        <a:rPr b="1" lang="en-US" sz="2200">
                          <a:solidFill>
                            <a:schemeClr val="lt1"/>
                          </a:solidFill>
                        </a:rPr>
                        <a:t>5</a:t>
                      </a:r>
                      <a:endParaRPr b="1" sz="2200">
                        <a:solidFill>
                          <a:schemeClr val="lt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18146"/>
                    </a:solidFill>
                  </a:tcPr>
                </a:tc>
                <a:tc>
                  <a:txBody>
                    <a:bodyPr/>
                    <a:lstStyle/>
                    <a:p>
                      <a:pPr indent="0" lvl="0" marL="0" rtl="0" algn="l">
                        <a:spcBef>
                          <a:spcPts val="0"/>
                        </a:spcBef>
                        <a:spcAft>
                          <a:spcPts val="0"/>
                        </a:spcAft>
                        <a:buNone/>
                      </a:pPr>
                      <a:r>
                        <a:t/>
                      </a:r>
                      <a:endParaRPr/>
                    </a:p>
                    <a:p>
                      <a:pPr indent="0" lvl="0" marL="0" rtl="0" algn="l">
                        <a:lnSpc>
                          <a:spcPct val="150000"/>
                        </a:lnSpc>
                        <a:spcBef>
                          <a:spcPts val="0"/>
                        </a:spcBef>
                        <a:spcAft>
                          <a:spcPts val="1000"/>
                        </a:spcAft>
                        <a:buNone/>
                      </a:pPr>
                      <a:r>
                        <a:rPr lang="en-US" sz="2200"/>
                        <a:t>The growing number of overweight people is putting a strain on the health care system in an effort to deal with the health issues involved. Some people think that the best way to deal with this problem is to introduce more physical education lessons in the school curriculum. To what extent do you agree or disagree?</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4E2DB">
                        <a:alpha val="69800"/>
                      </a:srgbClr>
                    </a:solidFill>
                  </a:tcPr>
                </a:tc>
              </a:tr>
            </a:tbl>
          </a:graphicData>
        </a:graphic>
      </p:graphicFrame>
      <p:sp>
        <p:nvSpPr>
          <p:cNvPr id="727" name="Google Shape;727;p29"/>
          <p:cNvSpPr txBox="1"/>
          <p:nvPr/>
        </p:nvSpPr>
        <p:spPr>
          <a:xfrm>
            <a:off x="5026000" y="665200"/>
            <a:ext cx="9061800" cy="81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800">
                <a:solidFill>
                  <a:srgbClr val="085630"/>
                </a:solidFill>
                <a:latin typeface="Roboto Medium"/>
                <a:ea typeface="Roboto Medium"/>
                <a:cs typeface="Roboto Medium"/>
                <a:sym typeface="Roboto Medium"/>
              </a:rPr>
              <a:t>CÂU HỎI OPINION ESSAY PHỔ BIẾN</a:t>
            </a:r>
            <a:endParaRPr sz="3800">
              <a:solidFill>
                <a:srgbClr val="085630"/>
              </a:solidFill>
              <a:latin typeface="Roboto Medium"/>
              <a:ea typeface="Roboto Medium"/>
              <a:cs typeface="Roboto Medium"/>
              <a:sym typeface="Roboto Medium"/>
            </a:endParaRPr>
          </a:p>
        </p:txBody>
      </p:sp>
      <p:sp>
        <p:nvSpPr>
          <p:cNvPr id="728" name="Google Shape;728;p29"/>
          <p:cNvSpPr/>
          <p:nvPr/>
        </p:nvSpPr>
        <p:spPr>
          <a:xfrm>
            <a:off x="12523825" y="1944850"/>
            <a:ext cx="1823100" cy="485400"/>
          </a:xfrm>
          <a:prstGeom prst="rect">
            <a:avLst/>
          </a:prstGeom>
          <a:noFill/>
          <a:ln cap="flat" cmpd="sng" w="3810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9" name="Google Shape;729;p29"/>
          <p:cNvSpPr/>
          <p:nvPr/>
        </p:nvSpPr>
        <p:spPr>
          <a:xfrm>
            <a:off x="3640050" y="3777650"/>
            <a:ext cx="2970600" cy="485400"/>
          </a:xfrm>
          <a:prstGeom prst="rect">
            <a:avLst/>
          </a:prstGeom>
          <a:noFill/>
          <a:ln cap="flat" cmpd="sng" w="3810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0" name="Google Shape;730;p29"/>
          <p:cNvSpPr/>
          <p:nvPr/>
        </p:nvSpPr>
        <p:spPr>
          <a:xfrm>
            <a:off x="5425325" y="5499500"/>
            <a:ext cx="2970600" cy="485400"/>
          </a:xfrm>
          <a:prstGeom prst="rect">
            <a:avLst/>
          </a:prstGeom>
          <a:noFill/>
          <a:ln cap="flat" cmpd="sng" w="3810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1" name="Google Shape;731;p29"/>
          <p:cNvSpPr/>
          <p:nvPr/>
        </p:nvSpPr>
        <p:spPr>
          <a:xfrm>
            <a:off x="4404600" y="6640425"/>
            <a:ext cx="1281600" cy="485400"/>
          </a:xfrm>
          <a:prstGeom prst="rect">
            <a:avLst/>
          </a:prstGeom>
          <a:noFill/>
          <a:ln cap="flat" cmpd="sng" w="3810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2" name="Google Shape;732;p29"/>
          <p:cNvSpPr/>
          <p:nvPr/>
        </p:nvSpPr>
        <p:spPr>
          <a:xfrm>
            <a:off x="12664000" y="8430675"/>
            <a:ext cx="2970600" cy="485400"/>
          </a:xfrm>
          <a:prstGeom prst="rect">
            <a:avLst/>
          </a:prstGeom>
          <a:noFill/>
          <a:ln cap="flat" cmpd="sng" w="3810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30"/>
          <p:cNvSpPr/>
          <p:nvPr/>
        </p:nvSpPr>
        <p:spPr>
          <a:xfrm>
            <a:off x="8200450" y="9517200"/>
            <a:ext cx="2235000" cy="77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8" name="Google Shape;738;p30"/>
          <p:cNvSpPr txBox="1"/>
          <p:nvPr/>
        </p:nvSpPr>
        <p:spPr>
          <a:xfrm>
            <a:off x="71525" y="3467950"/>
            <a:ext cx="18159900" cy="142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7000">
                <a:solidFill>
                  <a:schemeClr val="dk1"/>
                </a:solidFill>
                <a:latin typeface="Montserrat Medium"/>
                <a:ea typeface="Montserrat Medium"/>
                <a:cs typeface="Montserrat Medium"/>
                <a:sym typeface="Montserrat Medium"/>
              </a:rPr>
              <a:t>XÁC ĐỊNH YÊU CẦU ĐỀ BÀI</a:t>
            </a:r>
            <a:endParaRPr sz="7000">
              <a:solidFill>
                <a:schemeClr val="dk1"/>
              </a:solidFill>
              <a:latin typeface="Montserrat Medium"/>
              <a:ea typeface="Montserrat Medium"/>
              <a:cs typeface="Montserrat Medium"/>
              <a:sym typeface="Montserrat Medium"/>
            </a:endParaRPr>
          </a:p>
        </p:txBody>
      </p:sp>
      <p:sp>
        <p:nvSpPr>
          <p:cNvPr id="739" name="Google Shape;739;p30"/>
          <p:cNvSpPr txBox="1"/>
          <p:nvPr/>
        </p:nvSpPr>
        <p:spPr>
          <a:xfrm>
            <a:off x="8657650" y="29575"/>
            <a:ext cx="1836900" cy="1833000"/>
          </a:xfrm>
          <a:prstGeom prst="rect">
            <a:avLst/>
          </a:prstGeom>
          <a:solidFill>
            <a:srgbClr val="006B3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0">
                <a:solidFill>
                  <a:schemeClr val="lt1"/>
                </a:solidFill>
                <a:latin typeface="Montserrat Medium"/>
                <a:ea typeface="Montserrat Medium"/>
                <a:cs typeface="Montserrat Medium"/>
                <a:sym typeface="Montserrat Medium"/>
              </a:rPr>
              <a:t>02</a:t>
            </a:r>
            <a:endParaRPr sz="100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31"/>
          <p:cNvSpPr/>
          <p:nvPr/>
        </p:nvSpPr>
        <p:spPr>
          <a:xfrm>
            <a:off x="18157088" y="2761613"/>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pic>
        <p:nvPicPr>
          <p:cNvPr id="745" name="Google Shape;745;p31"/>
          <p:cNvPicPr preferRelativeResize="0"/>
          <p:nvPr/>
        </p:nvPicPr>
        <p:blipFill>
          <a:blip r:embed="rId4">
            <a:alphaModFix/>
          </a:blip>
          <a:stretch>
            <a:fillRect/>
          </a:stretch>
        </p:blipFill>
        <p:spPr>
          <a:xfrm>
            <a:off x="16875600" y="0"/>
            <a:ext cx="1281499" cy="1281499"/>
          </a:xfrm>
          <a:prstGeom prst="rect">
            <a:avLst/>
          </a:prstGeom>
          <a:noFill/>
          <a:ln>
            <a:noFill/>
          </a:ln>
        </p:spPr>
      </p:pic>
      <p:graphicFrame>
        <p:nvGraphicFramePr>
          <p:cNvPr id="746" name="Google Shape;746;p31"/>
          <p:cNvGraphicFramePr/>
          <p:nvPr/>
        </p:nvGraphicFramePr>
        <p:xfrm>
          <a:off x="1982950" y="3408788"/>
          <a:ext cx="3000000" cy="3000000"/>
        </p:xfrm>
        <a:graphic>
          <a:graphicData uri="http://schemas.openxmlformats.org/drawingml/2006/table">
            <a:tbl>
              <a:tblPr>
                <a:noFill/>
                <a:tableStyleId>{F056378C-3D4B-46D3-BBB8-3A0B07725FAC}</a:tableStyleId>
              </a:tblPr>
              <a:tblGrid>
                <a:gridCol w="10995175"/>
                <a:gridCol w="3786500"/>
              </a:tblGrid>
              <a:tr h="681650">
                <a:tc>
                  <a:txBody>
                    <a:bodyPr/>
                    <a:lstStyle/>
                    <a:p>
                      <a:pPr indent="0" lvl="0" marL="0" rtl="0" algn="l">
                        <a:spcBef>
                          <a:spcPts val="0"/>
                        </a:spcBef>
                        <a:spcAft>
                          <a:spcPts val="0"/>
                        </a:spcAft>
                        <a:buNone/>
                      </a:pPr>
                      <a:r>
                        <a:rPr lang="en-US" sz="2000"/>
                        <a:t>Chủ đề: </a:t>
                      </a:r>
                      <a:r>
                        <a:rPr lang="en-US" sz="2000">
                          <a:solidFill>
                            <a:srgbClr val="0000FF"/>
                          </a:solidFill>
                        </a:rPr>
                        <a:t>tax</a:t>
                      </a:r>
                      <a:endParaRPr sz="2000">
                        <a:solidFill>
                          <a:srgbClr val="0000FF"/>
                        </a:solidFill>
                      </a:endParaRPr>
                    </a:p>
                  </a:txBody>
                  <a:tcPr marT="91425" marB="91425" marR="91425" marL="91425"/>
                </a:tc>
                <a:tc>
                  <a:txBody>
                    <a:bodyPr/>
                    <a:lstStyle/>
                    <a:p>
                      <a:pPr indent="0" lvl="0" marL="0" rtl="0" algn="l">
                        <a:spcBef>
                          <a:spcPts val="0"/>
                        </a:spcBef>
                        <a:spcAft>
                          <a:spcPts val="0"/>
                        </a:spcAft>
                        <a:buNone/>
                      </a:pPr>
                      <a:r>
                        <a:rPr lang="en-US" sz="2000"/>
                        <a:t>Themes</a:t>
                      </a:r>
                      <a:endParaRPr sz="2000"/>
                    </a:p>
                  </a:txBody>
                  <a:tcPr marT="91425" marB="91425" marR="91425" marL="91425"/>
                </a:tc>
              </a:tr>
              <a:tr h="681650">
                <a:tc>
                  <a:txBody>
                    <a:bodyPr/>
                    <a:lstStyle/>
                    <a:p>
                      <a:pPr indent="0" lvl="0" marL="0" rtl="0" algn="l">
                        <a:spcBef>
                          <a:spcPts val="0"/>
                        </a:spcBef>
                        <a:spcAft>
                          <a:spcPts val="0"/>
                        </a:spcAft>
                        <a:buNone/>
                      </a:pPr>
                      <a:r>
                        <a:rPr lang="en-US" sz="2000"/>
                        <a:t>(Khía cạnh) Tập trung: </a:t>
                      </a:r>
                      <a:r>
                        <a:rPr lang="en-US" sz="2000">
                          <a:solidFill>
                            <a:srgbClr val="0000FF"/>
                          </a:solidFill>
                        </a:rPr>
                        <a:t>Taxing fast food to reduce health problems</a:t>
                      </a:r>
                      <a:endParaRPr sz="2000">
                        <a:solidFill>
                          <a:srgbClr val="0000FF"/>
                        </a:solidFill>
                      </a:endParaRPr>
                    </a:p>
                  </a:txBody>
                  <a:tcPr marT="91425" marB="91425" marR="91425" marL="91425"/>
                </a:tc>
                <a:tc>
                  <a:txBody>
                    <a:bodyPr/>
                    <a:lstStyle/>
                    <a:p>
                      <a:pPr indent="0" lvl="0" marL="0" rtl="0" algn="l">
                        <a:spcBef>
                          <a:spcPts val="0"/>
                        </a:spcBef>
                        <a:spcAft>
                          <a:spcPts val="0"/>
                        </a:spcAft>
                        <a:buNone/>
                      </a:pPr>
                      <a:r>
                        <a:rPr lang="en-US" sz="2000">
                          <a:solidFill>
                            <a:srgbClr val="0000FF"/>
                          </a:solidFill>
                        </a:rPr>
                        <a:t>eating habit</a:t>
                      </a:r>
                      <a:endParaRPr sz="2000">
                        <a:solidFill>
                          <a:srgbClr val="0000FF"/>
                        </a:solidFill>
                      </a:endParaRPr>
                    </a:p>
                  </a:txBody>
                  <a:tcPr marT="91425" marB="91425" marR="91425" marL="91425"/>
                </a:tc>
              </a:tr>
              <a:tr h="681650">
                <a:tc>
                  <a:txBody>
                    <a:bodyPr/>
                    <a:lstStyle/>
                    <a:p>
                      <a:pPr indent="0" lvl="0" marL="0" rtl="0" algn="l">
                        <a:spcBef>
                          <a:spcPts val="0"/>
                        </a:spcBef>
                        <a:spcAft>
                          <a:spcPts val="0"/>
                        </a:spcAft>
                        <a:buNone/>
                      </a:pPr>
                      <a:r>
                        <a:rPr lang="en-US" sz="2000"/>
                        <a:t>Vấn đề cần trả lời: </a:t>
                      </a:r>
                      <a:r>
                        <a:rPr lang="en-US" sz="2000">
                          <a:solidFill>
                            <a:srgbClr val="0000FF"/>
                          </a:solidFill>
                        </a:rPr>
                        <a:t>Do you agree or disagree</a:t>
                      </a:r>
                      <a:endParaRPr sz="2000">
                        <a:solidFill>
                          <a:srgbClr val="0000FF"/>
                        </a:solidFill>
                      </a:endParaRPr>
                    </a:p>
                  </a:txBody>
                  <a:tcPr marT="91425" marB="91425" marR="91425" marL="91425"/>
                </a:tc>
                <a:tc>
                  <a:txBody>
                    <a:bodyPr/>
                    <a:lstStyle/>
                    <a:p>
                      <a:pPr indent="0" lvl="0" marL="0" rtl="0" algn="l">
                        <a:spcBef>
                          <a:spcPts val="0"/>
                        </a:spcBef>
                        <a:spcAft>
                          <a:spcPts val="0"/>
                        </a:spcAft>
                        <a:buNone/>
                      </a:pPr>
                      <a:r>
                        <a:rPr lang="en-US" sz="2000">
                          <a:solidFill>
                            <a:srgbClr val="0000FF"/>
                          </a:solidFill>
                        </a:rPr>
                        <a:t>Healthcare</a:t>
                      </a:r>
                      <a:endParaRPr sz="2000">
                        <a:solidFill>
                          <a:srgbClr val="0000FF"/>
                        </a:solidFill>
                      </a:endParaRPr>
                    </a:p>
                  </a:txBody>
                  <a:tcPr marT="91425" marB="91425" marR="91425" marL="91425"/>
                </a:tc>
              </a:tr>
              <a:tr h="681650">
                <a:tc>
                  <a:txBody>
                    <a:bodyPr/>
                    <a:lstStyle/>
                    <a:p>
                      <a:pPr indent="0" lvl="0" marL="0" rtl="0" algn="l">
                        <a:spcBef>
                          <a:spcPts val="0"/>
                        </a:spcBef>
                        <a:spcAft>
                          <a:spcPts val="0"/>
                        </a:spcAft>
                        <a:buNone/>
                      </a:pPr>
                      <a:r>
                        <a:rPr lang="en-US" sz="2000"/>
                        <a:t>Quan điểm của tôi: </a:t>
                      </a:r>
                      <a:r>
                        <a:rPr lang="en-US" sz="2000">
                          <a:solidFill>
                            <a:srgbClr val="0000FF"/>
                          </a:solidFill>
                        </a:rPr>
                        <a:t>I agree that </a:t>
                      </a:r>
                      <a:r>
                        <a:rPr lang="en-US" sz="2000">
                          <a:solidFill>
                            <a:srgbClr val="0000FF"/>
                          </a:solidFill>
                        </a:rPr>
                        <a:t>eating too much fast food causes many health problems</a:t>
                      </a:r>
                      <a:endParaRPr sz="2000">
                        <a:solidFill>
                          <a:srgbClr val="0000FF"/>
                        </a:solidFill>
                      </a:endParaRPr>
                    </a:p>
                  </a:txBody>
                  <a:tcPr marT="91425" marB="91425" marR="91425" marL="91425"/>
                </a:tc>
                <a:tc>
                  <a:txBody>
                    <a:bodyPr/>
                    <a:lstStyle/>
                    <a:p>
                      <a:pPr indent="0" lvl="0" marL="0" rtl="0" algn="l">
                        <a:spcBef>
                          <a:spcPts val="0"/>
                        </a:spcBef>
                        <a:spcAft>
                          <a:spcPts val="0"/>
                        </a:spcAft>
                        <a:buNone/>
                      </a:pPr>
                      <a:r>
                        <a:rPr lang="en-US" sz="2000">
                          <a:solidFill>
                            <a:srgbClr val="0000FF"/>
                          </a:solidFill>
                        </a:rPr>
                        <a:t>Food industry</a:t>
                      </a:r>
                      <a:endParaRPr sz="2000">
                        <a:solidFill>
                          <a:srgbClr val="0000FF"/>
                        </a:solidFill>
                      </a:endParaRPr>
                    </a:p>
                  </a:txBody>
                  <a:tcPr marT="91425" marB="91425" marR="91425" marL="91425"/>
                </a:tc>
              </a:tr>
            </a:tbl>
          </a:graphicData>
        </a:graphic>
      </p:graphicFrame>
      <p:sp>
        <p:nvSpPr>
          <p:cNvPr id="747" name="Google Shape;747;p31"/>
          <p:cNvSpPr txBox="1"/>
          <p:nvPr/>
        </p:nvSpPr>
        <p:spPr>
          <a:xfrm>
            <a:off x="2860375" y="1395050"/>
            <a:ext cx="12485400" cy="15324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en-US" sz="2000"/>
              <a:t>In some countries, many people suffer from health problems due to eating too much fast food. It is, therefore, necessary for governments to impose a higher tax on this kind of food.</a:t>
            </a:r>
            <a:endParaRPr sz="2000"/>
          </a:p>
          <a:p>
            <a:pPr indent="0" lvl="0" marL="0" rtl="0" algn="l">
              <a:lnSpc>
                <a:spcPct val="150000"/>
              </a:lnSpc>
              <a:spcBef>
                <a:spcPts val="0"/>
              </a:spcBef>
              <a:spcAft>
                <a:spcPts val="0"/>
              </a:spcAft>
              <a:buNone/>
            </a:pPr>
            <a:r>
              <a:rPr lang="en-US" sz="2000"/>
              <a:t>Do you agree or disagree?</a:t>
            </a:r>
            <a:endParaRPr sz="2000"/>
          </a:p>
        </p:txBody>
      </p:sp>
      <p:grpSp>
        <p:nvGrpSpPr>
          <p:cNvPr id="748" name="Google Shape;748;p31"/>
          <p:cNvGrpSpPr/>
          <p:nvPr/>
        </p:nvGrpSpPr>
        <p:grpSpPr>
          <a:xfrm>
            <a:off x="2289272" y="1281509"/>
            <a:ext cx="397364" cy="586796"/>
            <a:chOff x="2320861" y="1907271"/>
            <a:chExt cx="399000" cy="586796"/>
          </a:xfrm>
        </p:grpSpPr>
        <p:cxnSp>
          <p:nvCxnSpPr>
            <p:cNvPr id="749" name="Google Shape;749;p31"/>
            <p:cNvCxnSpPr/>
            <p:nvPr/>
          </p:nvCxnSpPr>
          <p:spPr>
            <a:xfrm>
              <a:off x="2320865" y="1908767"/>
              <a:ext cx="0" cy="585300"/>
            </a:xfrm>
            <a:prstGeom prst="straightConnector1">
              <a:avLst/>
            </a:prstGeom>
            <a:noFill/>
            <a:ln cap="flat" cmpd="sng" w="19050">
              <a:solidFill>
                <a:srgbClr val="006B37"/>
              </a:solidFill>
              <a:prstDash val="solid"/>
              <a:round/>
              <a:headEnd len="med" w="med" type="none"/>
              <a:tailEnd len="med" w="med" type="none"/>
            </a:ln>
          </p:spPr>
        </p:cxnSp>
        <p:cxnSp>
          <p:nvCxnSpPr>
            <p:cNvPr id="750" name="Google Shape;750;p31"/>
            <p:cNvCxnSpPr/>
            <p:nvPr/>
          </p:nvCxnSpPr>
          <p:spPr>
            <a:xfrm flipH="1" rot="10800000">
              <a:off x="2320861" y="1907271"/>
              <a:ext cx="399000" cy="1500"/>
            </a:xfrm>
            <a:prstGeom prst="straightConnector1">
              <a:avLst/>
            </a:prstGeom>
            <a:noFill/>
            <a:ln cap="flat" cmpd="sng" w="19050">
              <a:solidFill>
                <a:srgbClr val="006B37"/>
              </a:solidFill>
              <a:prstDash val="solid"/>
              <a:round/>
              <a:headEnd len="med" w="med" type="none"/>
              <a:tailEnd len="med" w="med" type="none"/>
            </a:ln>
          </p:spPr>
        </p:cxnSp>
        <p:cxnSp>
          <p:nvCxnSpPr>
            <p:cNvPr id="751" name="Google Shape;751;p31"/>
            <p:cNvCxnSpPr/>
            <p:nvPr/>
          </p:nvCxnSpPr>
          <p:spPr>
            <a:xfrm>
              <a:off x="2418958" y="2002948"/>
              <a:ext cx="0" cy="313200"/>
            </a:xfrm>
            <a:prstGeom prst="straightConnector1">
              <a:avLst/>
            </a:prstGeom>
            <a:noFill/>
            <a:ln cap="flat" cmpd="sng" w="19050">
              <a:solidFill>
                <a:srgbClr val="006B37"/>
              </a:solidFill>
              <a:prstDash val="solid"/>
              <a:round/>
              <a:headEnd len="med" w="med" type="none"/>
              <a:tailEnd len="med" w="med" type="none"/>
            </a:ln>
          </p:spPr>
        </p:cxnSp>
        <p:cxnSp>
          <p:nvCxnSpPr>
            <p:cNvPr id="752" name="Google Shape;752;p31"/>
            <p:cNvCxnSpPr/>
            <p:nvPr/>
          </p:nvCxnSpPr>
          <p:spPr>
            <a:xfrm flipH="1" rot="10800000">
              <a:off x="2418957" y="2002351"/>
              <a:ext cx="202800" cy="600"/>
            </a:xfrm>
            <a:prstGeom prst="straightConnector1">
              <a:avLst/>
            </a:prstGeom>
            <a:noFill/>
            <a:ln cap="flat" cmpd="sng" w="19050">
              <a:solidFill>
                <a:srgbClr val="006B37"/>
              </a:solidFill>
              <a:prstDash val="solid"/>
              <a:round/>
              <a:headEnd len="med" w="med" type="none"/>
              <a:tailEnd len="med" w="med" type="none"/>
            </a:ln>
          </p:spPr>
        </p:cxnSp>
      </p:grpSp>
      <p:grpSp>
        <p:nvGrpSpPr>
          <p:cNvPr id="753" name="Google Shape;753;p31"/>
          <p:cNvGrpSpPr/>
          <p:nvPr/>
        </p:nvGrpSpPr>
        <p:grpSpPr>
          <a:xfrm>
            <a:off x="15090839" y="2205371"/>
            <a:ext cx="511678" cy="586698"/>
            <a:chOff x="14455939" y="2340721"/>
            <a:chExt cx="511678" cy="586698"/>
          </a:xfrm>
        </p:grpSpPr>
        <p:grpSp>
          <p:nvGrpSpPr>
            <p:cNvPr id="754" name="Google Shape;754;p31"/>
            <p:cNvGrpSpPr/>
            <p:nvPr/>
          </p:nvGrpSpPr>
          <p:grpSpPr>
            <a:xfrm rot="10800000">
              <a:off x="14455939" y="2340721"/>
              <a:ext cx="511678" cy="586698"/>
              <a:chOff x="1909300" y="2572225"/>
              <a:chExt cx="1135800" cy="1172692"/>
            </a:xfrm>
          </p:grpSpPr>
          <p:cxnSp>
            <p:nvCxnSpPr>
              <p:cNvPr id="755" name="Google Shape;755;p31"/>
              <p:cNvCxnSpPr/>
              <p:nvPr/>
            </p:nvCxnSpPr>
            <p:spPr>
              <a:xfrm>
                <a:off x="1909310" y="2574917"/>
                <a:ext cx="0" cy="1170000"/>
              </a:xfrm>
              <a:prstGeom prst="straightConnector1">
                <a:avLst/>
              </a:prstGeom>
              <a:noFill/>
              <a:ln cap="flat" cmpd="sng" w="19050">
                <a:solidFill>
                  <a:srgbClr val="006B37"/>
                </a:solidFill>
                <a:prstDash val="solid"/>
                <a:round/>
                <a:headEnd len="med" w="med" type="none"/>
                <a:tailEnd len="med" w="med" type="none"/>
              </a:ln>
            </p:spPr>
          </p:cxnSp>
          <p:cxnSp>
            <p:nvCxnSpPr>
              <p:cNvPr id="756" name="Google Shape;756;p31"/>
              <p:cNvCxnSpPr/>
              <p:nvPr/>
            </p:nvCxnSpPr>
            <p:spPr>
              <a:xfrm flipH="1" rot="10800000">
                <a:off x="1909300" y="2572225"/>
                <a:ext cx="1135800" cy="2700"/>
              </a:xfrm>
              <a:prstGeom prst="straightConnector1">
                <a:avLst/>
              </a:prstGeom>
              <a:noFill/>
              <a:ln cap="flat" cmpd="sng" w="19050">
                <a:solidFill>
                  <a:srgbClr val="006B37"/>
                </a:solidFill>
                <a:prstDash val="solid"/>
                <a:round/>
                <a:headEnd len="med" w="med" type="none"/>
                <a:tailEnd len="med" w="med" type="none"/>
              </a:ln>
            </p:spPr>
          </p:cxnSp>
        </p:grpSp>
        <p:grpSp>
          <p:nvGrpSpPr>
            <p:cNvPr id="757" name="Google Shape;757;p31"/>
            <p:cNvGrpSpPr/>
            <p:nvPr/>
          </p:nvGrpSpPr>
          <p:grpSpPr>
            <a:xfrm rot="10800000">
              <a:off x="14681280" y="2591839"/>
              <a:ext cx="188543" cy="230317"/>
              <a:chOff x="1909300" y="2572225"/>
              <a:chExt cx="1135800" cy="1172692"/>
            </a:xfrm>
          </p:grpSpPr>
          <p:cxnSp>
            <p:nvCxnSpPr>
              <p:cNvPr id="758" name="Google Shape;758;p31"/>
              <p:cNvCxnSpPr/>
              <p:nvPr/>
            </p:nvCxnSpPr>
            <p:spPr>
              <a:xfrm>
                <a:off x="1909310" y="2574917"/>
                <a:ext cx="0" cy="1170000"/>
              </a:xfrm>
              <a:prstGeom prst="straightConnector1">
                <a:avLst/>
              </a:prstGeom>
              <a:noFill/>
              <a:ln cap="flat" cmpd="sng" w="19050">
                <a:solidFill>
                  <a:srgbClr val="006B37"/>
                </a:solidFill>
                <a:prstDash val="solid"/>
                <a:round/>
                <a:headEnd len="med" w="med" type="none"/>
                <a:tailEnd len="med" w="med" type="none"/>
              </a:ln>
            </p:spPr>
          </p:cxnSp>
          <p:cxnSp>
            <p:nvCxnSpPr>
              <p:cNvPr id="759" name="Google Shape;759;p31"/>
              <p:cNvCxnSpPr/>
              <p:nvPr/>
            </p:nvCxnSpPr>
            <p:spPr>
              <a:xfrm flipH="1" rot="10800000">
                <a:off x="1909300" y="2572225"/>
                <a:ext cx="1135800" cy="2700"/>
              </a:xfrm>
              <a:prstGeom prst="straightConnector1">
                <a:avLst/>
              </a:prstGeom>
              <a:noFill/>
              <a:ln cap="flat" cmpd="sng" w="19050">
                <a:solidFill>
                  <a:srgbClr val="006B37"/>
                </a:solidFill>
                <a:prstDash val="solid"/>
                <a:round/>
                <a:headEnd len="med" w="med" type="none"/>
                <a:tailEnd len="med" w="med" type="none"/>
              </a:ln>
            </p:spPr>
          </p:cxn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32"/>
          <p:cNvSpPr/>
          <p:nvPr/>
        </p:nvSpPr>
        <p:spPr>
          <a:xfrm>
            <a:off x="18157088" y="2761613"/>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pic>
        <p:nvPicPr>
          <p:cNvPr id="765" name="Google Shape;765;p32"/>
          <p:cNvPicPr preferRelativeResize="0"/>
          <p:nvPr/>
        </p:nvPicPr>
        <p:blipFill>
          <a:blip r:embed="rId4">
            <a:alphaModFix/>
          </a:blip>
          <a:stretch>
            <a:fillRect/>
          </a:stretch>
        </p:blipFill>
        <p:spPr>
          <a:xfrm>
            <a:off x="16875600" y="0"/>
            <a:ext cx="1281499" cy="1281499"/>
          </a:xfrm>
          <a:prstGeom prst="rect">
            <a:avLst/>
          </a:prstGeom>
          <a:noFill/>
          <a:ln>
            <a:noFill/>
          </a:ln>
        </p:spPr>
      </p:pic>
      <p:graphicFrame>
        <p:nvGraphicFramePr>
          <p:cNvPr id="766" name="Google Shape;766;p32"/>
          <p:cNvGraphicFramePr/>
          <p:nvPr/>
        </p:nvGraphicFramePr>
        <p:xfrm>
          <a:off x="1982950" y="3408788"/>
          <a:ext cx="3000000" cy="3000000"/>
        </p:xfrm>
        <a:graphic>
          <a:graphicData uri="http://schemas.openxmlformats.org/drawingml/2006/table">
            <a:tbl>
              <a:tblPr>
                <a:noFill/>
                <a:tableStyleId>{F056378C-3D4B-46D3-BBB8-3A0B07725FAC}</a:tableStyleId>
              </a:tblPr>
              <a:tblGrid>
                <a:gridCol w="11882950"/>
                <a:gridCol w="2898725"/>
              </a:tblGrid>
              <a:tr h="681650">
                <a:tc>
                  <a:txBody>
                    <a:bodyPr/>
                    <a:lstStyle/>
                    <a:p>
                      <a:pPr indent="0" lvl="0" marL="0" rtl="0" algn="l">
                        <a:spcBef>
                          <a:spcPts val="0"/>
                        </a:spcBef>
                        <a:spcAft>
                          <a:spcPts val="0"/>
                        </a:spcAft>
                        <a:buNone/>
                      </a:pPr>
                      <a:r>
                        <a:rPr lang="en-US" sz="2000"/>
                        <a:t>Chủ đề: </a:t>
                      </a:r>
                      <a:endParaRPr sz="2000">
                        <a:solidFill>
                          <a:srgbClr val="0000FF"/>
                        </a:solidFill>
                      </a:endParaRPr>
                    </a:p>
                  </a:txBody>
                  <a:tcPr marT="91425" marB="91425" marR="91425" marL="91425"/>
                </a:tc>
                <a:tc>
                  <a:txBody>
                    <a:bodyPr/>
                    <a:lstStyle/>
                    <a:p>
                      <a:pPr indent="0" lvl="0" marL="0" rtl="0" algn="l">
                        <a:spcBef>
                          <a:spcPts val="0"/>
                        </a:spcBef>
                        <a:spcAft>
                          <a:spcPts val="0"/>
                        </a:spcAft>
                        <a:buNone/>
                      </a:pPr>
                      <a:r>
                        <a:rPr lang="en-US" sz="2000"/>
                        <a:t>Themes</a:t>
                      </a:r>
                      <a:endParaRPr sz="2000"/>
                    </a:p>
                  </a:txBody>
                  <a:tcPr marT="91425" marB="91425" marR="91425" marL="91425"/>
                </a:tc>
              </a:tr>
              <a:tr h="681650">
                <a:tc>
                  <a:txBody>
                    <a:bodyPr/>
                    <a:lstStyle/>
                    <a:p>
                      <a:pPr indent="0" lvl="0" marL="0" rtl="0" algn="l">
                        <a:spcBef>
                          <a:spcPts val="0"/>
                        </a:spcBef>
                        <a:spcAft>
                          <a:spcPts val="0"/>
                        </a:spcAft>
                        <a:buNone/>
                      </a:pPr>
                      <a:r>
                        <a:rPr lang="en-US" sz="2000"/>
                        <a:t>(Khía cạnh) Tập trung: </a:t>
                      </a:r>
                      <a:endParaRPr sz="2000">
                        <a:solidFill>
                          <a:srgbClr val="0000FF"/>
                        </a:solidFill>
                      </a:endParaRPr>
                    </a:p>
                  </a:txBody>
                  <a:tcPr marT="91425" marB="91425" marR="91425" marL="91425"/>
                </a:tc>
                <a:tc>
                  <a:txBody>
                    <a:bodyPr/>
                    <a:lstStyle/>
                    <a:p>
                      <a:pPr indent="0" lvl="0" marL="0" rtl="0" algn="l">
                        <a:spcBef>
                          <a:spcPts val="0"/>
                        </a:spcBef>
                        <a:spcAft>
                          <a:spcPts val="0"/>
                        </a:spcAft>
                        <a:buNone/>
                      </a:pPr>
                      <a:r>
                        <a:t/>
                      </a:r>
                      <a:endParaRPr sz="2000">
                        <a:solidFill>
                          <a:srgbClr val="0000FF"/>
                        </a:solidFill>
                      </a:endParaRPr>
                    </a:p>
                  </a:txBody>
                  <a:tcPr marT="91425" marB="91425" marR="91425" marL="91425"/>
                </a:tc>
              </a:tr>
              <a:tr h="776775">
                <a:tc>
                  <a:txBody>
                    <a:bodyPr/>
                    <a:lstStyle/>
                    <a:p>
                      <a:pPr indent="0" lvl="0" marL="0" rtl="0" algn="l">
                        <a:spcBef>
                          <a:spcPts val="0"/>
                        </a:spcBef>
                        <a:spcAft>
                          <a:spcPts val="0"/>
                        </a:spcAft>
                        <a:buNone/>
                      </a:pPr>
                      <a:r>
                        <a:rPr lang="en-US" sz="2000"/>
                        <a:t>Vấn đề cần trả lời: </a:t>
                      </a:r>
                      <a:endParaRPr sz="2000">
                        <a:solidFill>
                          <a:srgbClr val="0000FF"/>
                        </a:solidFill>
                      </a:endParaRPr>
                    </a:p>
                  </a:txBody>
                  <a:tcPr marT="91425" marB="91425" marR="91425" marL="91425"/>
                </a:tc>
                <a:tc>
                  <a:txBody>
                    <a:bodyPr/>
                    <a:lstStyle/>
                    <a:p>
                      <a:pPr indent="0" lvl="0" marL="0" rtl="0" algn="l">
                        <a:spcBef>
                          <a:spcPts val="0"/>
                        </a:spcBef>
                        <a:spcAft>
                          <a:spcPts val="0"/>
                        </a:spcAft>
                        <a:buNone/>
                      </a:pPr>
                      <a:r>
                        <a:t/>
                      </a:r>
                      <a:endParaRPr sz="2000">
                        <a:solidFill>
                          <a:srgbClr val="0000FF"/>
                        </a:solidFill>
                      </a:endParaRPr>
                    </a:p>
                  </a:txBody>
                  <a:tcPr marT="91425" marB="91425" marR="91425" marL="91425"/>
                </a:tc>
              </a:tr>
              <a:tr h="681650">
                <a:tc>
                  <a:txBody>
                    <a:bodyPr/>
                    <a:lstStyle/>
                    <a:p>
                      <a:pPr indent="0" lvl="0" marL="0" rtl="0" algn="l">
                        <a:spcBef>
                          <a:spcPts val="0"/>
                        </a:spcBef>
                        <a:spcAft>
                          <a:spcPts val="0"/>
                        </a:spcAft>
                        <a:buNone/>
                      </a:pPr>
                      <a:r>
                        <a:rPr lang="en-US" sz="2000"/>
                        <a:t>Quan điểm của tôi: </a:t>
                      </a:r>
                      <a:endParaRPr sz="2000">
                        <a:solidFill>
                          <a:srgbClr val="0000FF"/>
                        </a:solidFill>
                      </a:endParaRPr>
                    </a:p>
                  </a:txBody>
                  <a:tcPr marT="91425" marB="91425" marR="91425" marL="91425"/>
                </a:tc>
                <a:tc>
                  <a:txBody>
                    <a:bodyPr/>
                    <a:lstStyle/>
                    <a:p>
                      <a:pPr indent="0" lvl="0" marL="0" rtl="0" algn="l">
                        <a:spcBef>
                          <a:spcPts val="0"/>
                        </a:spcBef>
                        <a:spcAft>
                          <a:spcPts val="0"/>
                        </a:spcAft>
                        <a:buNone/>
                      </a:pPr>
                      <a:r>
                        <a:t/>
                      </a:r>
                      <a:endParaRPr sz="2000">
                        <a:solidFill>
                          <a:srgbClr val="0000FF"/>
                        </a:solidFill>
                      </a:endParaRPr>
                    </a:p>
                  </a:txBody>
                  <a:tcPr marT="91425" marB="91425" marR="91425" marL="91425"/>
                </a:tc>
              </a:tr>
            </a:tbl>
          </a:graphicData>
        </a:graphic>
      </p:graphicFrame>
      <p:sp>
        <p:nvSpPr>
          <p:cNvPr id="767" name="Google Shape;767;p32"/>
          <p:cNvSpPr txBox="1"/>
          <p:nvPr/>
        </p:nvSpPr>
        <p:spPr>
          <a:xfrm>
            <a:off x="2520625" y="1395050"/>
            <a:ext cx="13395600" cy="15324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en-US" sz="2000"/>
              <a:t>Computers are being used more and more in education and so there will soon be no role for the teacher in education.</a:t>
            </a:r>
            <a:endParaRPr sz="2000"/>
          </a:p>
          <a:p>
            <a:pPr indent="0" lvl="0" marL="0" rtl="0" algn="l">
              <a:lnSpc>
                <a:spcPct val="150000"/>
              </a:lnSpc>
              <a:spcBef>
                <a:spcPts val="0"/>
              </a:spcBef>
              <a:spcAft>
                <a:spcPts val="0"/>
              </a:spcAft>
              <a:buNone/>
            </a:pPr>
            <a:r>
              <a:rPr lang="en-US" sz="2000"/>
              <a:t>To what extent do you agree or disagree?</a:t>
            </a:r>
            <a:endParaRPr sz="2000"/>
          </a:p>
        </p:txBody>
      </p:sp>
      <p:grpSp>
        <p:nvGrpSpPr>
          <p:cNvPr id="768" name="Google Shape;768;p32"/>
          <p:cNvGrpSpPr/>
          <p:nvPr/>
        </p:nvGrpSpPr>
        <p:grpSpPr>
          <a:xfrm>
            <a:off x="2289272" y="1281509"/>
            <a:ext cx="397364" cy="586796"/>
            <a:chOff x="2320861" y="1907271"/>
            <a:chExt cx="399000" cy="586796"/>
          </a:xfrm>
        </p:grpSpPr>
        <p:cxnSp>
          <p:nvCxnSpPr>
            <p:cNvPr id="769" name="Google Shape;769;p32"/>
            <p:cNvCxnSpPr/>
            <p:nvPr/>
          </p:nvCxnSpPr>
          <p:spPr>
            <a:xfrm>
              <a:off x="2320865" y="1908767"/>
              <a:ext cx="0" cy="585300"/>
            </a:xfrm>
            <a:prstGeom prst="straightConnector1">
              <a:avLst/>
            </a:prstGeom>
            <a:noFill/>
            <a:ln cap="flat" cmpd="sng" w="19050">
              <a:solidFill>
                <a:srgbClr val="006B37"/>
              </a:solidFill>
              <a:prstDash val="solid"/>
              <a:round/>
              <a:headEnd len="med" w="med" type="none"/>
              <a:tailEnd len="med" w="med" type="none"/>
            </a:ln>
          </p:spPr>
        </p:cxnSp>
        <p:cxnSp>
          <p:nvCxnSpPr>
            <p:cNvPr id="770" name="Google Shape;770;p32"/>
            <p:cNvCxnSpPr/>
            <p:nvPr/>
          </p:nvCxnSpPr>
          <p:spPr>
            <a:xfrm flipH="1" rot="10800000">
              <a:off x="2320861" y="1907271"/>
              <a:ext cx="399000" cy="1500"/>
            </a:xfrm>
            <a:prstGeom prst="straightConnector1">
              <a:avLst/>
            </a:prstGeom>
            <a:noFill/>
            <a:ln cap="flat" cmpd="sng" w="19050">
              <a:solidFill>
                <a:srgbClr val="006B37"/>
              </a:solidFill>
              <a:prstDash val="solid"/>
              <a:round/>
              <a:headEnd len="med" w="med" type="none"/>
              <a:tailEnd len="med" w="med" type="none"/>
            </a:ln>
          </p:spPr>
        </p:cxnSp>
        <p:cxnSp>
          <p:nvCxnSpPr>
            <p:cNvPr id="771" name="Google Shape;771;p32"/>
            <p:cNvCxnSpPr/>
            <p:nvPr/>
          </p:nvCxnSpPr>
          <p:spPr>
            <a:xfrm>
              <a:off x="2418958" y="2002948"/>
              <a:ext cx="0" cy="313200"/>
            </a:xfrm>
            <a:prstGeom prst="straightConnector1">
              <a:avLst/>
            </a:prstGeom>
            <a:noFill/>
            <a:ln cap="flat" cmpd="sng" w="19050">
              <a:solidFill>
                <a:srgbClr val="006B37"/>
              </a:solidFill>
              <a:prstDash val="solid"/>
              <a:round/>
              <a:headEnd len="med" w="med" type="none"/>
              <a:tailEnd len="med" w="med" type="none"/>
            </a:ln>
          </p:spPr>
        </p:cxnSp>
        <p:cxnSp>
          <p:nvCxnSpPr>
            <p:cNvPr id="772" name="Google Shape;772;p32"/>
            <p:cNvCxnSpPr/>
            <p:nvPr/>
          </p:nvCxnSpPr>
          <p:spPr>
            <a:xfrm flipH="1" rot="10800000">
              <a:off x="2418957" y="2002351"/>
              <a:ext cx="202800" cy="600"/>
            </a:xfrm>
            <a:prstGeom prst="straightConnector1">
              <a:avLst/>
            </a:prstGeom>
            <a:noFill/>
            <a:ln cap="flat" cmpd="sng" w="19050">
              <a:solidFill>
                <a:srgbClr val="006B37"/>
              </a:solidFill>
              <a:prstDash val="solid"/>
              <a:round/>
              <a:headEnd len="med" w="med" type="none"/>
              <a:tailEnd len="med" w="med" type="none"/>
            </a:ln>
          </p:spPr>
        </p:cxnSp>
      </p:grpSp>
      <p:grpSp>
        <p:nvGrpSpPr>
          <p:cNvPr id="773" name="Google Shape;773;p32"/>
          <p:cNvGrpSpPr/>
          <p:nvPr/>
        </p:nvGrpSpPr>
        <p:grpSpPr>
          <a:xfrm>
            <a:off x="15645664" y="2205371"/>
            <a:ext cx="511678" cy="586698"/>
            <a:chOff x="14455939" y="2340721"/>
            <a:chExt cx="511678" cy="586698"/>
          </a:xfrm>
        </p:grpSpPr>
        <p:grpSp>
          <p:nvGrpSpPr>
            <p:cNvPr id="774" name="Google Shape;774;p32"/>
            <p:cNvGrpSpPr/>
            <p:nvPr/>
          </p:nvGrpSpPr>
          <p:grpSpPr>
            <a:xfrm rot="10800000">
              <a:off x="14455939" y="2340721"/>
              <a:ext cx="511678" cy="586698"/>
              <a:chOff x="1909300" y="2572225"/>
              <a:chExt cx="1135800" cy="1172692"/>
            </a:xfrm>
          </p:grpSpPr>
          <p:cxnSp>
            <p:nvCxnSpPr>
              <p:cNvPr id="775" name="Google Shape;775;p32"/>
              <p:cNvCxnSpPr/>
              <p:nvPr/>
            </p:nvCxnSpPr>
            <p:spPr>
              <a:xfrm>
                <a:off x="1909310" y="2574917"/>
                <a:ext cx="0" cy="1170000"/>
              </a:xfrm>
              <a:prstGeom prst="straightConnector1">
                <a:avLst/>
              </a:prstGeom>
              <a:noFill/>
              <a:ln cap="flat" cmpd="sng" w="19050">
                <a:solidFill>
                  <a:srgbClr val="006B37"/>
                </a:solidFill>
                <a:prstDash val="solid"/>
                <a:round/>
                <a:headEnd len="med" w="med" type="none"/>
                <a:tailEnd len="med" w="med" type="none"/>
              </a:ln>
            </p:spPr>
          </p:cxnSp>
          <p:cxnSp>
            <p:nvCxnSpPr>
              <p:cNvPr id="776" name="Google Shape;776;p32"/>
              <p:cNvCxnSpPr/>
              <p:nvPr/>
            </p:nvCxnSpPr>
            <p:spPr>
              <a:xfrm flipH="1" rot="10800000">
                <a:off x="1909300" y="2572225"/>
                <a:ext cx="1135800" cy="2700"/>
              </a:xfrm>
              <a:prstGeom prst="straightConnector1">
                <a:avLst/>
              </a:prstGeom>
              <a:noFill/>
              <a:ln cap="flat" cmpd="sng" w="19050">
                <a:solidFill>
                  <a:srgbClr val="006B37"/>
                </a:solidFill>
                <a:prstDash val="solid"/>
                <a:round/>
                <a:headEnd len="med" w="med" type="none"/>
                <a:tailEnd len="med" w="med" type="none"/>
              </a:ln>
            </p:spPr>
          </p:cxnSp>
        </p:grpSp>
        <p:grpSp>
          <p:nvGrpSpPr>
            <p:cNvPr id="777" name="Google Shape;777;p32"/>
            <p:cNvGrpSpPr/>
            <p:nvPr/>
          </p:nvGrpSpPr>
          <p:grpSpPr>
            <a:xfrm rot="10800000">
              <a:off x="14681280" y="2591839"/>
              <a:ext cx="188543" cy="230317"/>
              <a:chOff x="1909300" y="2572225"/>
              <a:chExt cx="1135800" cy="1172692"/>
            </a:xfrm>
          </p:grpSpPr>
          <p:cxnSp>
            <p:nvCxnSpPr>
              <p:cNvPr id="778" name="Google Shape;778;p32"/>
              <p:cNvCxnSpPr/>
              <p:nvPr/>
            </p:nvCxnSpPr>
            <p:spPr>
              <a:xfrm>
                <a:off x="1909310" y="2574917"/>
                <a:ext cx="0" cy="1170000"/>
              </a:xfrm>
              <a:prstGeom prst="straightConnector1">
                <a:avLst/>
              </a:prstGeom>
              <a:noFill/>
              <a:ln cap="flat" cmpd="sng" w="19050">
                <a:solidFill>
                  <a:srgbClr val="006B37"/>
                </a:solidFill>
                <a:prstDash val="solid"/>
                <a:round/>
                <a:headEnd len="med" w="med" type="none"/>
                <a:tailEnd len="med" w="med" type="none"/>
              </a:ln>
            </p:spPr>
          </p:cxnSp>
          <p:cxnSp>
            <p:nvCxnSpPr>
              <p:cNvPr id="779" name="Google Shape;779;p32"/>
              <p:cNvCxnSpPr/>
              <p:nvPr/>
            </p:nvCxnSpPr>
            <p:spPr>
              <a:xfrm flipH="1" rot="10800000">
                <a:off x="1909300" y="2572225"/>
                <a:ext cx="1135800" cy="2700"/>
              </a:xfrm>
              <a:prstGeom prst="straightConnector1">
                <a:avLst/>
              </a:prstGeom>
              <a:noFill/>
              <a:ln cap="flat" cmpd="sng" w="19050">
                <a:solidFill>
                  <a:srgbClr val="006B37"/>
                </a:solidFill>
                <a:prstDash val="solid"/>
                <a:round/>
                <a:headEnd len="med" w="med" type="none"/>
                <a:tailEnd len="med" w="med" type="none"/>
              </a:ln>
            </p:spPr>
          </p:cxnSp>
        </p:grpSp>
      </p:grpSp>
      <p:sp>
        <p:nvSpPr>
          <p:cNvPr id="780" name="Google Shape;780;p32"/>
          <p:cNvSpPr txBox="1"/>
          <p:nvPr/>
        </p:nvSpPr>
        <p:spPr>
          <a:xfrm>
            <a:off x="3043775" y="3411450"/>
            <a:ext cx="38046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0000FF"/>
                </a:solidFill>
              </a:rPr>
              <a:t>Technology in education</a:t>
            </a:r>
            <a:endParaRPr sz="2000">
              <a:solidFill>
                <a:srgbClr val="0000FF"/>
              </a:solidFill>
            </a:endParaRPr>
          </a:p>
        </p:txBody>
      </p:sp>
      <p:sp>
        <p:nvSpPr>
          <p:cNvPr id="781" name="Google Shape;781;p32"/>
          <p:cNvSpPr txBox="1"/>
          <p:nvPr/>
        </p:nvSpPr>
        <p:spPr>
          <a:xfrm>
            <a:off x="4613225" y="4090450"/>
            <a:ext cx="78375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0000FF"/>
                </a:solidFill>
              </a:rPr>
              <a:t>Computers will completely replace the role of teachers soon</a:t>
            </a:r>
            <a:endParaRPr sz="2000">
              <a:solidFill>
                <a:srgbClr val="0000FF"/>
              </a:solidFill>
            </a:endParaRPr>
          </a:p>
        </p:txBody>
      </p:sp>
      <p:sp>
        <p:nvSpPr>
          <p:cNvPr id="782" name="Google Shape;782;p32"/>
          <p:cNvSpPr txBox="1"/>
          <p:nvPr/>
        </p:nvSpPr>
        <p:spPr>
          <a:xfrm>
            <a:off x="4204650" y="4769450"/>
            <a:ext cx="9524100" cy="647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2000">
                <a:solidFill>
                  <a:srgbClr val="0000FF"/>
                </a:solidFill>
              </a:rPr>
              <a:t>You agree, disagree or partially agree that computers completely replace teachers in the future?</a:t>
            </a:r>
            <a:endParaRPr sz="2000">
              <a:solidFill>
                <a:srgbClr val="0000FF"/>
              </a:solidFill>
            </a:endParaRPr>
          </a:p>
        </p:txBody>
      </p:sp>
      <p:sp>
        <p:nvSpPr>
          <p:cNvPr id="783" name="Google Shape;783;p32"/>
          <p:cNvSpPr txBox="1"/>
          <p:nvPr/>
        </p:nvSpPr>
        <p:spPr>
          <a:xfrm>
            <a:off x="4204650" y="5529950"/>
            <a:ext cx="9736200" cy="64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0000FF"/>
                </a:solidFill>
              </a:rPr>
              <a:t>I disagree that computers will completely eliminate the role of teachers in education.</a:t>
            </a:r>
            <a:endParaRPr sz="2000">
              <a:solidFill>
                <a:srgbClr val="0000FF"/>
              </a:solidFill>
            </a:endParaRPr>
          </a:p>
        </p:txBody>
      </p:sp>
      <p:sp>
        <p:nvSpPr>
          <p:cNvPr id="784" name="Google Shape;784;p32"/>
          <p:cNvSpPr txBox="1"/>
          <p:nvPr/>
        </p:nvSpPr>
        <p:spPr>
          <a:xfrm>
            <a:off x="13999218" y="4153475"/>
            <a:ext cx="1711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0000FF"/>
                </a:solidFill>
              </a:rPr>
              <a:t>Technology</a:t>
            </a:r>
            <a:endParaRPr sz="2000">
              <a:solidFill>
                <a:srgbClr val="0000FF"/>
              </a:solidFill>
            </a:endParaRPr>
          </a:p>
        </p:txBody>
      </p:sp>
      <p:sp>
        <p:nvSpPr>
          <p:cNvPr id="785" name="Google Shape;785;p32"/>
          <p:cNvSpPr txBox="1"/>
          <p:nvPr/>
        </p:nvSpPr>
        <p:spPr>
          <a:xfrm>
            <a:off x="13999224" y="4772100"/>
            <a:ext cx="27654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0000FF"/>
                </a:solidFill>
              </a:rPr>
              <a:t>teaching methods</a:t>
            </a:r>
            <a:endParaRPr sz="2000">
              <a:solidFill>
                <a:srgbClr val="0000FF"/>
              </a:solidFill>
            </a:endParaRPr>
          </a:p>
        </p:txBody>
      </p:sp>
      <p:sp>
        <p:nvSpPr>
          <p:cNvPr id="786" name="Google Shape;786;p32"/>
          <p:cNvSpPr txBox="1"/>
          <p:nvPr/>
        </p:nvSpPr>
        <p:spPr>
          <a:xfrm>
            <a:off x="14033999" y="5526650"/>
            <a:ext cx="27654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0000FF"/>
                </a:solidFill>
              </a:rPr>
              <a:t>Human interaction</a:t>
            </a:r>
            <a:endParaRPr sz="2000">
              <a:solidFill>
                <a:srgbClr val="0000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33"/>
          <p:cNvSpPr/>
          <p:nvPr/>
        </p:nvSpPr>
        <p:spPr>
          <a:xfrm>
            <a:off x="8200450" y="9517200"/>
            <a:ext cx="2235000" cy="77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92" name="Google Shape;792;p33"/>
          <p:cNvSpPr txBox="1"/>
          <p:nvPr/>
        </p:nvSpPr>
        <p:spPr>
          <a:xfrm>
            <a:off x="4366225" y="3467950"/>
            <a:ext cx="10573800" cy="142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7000">
                <a:solidFill>
                  <a:schemeClr val="dk1"/>
                </a:solidFill>
                <a:latin typeface="Montserrat Medium"/>
                <a:ea typeface="Montserrat Medium"/>
                <a:cs typeface="Montserrat Medium"/>
                <a:sym typeface="Montserrat Medium"/>
              </a:rPr>
              <a:t>LẬP DÀN Ý</a:t>
            </a:r>
            <a:endParaRPr sz="7000">
              <a:solidFill>
                <a:schemeClr val="dk1"/>
              </a:solidFill>
              <a:latin typeface="Montserrat Medium"/>
              <a:ea typeface="Montserrat Medium"/>
              <a:cs typeface="Montserrat Medium"/>
              <a:sym typeface="Montserrat Medium"/>
            </a:endParaRPr>
          </a:p>
        </p:txBody>
      </p:sp>
      <p:sp>
        <p:nvSpPr>
          <p:cNvPr id="793" name="Google Shape;793;p33"/>
          <p:cNvSpPr txBox="1"/>
          <p:nvPr/>
        </p:nvSpPr>
        <p:spPr>
          <a:xfrm>
            <a:off x="8657650" y="29575"/>
            <a:ext cx="1836900" cy="1833000"/>
          </a:xfrm>
          <a:prstGeom prst="rect">
            <a:avLst/>
          </a:prstGeom>
          <a:solidFill>
            <a:srgbClr val="006B3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0">
                <a:solidFill>
                  <a:schemeClr val="lt1"/>
                </a:solidFill>
                <a:latin typeface="Montserrat Medium"/>
                <a:ea typeface="Montserrat Medium"/>
                <a:cs typeface="Montserrat Medium"/>
                <a:sym typeface="Montserrat Medium"/>
              </a:rPr>
              <a:t>03</a:t>
            </a:r>
            <a:endParaRPr sz="100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34"/>
          <p:cNvSpPr/>
          <p:nvPr/>
        </p:nvSpPr>
        <p:spPr>
          <a:xfrm>
            <a:off x="18157088" y="2761613"/>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pic>
        <p:nvPicPr>
          <p:cNvPr id="799" name="Google Shape;799;p34"/>
          <p:cNvPicPr preferRelativeResize="0"/>
          <p:nvPr/>
        </p:nvPicPr>
        <p:blipFill>
          <a:blip r:embed="rId4">
            <a:alphaModFix/>
          </a:blip>
          <a:stretch>
            <a:fillRect/>
          </a:stretch>
        </p:blipFill>
        <p:spPr>
          <a:xfrm>
            <a:off x="16875600" y="0"/>
            <a:ext cx="1281499" cy="1281499"/>
          </a:xfrm>
          <a:prstGeom prst="rect">
            <a:avLst/>
          </a:prstGeom>
          <a:noFill/>
          <a:ln>
            <a:noFill/>
          </a:ln>
        </p:spPr>
      </p:pic>
      <p:sp>
        <p:nvSpPr>
          <p:cNvPr id="800" name="Google Shape;800;p34"/>
          <p:cNvSpPr txBox="1"/>
          <p:nvPr/>
        </p:nvSpPr>
        <p:spPr>
          <a:xfrm>
            <a:off x="2377950" y="1140825"/>
            <a:ext cx="13522500" cy="81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800">
                <a:solidFill>
                  <a:srgbClr val="085630"/>
                </a:solidFill>
                <a:latin typeface="Roboto Medium"/>
                <a:ea typeface="Roboto Medium"/>
                <a:cs typeface="Roboto Medium"/>
                <a:sym typeface="Roboto Medium"/>
              </a:rPr>
              <a:t>CÁC BƯỚC LẬP DÀN Ý CHO BÀI LUẬN AGREE-DISAGREE</a:t>
            </a:r>
            <a:endParaRPr sz="3800">
              <a:solidFill>
                <a:srgbClr val="085630"/>
              </a:solidFill>
              <a:latin typeface="Roboto Medium"/>
              <a:ea typeface="Roboto Medium"/>
              <a:cs typeface="Roboto Medium"/>
              <a:sym typeface="Roboto Medium"/>
            </a:endParaRPr>
          </a:p>
        </p:txBody>
      </p:sp>
      <p:graphicFrame>
        <p:nvGraphicFramePr>
          <p:cNvPr id="801" name="Google Shape;801;p34"/>
          <p:cNvGraphicFramePr/>
          <p:nvPr/>
        </p:nvGraphicFramePr>
        <p:xfrm>
          <a:off x="1380525" y="2369213"/>
          <a:ext cx="3000000" cy="3000000"/>
        </p:xfrm>
        <a:graphic>
          <a:graphicData uri="http://schemas.openxmlformats.org/drawingml/2006/table">
            <a:tbl>
              <a:tblPr>
                <a:noFill/>
                <a:tableStyleId>{F056378C-3D4B-46D3-BBB8-3A0B07725FAC}</a:tableStyleId>
              </a:tblPr>
              <a:tblGrid>
                <a:gridCol w="4224925"/>
                <a:gridCol w="11730050"/>
              </a:tblGrid>
              <a:tr h="935225">
                <a:tc>
                  <a:txBody>
                    <a:bodyPr/>
                    <a:lstStyle/>
                    <a:p>
                      <a:pPr indent="0" lvl="0" marL="0" rtl="0" algn="l">
                        <a:spcBef>
                          <a:spcPts val="0"/>
                        </a:spcBef>
                        <a:spcAft>
                          <a:spcPts val="0"/>
                        </a:spcAft>
                        <a:buNone/>
                      </a:pPr>
                      <a:r>
                        <a:rPr lang="en-US" sz="2000"/>
                        <a:t>Phân tích đề và xác định các yếu tố</a:t>
                      </a:r>
                      <a:endParaRPr sz="2000"/>
                    </a:p>
                  </a:txBody>
                  <a:tcPr marT="91425" marB="91425" marR="91425" marL="91425" anchor="ctr"/>
                </a:tc>
                <a:tc>
                  <a:txBody>
                    <a:bodyPr/>
                    <a:lstStyle/>
                    <a:p>
                      <a:pPr indent="-355600" lvl="0" marL="457200" rtl="0" algn="l">
                        <a:lnSpc>
                          <a:spcPct val="150000"/>
                        </a:lnSpc>
                        <a:spcBef>
                          <a:spcPts val="0"/>
                        </a:spcBef>
                        <a:spcAft>
                          <a:spcPts val="0"/>
                        </a:spcAft>
                        <a:buSzPts val="2000"/>
                        <a:buChar char="●"/>
                      </a:pPr>
                      <a:r>
                        <a:rPr lang="en-US" sz="2000"/>
                        <a:t>Chủ đề chung (general topic)</a:t>
                      </a:r>
                      <a:endParaRPr sz="2000"/>
                    </a:p>
                    <a:p>
                      <a:pPr indent="-355600" lvl="0" marL="457200" rtl="0" algn="l">
                        <a:lnSpc>
                          <a:spcPct val="150000"/>
                        </a:lnSpc>
                        <a:spcBef>
                          <a:spcPts val="0"/>
                        </a:spcBef>
                        <a:spcAft>
                          <a:spcPts val="0"/>
                        </a:spcAft>
                        <a:buSzPts val="2000"/>
                        <a:buChar char="●"/>
                      </a:pPr>
                      <a:r>
                        <a:rPr lang="en-US" sz="2000"/>
                        <a:t>Khía cạnh đề bài tập trung vào (Focus): ai/điều gì mà chủ đề ảnh hướng tới</a:t>
                      </a:r>
                      <a:endParaRPr sz="2000"/>
                    </a:p>
                    <a:p>
                      <a:pPr indent="-355600" lvl="0" marL="457200" rtl="0" algn="l">
                        <a:lnSpc>
                          <a:spcPct val="150000"/>
                        </a:lnSpc>
                        <a:spcBef>
                          <a:spcPts val="0"/>
                        </a:spcBef>
                        <a:spcAft>
                          <a:spcPts val="0"/>
                        </a:spcAft>
                        <a:buSzPts val="2000"/>
                        <a:buChar char="●"/>
                      </a:pPr>
                      <a:r>
                        <a:rPr lang="en-US" sz="2000"/>
                        <a:t>Vấn đề cần trả lời: xác định câu hỏi mà đề bài đưa ra</a:t>
                      </a:r>
                      <a:endParaRPr sz="2000"/>
                    </a:p>
                    <a:p>
                      <a:pPr indent="-355600" lvl="0" marL="457200" rtl="0" algn="l">
                        <a:lnSpc>
                          <a:spcPct val="150000"/>
                        </a:lnSpc>
                        <a:spcBef>
                          <a:spcPts val="0"/>
                        </a:spcBef>
                        <a:spcAft>
                          <a:spcPts val="0"/>
                        </a:spcAft>
                        <a:buSzPts val="2000"/>
                        <a:buChar char="●"/>
                      </a:pPr>
                      <a:r>
                        <a:rPr lang="en-US" sz="2000"/>
                        <a:t>Quan điểm của tôi: trả lời câu hỏi đề bài đưa ra</a:t>
                      </a:r>
                      <a:endParaRPr sz="2000"/>
                    </a:p>
                  </a:txBody>
                  <a:tcPr marT="91425" marB="91425" marR="91425" marL="91425"/>
                </a:tc>
              </a:tr>
              <a:tr h="1012550">
                <a:tc>
                  <a:txBody>
                    <a:bodyPr/>
                    <a:lstStyle/>
                    <a:p>
                      <a:pPr indent="0" lvl="0" marL="0" rtl="0" algn="l">
                        <a:spcBef>
                          <a:spcPts val="0"/>
                        </a:spcBef>
                        <a:spcAft>
                          <a:spcPts val="0"/>
                        </a:spcAft>
                        <a:buNone/>
                      </a:pPr>
                      <a:r>
                        <a:rPr lang="en-US" sz="2000"/>
                        <a:t>Lý do đồng ý với quan điểm</a:t>
                      </a:r>
                      <a:endParaRPr sz="2000"/>
                    </a:p>
                  </a:txBody>
                  <a:tcPr marT="91425" marB="91425" marR="91425" marL="91425" anchor="ctr"/>
                </a:tc>
                <a:tc>
                  <a:txBody>
                    <a:bodyPr/>
                    <a:lstStyle/>
                    <a:p>
                      <a:pPr indent="-355600" lvl="0" marL="457200" rtl="0" algn="l">
                        <a:lnSpc>
                          <a:spcPct val="150000"/>
                        </a:lnSpc>
                        <a:spcBef>
                          <a:spcPts val="0"/>
                        </a:spcBef>
                        <a:spcAft>
                          <a:spcPts val="0"/>
                        </a:spcAft>
                        <a:buSzPts val="2000"/>
                        <a:buChar char="●"/>
                      </a:pPr>
                      <a:r>
                        <a:rPr lang="en-US" sz="2000"/>
                        <a:t>Xác định 1-3 lý do: liệt kê lý do, lập luận (giải thích, so sánh hoặc ví dụ có liên quan)</a:t>
                      </a:r>
                      <a:endParaRPr sz="2000"/>
                    </a:p>
                  </a:txBody>
                  <a:tcPr marT="91425" marB="91425" marR="91425" marL="91425" anchor="ctr"/>
                </a:tc>
              </a:tr>
              <a:tr h="1016625">
                <a:tc>
                  <a:txBody>
                    <a:bodyPr/>
                    <a:lstStyle/>
                    <a:p>
                      <a:pPr indent="0" lvl="0" marL="0" rtl="0" algn="l">
                        <a:spcBef>
                          <a:spcPts val="0"/>
                        </a:spcBef>
                        <a:spcAft>
                          <a:spcPts val="0"/>
                        </a:spcAft>
                        <a:buNone/>
                      </a:pPr>
                      <a:r>
                        <a:rPr lang="en-US" sz="2000"/>
                        <a:t>Lý do phản đối quan điểm</a:t>
                      </a:r>
                      <a:endParaRPr sz="2000"/>
                    </a:p>
                  </a:txBody>
                  <a:tcPr marT="91425" marB="91425" marR="91425" marL="91425" anchor="ctr"/>
                </a:tc>
                <a:tc>
                  <a:txBody>
                    <a:bodyPr/>
                    <a:lstStyle/>
                    <a:p>
                      <a:pPr indent="-355600" lvl="0" marL="457200" rtl="0" algn="l">
                        <a:lnSpc>
                          <a:spcPct val="150000"/>
                        </a:lnSpc>
                        <a:spcBef>
                          <a:spcPts val="0"/>
                        </a:spcBef>
                        <a:spcAft>
                          <a:spcPts val="0"/>
                        </a:spcAft>
                        <a:buSzPts val="2000"/>
                        <a:buChar char="●"/>
                      </a:pPr>
                      <a:r>
                        <a:rPr lang="en-US" sz="2000"/>
                        <a:t>Xác định 1-2 lý do: liệt kê lý do, lập luận (giải thích, so sánh hoặc ví dụ có liên quan)</a:t>
                      </a:r>
                      <a:endParaRPr sz="2000"/>
                    </a:p>
                  </a:txBody>
                  <a:tcPr marT="91425" marB="91425" marR="91425" marL="91425" anchor="ctr"/>
                </a:tc>
              </a:tr>
              <a:tr h="1000425">
                <a:tc>
                  <a:txBody>
                    <a:bodyPr/>
                    <a:lstStyle/>
                    <a:p>
                      <a:pPr indent="0" lvl="0" marL="0" rtl="0" algn="l">
                        <a:spcBef>
                          <a:spcPts val="0"/>
                        </a:spcBef>
                        <a:spcAft>
                          <a:spcPts val="0"/>
                        </a:spcAft>
                        <a:buNone/>
                      </a:pPr>
                      <a:r>
                        <a:rPr lang="en-US" sz="2000"/>
                        <a:t>Đưa ra quan điểm của bản thân</a:t>
                      </a:r>
                      <a:endParaRPr sz="2000"/>
                    </a:p>
                  </a:txBody>
                  <a:tcPr marT="91425" marB="91425" marR="91425" marL="91425" anchor="ctr"/>
                </a:tc>
                <a:tc>
                  <a:txBody>
                    <a:bodyPr/>
                    <a:lstStyle/>
                    <a:p>
                      <a:pPr indent="-355600" lvl="0" marL="457200" rtl="0" algn="l">
                        <a:lnSpc>
                          <a:spcPct val="150000"/>
                        </a:lnSpc>
                        <a:spcBef>
                          <a:spcPts val="0"/>
                        </a:spcBef>
                        <a:spcAft>
                          <a:spcPts val="0"/>
                        </a:spcAft>
                        <a:buSzPts val="2000"/>
                        <a:buChar char="●"/>
                      </a:pPr>
                      <a:r>
                        <a:rPr lang="en-US" sz="2000"/>
                        <a:t>Dựa vào phần liệt kê luận điểm để kết luận ý kiến của bản thân</a:t>
                      </a:r>
                      <a:endParaRPr/>
                    </a:p>
                  </a:txBody>
                  <a:tcPr marT="91425" marB="91425" marR="91425" marL="91425" anchor="ct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35"/>
          <p:cNvSpPr/>
          <p:nvPr/>
        </p:nvSpPr>
        <p:spPr>
          <a:xfrm>
            <a:off x="18157088" y="2761613"/>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pic>
        <p:nvPicPr>
          <p:cNvPr id="807" name="Google Shape;807;p35"/>
          <p:cNvPicPr preferRelativeResize="0"/>
          <p:nvPr/>
        </p:nvPicPr>
        <p:blipFill>
          <a:blip r:embed="rId4">
            <a:alphaModFix/>
          </a:blip>
          <a:stretch>
            <a:fillRect/>
          </a:stretch>
        </p:blipFill>
        <p:spPr>
          <a:xfrm>
            <a:off x="16875600" y="0"/>
            <a:ext cx="1281499" cy="1281499"/>
          </a:xfrm>
          <a:prstGeom prst="rect">
            <a:avLst/>
          </a:prstGeom>
          <a:noFill/>
          <a:ln>
            <a:noFill/>
          </a:ln>
        </p:spPr>
      </p:pic>
      <p:sp>
        <p:nvSpPr>
          <p:cNvPr id="808" name="Google Shape;808;p35"/>
          <p:cNvSpPr txBox="1"/>
          <p:nvPr/>
        </p:nvSpPr>
        <p:spPr>
          <a:xfrm>
            <a:off x="2812825" y="335900"/>
            <a:ext cx="12485400" cy="15324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en-US" sz="2000"/>
              <a:t>In some countries, many people suffer from health problems due to eating too much fast food. It is, therefore, necessary for governments to impose a higher tax on this kind of food.</a:t>
            </a:r>
            <a:endParaRPr sz="2000"/>
          </a:p>
          <a:p>
            <a:pPr indent="0" lvl="0" marL="0" rtl="0" algn="l">
              <a:lnSpc>
                <a:spcPct val="150000"/>
              </a:lnSpc>
              <a:spcBef>
                <a:spcPts val="0"/>
              </a:spcBef>
              <a:spcAft>
                <a:spcPts val="0"/>
              </a:spcAft>
              <a:buNone/>
            </a:pPr>
            <a:r>
              <a:rPr lang="en-US" sz="2000"/>
              <a:t>Do you agree or disagree?</a:t>
            </a:r>
            <a:endParaRPr sz="2000"/>
          </a:p>
        </p:txBody>
      </p:sp>
      <p:grpSp>
        <p:nvGrpSpPr>
          <p:cNvPr id="809" name="Google Shape;809;p35"/>
          <p:cNvGrpSpPr/>
          <p:nvPr/>
        </p:nvGrpSpPr>
        <p:grpSpPr>
          <a:xfrm>
            <a:off x="2273422" y="235209"/>
            <a:ext cx="397364" cy="586796"/>
            <a:chOff x="2320861" y="1907271"/>
            <a:chExt cx="399000" cy="586796"/>
          </a:xfrm>
        </p:grpSpPr>
        <p:cxnSp>
          <p:nvCxnSpPr>
            <p:cNvPr id="810" name="Google Shape;810;p35"/>
            <p:cNvCxnSpPr/>
            <p:nvPr/>
          </p:nvCxnSpPr>
          <p:spPr>
            <a:xfrm>
              <a:off x="2320865" y="1908767"/>
              <a:ext cx="0" cy="585300"/>
            </a:xfrm>
            <a:prstGeom prst="straightConnector1">
              <a:avLst/>
            </a:prstGeom>
            <a:noFill/>
            <a:ln cap="flat" cmpd="sng" w="19050">
              <a:solidFill>
                <a:srgbClr val="006B37"/>
              </a:solidFill>
              <a:prstDash val="solid"/>
              <a:round/>
              <a:headEnd len="med" w="med" type="none"/>
              <a:tailEnd len="med" w="med" type="none"/>
            </a:ln>
          </p:spPr>
        </p:cxnSp>
        <p:cxnSp>
          <p:nvCxnSpPr>
            <p:cNvPr id="811" name="Google Shape;811;p35"/>
            <p:cNvCxnSpPr/>
            <p:nvPr/>
          </p:nvCxnSpPr>
          <p:spPr>
            <a:xfrm flipH="1" rot="10800000">
              <a:off x="2320861" y="1907271"/>
              <a:ext cx="399000" cy="1500"/>
            </a:xfrm>
            <a:prstGeom prst="straightConnector1">
              <a:avLst/>
            </a:prstGeom>
            <a:noFill/>
            <a:ln cap="flat" cmpd="sng" w="19050">
              <a:solidFill>
                <a:srgbClr val="006B37"/>
              </a:solidFill>
              <a:prstDash val="solid"/>
              <a:round/>
              <a:headEnd len="med" w="med" type="none"/>
              <a:tailEnd len="med" w="med" type="none"/>
            </a:ln>
          </p:spPr>
        </p:cxnSp>
        <p:cxnSp>
          <p:nvCxnSpPr>
            <p:cNvPr id="812" name="Google Shape;812;p35"/>
            <p:cNvCxnSpPr/>
            <p:nvPr/>
          </p:nvCxnSpPr>
          <p:spPr>
            <a:xfrm>
              <a:off x="2418958" y="2002948"/>
              <a:ext cx="0" cy="313200"/>
            </a:xfrm>
            <a:prstGeom prst="straightConnector1">
              <a:avLst/>
            </a:prstGeom>
            <a:noFill/>
            <a:ln cap="flat" cmpd="sng" w="19050">
              <a:solidFill>
                <a:srgbClr val="006B37"/>
              </a:solidFill>
              <a:prstDash val="solid"/>
              <a:round/>
              <a:headEnd len="med" w="med" type="none"/>
              <a:tailEnd len="med" w="med" type="none"/>
            </a:ln>
          </p:spPr>
        </p:cxnSp>
        <p:cxnSp>
          <p:nvCxnSpPr>
            <p:cNvPr id="813" name="Google Shape;813;p35"/>
            <p:cNvCxnSpPr/>
            <p:nvPr/>
          </p:nvCxnSpPr>
          <p:spPr>
            <a:xfrm flipH="1" rot="10800000">
              <a:off x="2418957" y="2002351"/>
              <a:ext cx="202800" cy="600"/>
            </a:xfrm>
            <a:prstGeom prst="straightConnector1">
              <a:avLst/>
            </a:prstGeom>
            <a:noFill/>
            <a:ln cap="flat" cmpd="sng" w="19050">
              <a:solidFill>
                <a:srgbClr val="006B37"/>
              </a:solidFill>
              <a:prstDash val="solid"/>
              <a:round/>
              <a:headEnd len="med" w="med" type="none"/>
              <a:tailEnd len="med" w="med" type="none"/>
            </a:ln>
          </p:spPr>
        </p:cxnSp>
      </p:grpSp>
      <p:grpSp>
        <p:nvGrpSpPr>
          <p:cNvPr id="814" name="Google Shape;814;p35"/>
          <p:cNvGrpSpPr/>
          <p:nvPr/>
        </p:nvGrpSpPr>
        <p:grpSpPr>
          <a:xfrm>
            <a:off x="15154239" y="1000546"/>
            <a:ext cx="511678" cy="586698"/>
            <a:chOff x="14455939" y="2340721"/>
            <a:chExt cx="511678" cy="586698"/>
          </a:xfrm>
        </p:grpSpPr>
        <p:grpSp>
          <p:nvGrpSpPr>
            <p:cNvPr id="815" name="Google Shape;815;p35"/>
            <p:cNvGrpSpPr/>
            <p:nvPr/>
          </p:nvGrpSpPr>
          <p:grpSpPr>
            <a:xfrm rot="10800000">
              <a:off x="14455939" y="2340721"/>
              <a:ext cx="511678" cy="586698"/>
              <a:chOff x="1909300" y="2572225"/>
              <a:chExt cx="1135800" cy="1172692"/>
            </a:xfrm>
          </p:grpSpPr>
          <p:cxnSp>
            <p:nvCxnSpPr>
              <p:cNvPr id="816" name="Google Shape;816;p35"/>
              <p:cNvCxnSpPr/>
              <p:nvPr/>
            </p:nvCxnSpPr>
            <p:spPr>
              <a:xfrm>
                <a:off x="1909310" y="2574917"/>
                <a:ext cx="0" cy="1170000"/>
              </a:xfrm>
              <a:prstGeom prst="straightConnector1">
                <a:avLst/>
              </a:prstGeom>
              <a:noFill/>
              <a:ln cap="flat" cmpd="sng" w="19050">
                <a:solidFill>
                  <a:srgbClr val="006B37"/>
                </a:solidFill>
                <a:prstDash val="solid"/>
                <a:round/>
                <a:headEnd len="med" w="med" type="none"/>
                <a:tailEnd len="med" w="med" type="none"/>
              </a:ln>
            </p:spPr>
          </p:cxnSp>
          <p:cxnSp>
            <p:nvCxnSpPr>
              <p:cNvPr id="817" name="Google Shape;817;p35"/>
              <p:cNvCxnSpPr/>
              <p:nvPr/>
            </p:nvCxnSpPr>
            <p:spPr>
              <a:xfrm flipH="1" rot="10800000">
                <a:off x="1909300" y="2572225"/>
                <a:ext cx="1135800" cy="2700"/>
              </a:xfrm>
              <a:prstGeom prst="straightConnector1">
                <a:avLst/>
              </a:prstGeom>
              <a:noFill/>
              <a:ln cap="flat" cmpd="sng" w="19050">
                <a:solidFill>
                  <a:srgbClr val="006B37"/>
                </a:solidFill>
                <a:prstDash val="solid"/>
                <a:round/>
                <a:headEnd len="med" w="med" type="none"/>
                <a:tailEnd len="med" w="med" type="none"/>
              </a:ln>
            </p:spPr>
          </p:cxnSp>
        </p:grpSp>
        <p:grpSp>
          <p:nvGrpSpPr>
            <p:cNvPr id="818" name="Google Shape;818;p35"/>
            <p:cNvGrpSpPr/>
            <p:nvPr/>
          </p:nvGrpSpPr>
          <p:grpSpPr>
            <a:xfrm rot="10800000">
              <a:off x="14681280" y="2591839"/>
              <a:ext cx="188543" cy="230317"/>
              <a:chOff x="1909300" y="2572225"/>
              <a:chExt cx="1135800" cy="1172692"/>
            </a:xfrm>
          </p:grpSpPr>
          <p:cxnSp>
            <p:nvCxnSpPr>
              <p:cNvPr id="819" name="Google Shape;819;p35"/>
              <p:cNvCxnSpPr/>
              <p:nvPr/>
            </p:nvCxnSpPr>
            <p:spPr>
              <a:xfrm>
                <a:off x="1909310" y="2574917"/>
                <a:ext cx="0" cy="1170000"/>
              </a:xfrm>
              <a:prstGeom prst="straightConnector1">
                <a:avLst/>
              </a:prstGeom>
              <a:noFill/>
              <a:ln cap="flat" cmpd="sng" w="19050">
                <a:solidFill>
                  <a:srgbClr val="006B37"/>
                </a:solidFill>
                <a:prstDash val="solid"/>
                <a:round/>
                <a:headEnd len="med" w="med" type="none"/>
                <a:tailEnd len="med" w="med" type="none"/>
              </a:ln>
            </p:spPr>
          </p:cxnSp>
          <p:cxnSp>
            <p:nvCxnSpPr>
              <p:cNvPr id="820" name="Google Shape;820;p35"/>
              <p:cNvCxnSpPr/>
              <p:nvPr/>
            </p:nvCxnSpPr>
            <p:spPr>
              <a:xfrm flipH="1" rot="10800000">
                <a:off x="1909300" y="2572225"/>
                <a:ext cx="1135800" cy="2700"/>
              </a:xfrm>
              <a:prstGeom prst="straightConnector1">
                <a:avLst/>
              </a:prstGeom>
              <a:noFill/>
              <a:ln cap="flat" cmpd="sng" w="19050">
                <a:solidFill>
                  <a:srgbClr val="006B37"/>
                </a:solidFill>
                <a:prstDash val="solid"/>
                <a:round/>
                <a:headEnd len="med" w="med" type="none"/>
                <a:tailEnd len="med" w="med" type="none"/>
              </a:ln>
            </p:spPr>
          </p:cxnSp>
        </p:grpSp>
      </p:grpSp>
      <p:graphicFrame>
        <p:nvGraphicFramePr>
          <p:cNvPr id="821" name="Google Shape;821;p35"/>
          <p:cNvGraphicFramePr/>
          <p:nvPr/>
        </p:nvGraphicFramePr>
        <p:xfrm>
          <a:off x="872775" y="1868300"/>
          <a:ext cx="3000000" cy="3000000"/>
        </p:xfrm>
        <a:graphic>
          <a:graphicData uri="http://schemas.openxmlformats.org/drawingml/2006/table">
            <a:tbl>
              <a:tblPr>
                <a:noFill/>
                <a:tableStyleId>{F056378C-3D4B-46D3-BBB8-3A0B07725FAC}</a:tableStyleId>
              </a:tblPr>
              <a:tblGrid>
                <a:gridCol w="3671675"/>
                <a:gridCol w="5317325"/>
                <a:gridCol w="3950450"/>
                <a:gridCol w="3916800"/>
              </a:tblGrid>
              <a:tr h="381000">
                <a:tc gridSpan="4">
                  <a:txBody>
                    <a:bodyPr/>
                    <a:lstStyle/>
                    <a:p>
                      <a:pPr indent="0" lvl="0" marL="0" rtl="0" algn="ctr">
                        <a:spcBef>
                          <a:spcPts val="0"/>
                        </a:spcBef>
                        <a:spcAft>
                          <a:spcPts val="0"/>
                        </a:spcAft>
                        <a:buNone/>
                      </a:pPr>
                      <a:r>
                        <a:rPr b="1" lang="en-US" sz="2300"/>
                        <a:t>ESSAY PLANNER</a:t>
                      </a:r>
                      <a:endParaRPr b="1" sz="2300"/>
                    </a:p>
                  </a:txBody>
                  <a:tcPr marT="91425" marB="91425" marR="91425" marL="91425"/>
                </a:tc>
                <a:tc hMerge="1"/>
                <a:tc hMerge="1"/>
                <a:tc hMerge="1"/>
              </a:tr>
              <a:tr h="457775">
                <a:tc gridSpan="3">
                  <a:txBody>
                    <a:bodyPr/>
                    <a:lstStyle/>
                    <a:p>
                      <a:pPr indent="0" lvl="0" marL="0" rtl="0" algn="l">
                        <a:lnSpc>
                          <a:spcPct val="150000"/>
                        </a:lnSpc>
                        <a:spcBef>
                          <a:spcPts val="0"/>
                        </a:spcBef>
                        <a:spcAft>
                          <a:spcPts val="0"/>
                        </a:spcAft>
                        <a:buNone/>
                      </a:pPr>
                      <a:r>
                        <a:rPr b="1" lang="en-US" sz="1700"/>
                        <a:t>Introduction</a:t>
                      </a:r>
                      <a:endParaRPr b="1" sz="1700"/>
                    </a:p>
                  </a:txBody>
                  <a:tcPr marT="91425" marB="91425" marR="91425" marL="91425">
                    <a:lnB cap="flat" cmpd="sng" w="9525">
                      <a:solidFill>
                        <a:srgbClr val="9E9E9E">
                          <a:alpha val="0"/>
                        </a:srgbClr>
                      </a:solidFill>
                      <a:prstDash val="solid"/>
                      <a:round/>
                      <a:headEnd len="sm" w="sm" type="none"/>
                      <a:tailEnd len="sm" w="sm" type="none"/>
                    </a:lnB>
                  </a:tcPr>
                </a:tc>
                <a:tc hMerge="1"/>
                <a:tc hMerge="1"/>
                <a:tc>
                  <a:txBody>
                    <a:bodyPr/>
                    <a:lstStyle/>
                    <a:p>
                      <a:pPr indent="0" lvl="0" marL="0" rtl="0" algn="l">
                        <a:lnSpc>
                          <a:spcPct val="150000"/>
                        </a:lnSpc>
                        <a:spcBef>
                          <a:spcPts val="0"/>
                        </a:spcBef>
                        <a:spcAft>
                          <a:spcPts val="0"/>
                        </a:spcAft>
                        <a:buNone/>
                      </a:pPr>
                      <a:r>
                        <a:rPr lang="en-US" sz="1700"/>
                        <a:t>Themes</a:t>
                      </a:r>
                      <a:endParaRPr sz="1700"/>
                    </a:p>
                  </a:txBody>
                  <a:tcPr marT="91425" marB="91425" marR="91425" marL="91425">
                    <a:lnB cap="flat" cmpd="sng" w="9525">
                      <a:solidFill>
                        <a:srgbClr val="9E9E9E">
                          <a:alpha val="0"/>
                        </a:srgbClr>
                      </a:solidFill>
                      <a:prstDash val="solid"/>
                      <a:round/>
                      <a:headEnd len="sm" w="sm" type="none"/>
                      <a:tailEnd len="sm" w="sm" type="none"/>
                    </a:lnB>
                  </a:tcPr>
                </a:tc>
              </a:tr>
              <a:tr h="381000">
                <a:tc gridSpan="3">
                  <a:txBody>
                    <a:bodyPr/>
                    <a:lstStyle/>
                    <a:p>
                      <a:pPr indent="0" lvl="0" marL="0" rtl="0" algn="l">
                        <a:lnSpc>
                          <a:spcPct val="150000"/>
                        </a:lnSpc>
                        <a:spcBef>
                          <a:spcPts val="0"/>
                        </a:spcBef>
                        <a:spcAft>
                          <a:spcPts val="0"/>
                        </a:spcAft>
                        <a:buNone/>
                      </a:pPr>
                      <a:r>
                        <a:rPr lang="en-US" sz="1700"/>
                        <a:t>General topic: </a:t>
                      </a:r>
                      <a:r>
                        <a:rPr lang="en-US" sz="1700">
                          <a:solidFill>
                            <a:srgbClr val="0000FF"/>
                          </a:solidFill>
                        </a:rPr>
                        <a:t>Tax</a:t>
                      </a:r>
                      <a:endParaRPr sz="1700">
                        <a:solidFill>
                          <a:srgbClr val="0000FF"/>
                        </a:solidFill>
                      </a:endParaRPr>
                    </a:p>
                    <a:p>
                      <a:pPr indent="0" lvl="0" marL="0" rtl="0" algn="l">
                        <a:lnSpc>
                          <a:spcPct val="150000"/>
                        </a:lnSpc>
                        <a:spcBef>
                          <a:spcPts val="0"/>
                        </a:spcBef>
                        <a:spcAft>
                          <a:spcPts val="0"/>
                        </a:spcAft>
                        <a:buNone/>
                      </a:pPr>
                      <a:r>
                        <a:rPr lang="en-US" sz="1700"/>
                        <a:t>Focus: </a:t>
                      </a:r>
                      <a:r>
                        <a:rPr lang="en-US" sz="1700">
                          <a:solidFill>
                            <a:srgbClr val="0000FF"/>
                          </a:solidFill>
                        </a:rPr>
                        <a:t>Taxing fast food to reduce health problems</a:t>
                      </a:r>
                      <a:endParaRPr sz="1700">
                        <a:solidFill>
                          <a:srgbClr val="0000FF"/>
                        </a:solidFill>
                      </a:endParaRPr>
                    </a:p>
                  </a:txBody>
                  <a:tcPr marT="91425" marB="91425" marR="91425" marL="91425">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rowSpan="3">
                  <a:txBody>
                    <a:bodyPr/>
                    <a:lstStyle/>
                    <a:p>
                      <a:pPr indent="-336550" lvl="0" marL="457200" rtl="0" algn="l">
                        <a:lnSpc>
                          <a:spcPct val="150000"/>
                        </a:lnSpc>
                        <a:spcBef>
                          <a:spcPts val="0"/>
                        </a:spcBef>
                        <a:spcAft>
                          <a:spcPts val="0"/>
                        </a:spcAft>
                        <a:buClr>
                          <a:srgbClr val="0000FF"/>
                        </a:buClr>
                        <a:buSzPts val="1700"/>
                        <a:buChar char="●"/>
                      </a:pPr>
                      <a:r>
                        <a:rPr lang="en-US" sz="1700">
                          <a:solidFill>
                            <a:srgbClr val="0000FF"/>
                          </a:solidFill>
                        </a:rPr>
                        <a:t>eating habit</a:t>
                      </a:r>
                      <a:endParaRPr sz="1700">
                        <a:solidFill>
                          <a:srgbClr val="0000FF"/>
                        </a:solidFill>
                      </a:endParaRPr>
                    </a:p>
                    <a:p>
                      <a:pPr indent="-336550" lvl="0" marL="457200" rtl="0" algn="l">
                        <a:lnSpc>
                          <a:spcPct val="150000"/>
                        </a:lnSpc>
                        <a:spcBef>
                          <a:spcPts val="0"/>
                        </a:spcBef>
                        <a:spcAft>
                          <a:spcPts val="0"/>
                        </a:spcAft>
                        <a:buClr>
                          <a:srgbClr val="0000FF"/>
                        </a:buClr>
                        <a:buSzPts val="1700"/>
                        <a:buChar char="●"/>
                      </a:pPr>
                      <a:r>
                        <a:rPr lang="en-US" sz="1700">
                          <a:solidFill>
                            <a:srgbClr val="0000FF"/>
                          </a:solidFill>
                        </a:rPr>
                        <a:t>healthcare</a:t>
                      </a:r>
                      <a:endParaRPr sz="1700">
                        <a:solidFill>
                          <a:srgbClr val="0000FF"/>
                        </a:solidFill>
                      </a:endParaRPr>
                    </a:p>
                    <a:p>
                      <a:pPr indent="-336550" lvl="0" marL="457200" rtl="0" algn="l">
                        <a:lnSpc>
                          <a:spcPct val="150000"/>
                        </a:lnSpc>
                        <a:spcBef>
                          <a:spcPts val="0"/>
                        </a:spcBef>
                        <a:spcAft>
                          <a:spcPts val="0"/>
                        </a:spcAft>
                        <a:buClr>
                          <a:srgbClr val="0000FF"/>
                        </a:buClr>
                        <a:buSzPts val="1700"/>
                        <a:buChar char="●"/>
                      </a:pPr>
                      <a:r>
                        <a:rPr lang="en-US" sz="1700">
                          <a:solidFill>
                            <a:srgbClr val="0000FF"/>
                          </a:solidFill>
                        </a:rPr>
                        <a:t>food industry</a:t>
                      </a:r>
                      <a:endParaRPr sz="1700">
                        <a:solidFill>
                          <a:srgbClr val="0000FF"/>
                        </a:solidFill>
                      </a:endParaRPr>
                    </a:p>
                  </a:txBody>
                  <a:tcPr marT="91425" marB="91425" marR="91425" marL="91425">
                    <a:lnT cap="flat" cmpd="sng" w="9525">
                      <a:solidFill>
                        <a:srgbClr val="9E9E9E">
                          <a:alpha val="0"/>
                        </a:srgbClr>
                      </a:solidFill>
                      <a:prstDash val="solid"/>
                      <a:round/>
                      <a:headEnd len="sm" w="sm" type="none"/>
                      <a:tailEnd len="sm" w="sm" type="none"/>
                    </a:lnT>
                  </a:tcPr>
                </a:tc>
              </a:tr>
              <a:tr h="381000">
                <a:tc gridSpan="3">
                  <a:txBody>
                    <a:bodyPr/>
                    <a:lstStyle/>
                    <a:p>
                      <a:pPr indent="0" lvl="0" marL="0" rtl="0" algn="l">
                        <a:lnSpc>
                          <a:spcPct val="150000"/>
                        </a:lnSpc>
                        <a:spcBef>
                          <a:spcPts val="0"/>
                        </a:spcBef>
                        <a:spcAft>
                          <a:spcPts val="0"/>
                        </a:spcAft>
                        <a:buNone/>
                      </a:pPr>
                      <a:r>
                        <a:rPr lang="en-US" sz="1700"/>
                        <a:t>Issue to discuss: </a:t>
                      </a:r>
                      <a:r>
                        <a:rPr lang="en-US" sz="1700">
                          <a:solidFill>
                            <a:srgbClr val="0000FF"/>
                          </a:solidFill>
                        </a:rPr>
                        <a:t>Governments should impose higher taxes on fast food to address health problems? Do you agree or disagree?</a:t>
                      </a:r>
                      <a:endParaRPr sz="1700">
                        <a:solidFill>
                          <a:srgbClr val="0000FF"/>
                        </a:solidFill>
                      </a:endParaRPr>
                    </a:p>
                  </a:txBody>
                  <a:tcPr marT="91425" marB="91425" marR="91425" marL="91425">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vMerge="1"/>
              </a:tr>
              <a:tr h="381000">
                <a:tc gridSpan="3">
                  <a:txBody>
                    <a:bodyPr/>
                    <a:lstStyle/>
                    <a:p>
                      <a:pPr indent="0" lvl="0" marL="0" rtl="0" algn="l">
                        <a:lnSpc>
                          <a:spcPct val="150000"/>
                        </a:lnSpc>
                        <a:spcBef>
                          <a:spcPts val="0"/>
                        </a:spcBef>
                        <a:spcAft>
                          <a:spcPts val="0"/>
                        </a:spcAft>
                        <a:buNone/>
                      </a:pPr>
                      <a:r>
                        <a:rPr lang="en-US" sz="1700"/>
                        <a:t>My initial position: </a:t>
                      </a:r>
                      <a:r>
                        <a:rPr lang="en-US" sz="1700">
                          <a:solidFill>
                            <a:srgbClr val="0000FF"/>
                          </a:solidFill>
                        </a:rPr>
                        <a:t>I agree that governments should impose a higher tax on fast food.</a:t>
                      </a:r>
                      <a:endParaRPr sz="1700">
                        <a:solidFill>
                          <a:srgbClr val="0000FF"/>
                        </a:solidFill>
                      </a:endParaRPr>
                    </a:p>
                  </a:txBody>
                  <a:tcPr marT="91425" marB="91425" marR="91425" marL="91425">
                    <a:lnT cap="flat" cmpd="sng" w="9525">
                      <a:solidFill>
                        <a:srgbClr val="9E9E9E">
                          <a:alpha val="0"/>
                        </a:srgbClr>
                      </a:solidFill>
                      <a:prstDash val="solid"/>
                      <a:round/>
                      <a:headEnd len="sm" w="sm" type="none"/>
                      <a:tailEnd len="sm" w="sm" type="none"/>
                    </a:lnT>
                  </a:tcPr>
                </a:tc>
                <a:tc hMerge="1"/>
                <a:tc hMerge="1"/>
                <a:tc vMerge="1"/>
              </a:tr>
              <a:tr h="381425">
                <a:tc gridSpan="2">
                  <a:txBody>
                    <a:bodyPr/>
                    <a:lstStyle/>
                    <a:p>
                      <a:pPr indent="0" lvl="0" marL="0" rtl="0" algn="l">
                        <a:lnSpc>
                          <a:spcPct val="115000"/>
                        </a:lnSpc>
                        <a:spcBef>
                          <a:spcPts val="0"/>
                        </a:spcBef>
                        <a:spcAft>
                          <a:spcPts val="0"/>
                        </a:spcAft>
                        <a:buNone/>
                      </a:pPr>
                      <a:r>
                        <a:rPr b="1" lang="en-US" sz="1700"/>
                        <a:t>Side A: </a:t>
                      </a:r>
                      <a:r>
                        <a:rPr lang="en-US" sz="1700">
                          <a:solidFill>
                            <a:srgbClr val="0000FF"/>
                          </a:solidFill>
                        </a:rPr>
                        <a:t>Should impose a higher tax on fast food</a:t>
                      </a:r>
                      <a:endParaRPr sz="1700">
                        <a:solidFill>
                          <a:srgbClr val="0000FF"/>
                        </a:solidFill>
                      </a:endParaRPr>
                    </a:p>
                  </a:txBody>
                  <a:tcPr marT="91425" marB="91425" marR="91425" marL="91425"/>
                </a:tc>
                <a:tc hMerge="1"/>
                <a:tc gridSpan="2">
                  <a:txBody>
                    <a:bodyPr/>
                    <a:lstStyle/>
                    <a:p>
                      <a:pPr indent="0" lvl="0" marL="0" rtl="0" algn="l">
                        <a:lnSpc>
                          <a:spcPct val="115000"/>
                        </a:lnSpc>
                        <a:spcBef>
                          <a:spcPts val="0"/>
                        </a:spcBef>
                        <a:spcAft>
                          <a:spcPts val="0"/>
                        </a:spcAft>
                        <a:buNone/>
                      </a:pPr>
                      <a:r>
                        <a:rPr b="1" lang="en-US" sz="1700"/>
                        <a:t>Side B: </a:t>
                      </a:r>
                      <a:r>
                        <a:rPr lang="en-US" sz="1700">
                          <a:solidFill>
                            <a:srgbClr val="0000FF"/>
                          </a:solidFill>
                        </a:rPr>
                        <a:t>Should not impose a higher tax on fast food</a:t>
                      </a:r>
                      <a:endParaRPr sz="1700">
                        <a:solidFill>
                          <a:srgbClr val="0000FF"/>
                        </a:solidFill>
                      </a:endParaRPr>
                    </a:p>
                  </a:txBody>
                  <a:tcPr marT="91425" marB="91425" marR="91425" marL="91425"/>
                </a:tc>
                <a:tc hMerge="1"/>
              </a:tr>
              <a:tr h="381425">
                <a:tc gridSpan="2">
                  <a:txBody>
                    <a:bodyPr/>
                    <a:lstStyle/>
                    <a:p>
                      <a:pPr indent="0" lvl="0" marL="0" rtl="0" algn="l">
                        <a:lnSpc>
                          <a:spcPct val="115000"/>
                        </a:lnSpc>
                        <a:spcBef>
                          <a:spcPts val="0"/>
                        </a:spcBef>
                        <a:spcAft>
                          <a:spcPts val="0"/>
                        </a:spcAft>
                        <a:buNone/>
                      </a:pPr>
                      <a:r>
                        <a:rPr b="1" lang="en-US" sz="1700"/>
                        <a:t>Main topic: </a:t>
                      </a:r>
                      <a:r>
                        <a:rPr lang="en-US" sz="1700">
                          <a:solidFill>
                            <a:srgbClr val="0000FF"/>
                          </a:solidFill>
                        </a:rPr>
                        <a:t>How imposing high tax on fast food can help reduce health problems</a:t>
                      </a:r>
                      <a:endParaRPr sz="1700">
                        <a:solidFill>
                          <a:srgbClr val="0000FF"/>
                        </a:solidFill>
                      </a:endParaRPr>
                    </a:p>
                  </a:txBody>
                  <a:tcPr marT="91425" marB="91425" marR="91425" marL="91425"/>
                </a:tc>
                <a:tc hMerge="1"/>
                <a:tc gridSpan="2">
                  <a:txBody>
                    <a:bodyPr/>
                    <a:lstStyle/>
                    <a:p>
                      <a:pPr indent="0" lvl="0" marL="0" rtl="0" algn="l">
                        <a:lnSpc>
                          <a:spcPct val="115000"/>
                        </a:lnSpc>
                        <a:spcBef>
                          <a:spcPts val="0"/>
                        </a:spcBef>
                        <a:spcAft>
                          <a:spcPts val="0"/>
                        </a:spcAft>
                        <a:buNone/>
                      </a:pPr>
                      <a:r>
                        <a:rPr b="1" lang="en-US" sz="1700"/>
                        <a:t>Main topic: </a:t>
                      </a:r>
                      <a:r>
                        <a:rPr lang="en-US" sz="1700">
                          <a:solidFill>
                            <a:srgbClr val="0000FF"/>
                          </a:solidFill>
                        </a:rPr>
                        <a:t>The negative impacts of high tax</a:t>
                      </a:r>
                      <a:endParaRPr b="1" sz="1700"/>
                    </a:p>
                  </a:txBody>
                  <a:tcPr marT="91425" marB="91425" marR="91425" marL="91425">
                    <a:lnB cap="flat" cmpd="sng" w="9525">
                      <a:solidFill>
                        <a:srgbClr val="9E9E9E"/>
                      </a:solidFill>
                      <a:prstDash val="solid"/>
                      <a:round/>
                      <a:headEnd len="sm" w="sm" type="none"/>
                      <a:tailEnd len="sm" w="sm" type="none"/>
                    </a:lnB>
                  </a:tcPr>
                </a:tc>
                <a:tc hMerge="1"/>
              </a:tr>
              <a:tr h="514650">
                <a:tc gridSpan="2">
                  <a:txBody>
                    <a:bodyPr/>
                    <a:lstStyle/>
                    <a:p>
                      <a:pPr indent="0" lvl="0" marL="0" rtl="0" algn="l">
                        <a:lnSpc>
                          <a:spcPct val="115000"/>
                        </a:lnSpc>
                        <a:spcBef>
                          <a:spcPts val="0"/>
                        </a:spcBef>
                        <a:spcAft>
                          <a:spcPts val="0"/>
                        </a:spcAft>
                        <a:buNone/>
                      </a:pPr>
                      <a:r>
                        <a:rPr lang="en-US" sz="1700"/>
                        <a:t>1. Eating habit: </a:t>
                      </a:r>
                      <a:r>
                        <a:rPr lang="en-US" sz="1700">
                          <a:solidFill>
                            <a:srgbClr val="0000FF"/>
                          </a:solidFill>
                        </a:rPr>
                        <a:t>discourage eating fast food, encourage healthier choices</a:t>
                      </a:r>
                      <a:endParaRPr sz="1700">
                        <a:solidFill>
                          <a:srgbClr val="0000FF"/>
                        </a:solidFill>
                      </a:endParaRPr>
                    </a:p>
                  </a:txBody>
                  <a:tcPr marT="91425" marB="91425" marR="91425" marL="91425">
                    <a:lnR cap="flat" cmpd="sng" w="9525">
                      <a:solidFill>
                        <a:srgbClr val="9E9E9E"/>
                      </a:solidFill>
                      <a:prstDash val="solid"/>
                      <a:round/>
                      <a:headEnd len="sm" w="sm" type="none"/>
                      <a:tailEnd len="sm" w="sm" type="none"/>
                    </a:lnR>
                  </a:tcPr>
                </a:tc>
                <a:tc hMerge="1"/>
                <a:tc gridSpan="2">
                  <a:txBody>
                    <a:bodyPr/>
                    <a:lstStyle/>
                    <a:p>
                      <a:pPr indent="0" lvl="0" marL="0" rtl="0" algn="l">
                        <a:lnSpc>
                          <a:spcPct val="115000"/>
                        </a:lnSpc>
                        <a:spcBef>
                          <a:spcPts val="0"/>
                        </a:spcBef>
                        <a:spcAft>
                          <a:spcPts val="0"/>
                        </a:spcAft>
                        <a:buNone/>
                      </a:pPr>
                      <a:r>
                        <a:rPr lang="en-US" sz="1700"/>
                        <a:t>1. Eating habit: </a:t>
                      </a:r>
                      <a:r>
                        <a:rPr lang="en-US" sz="1700">
                          <a:solidFill>
                            <a:srgbClr val="0000FF"/>
                          </a:solidFill>
                        </a:rPr>
                        <a:t>limited impact </a:t>
                      </a:r>
                      <a:endParaRPr sz="1700">
                        <a:solidFill>
                          <a:srgbClr val="0000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hMerge="1"/>
              </a:tr>
              <a:tr h="381425">
                <a:tc gridSpan="2">
                  <a:txBody>
                    <a:bodyPr/>
                    <a:lstStyle/>
                    <a:p>
                      <a:pPr indent="0" lvl="0" marL="0" rtl="0" algn="l">
                        <a:lnSpc>
                          <a:spcPct val="115000"/>
                        </a:lnSpc>
                        <a:spcBef>
                          <a:spcPts val="0"/>
                        </a:spcBef>
                        <a:spcAft>
                          <a:spcPts val="0"/>
                        </a:spcAft>
                        <a:buNone/>
                      </a:pPr>
                      <a:r>
                        <a:rPr lang="en-US" sz="1700"/>
                        <a:t>2. </a:t>
                      </a:r>
                      <a:r>
                        <a:rPr lang="en-US" sz="1700"/>
                        <a:t>Healthcare</a:t>
                      </a:r>
                      <a:r>
                        <a:rPr lang="en-US" sz="1700"/>
                        <a:t>: </a:t>
                      </a:r>
                      <a:r>
                        <a:rPr lang="en-US" sz="1700">
                          <a:solidFill>
                            <a:srgbClr val="0000FF"/>
                          </a:solidFill>
                        </a:rPr>
                        <a:t>fund healthcare facilities by tax collected</a:t>
                      </a:r>
                      <a:endParaRPr sz="1700">
                        <a:solidFill>
                          <a:srgbClr val="0000FF"/>
                        </a:solidFill>
                      </a:endParaRPr>
                    </a:p>
                  </a:txBody>
                  <a:tcPr marT="91425" marB="91425" marR="91425" marL="91425"/>
                </a:tc>
                <a:tc hMerge="1"/>
                <a:tc gridSpan="2">
                  <a:txBody>
                    <a:bodyPr/>
                    <a:lstStyle/>
                    <a:p>
                      <a:pPr indent="0" lvl="0" marL="0" rtl="0" algn="l">
                        <a:lnSpc>
                          <a:spcPct val="115000"/>
                        </a:lnSpc>
                        <a:spcBef>
                          <a:spcPts val="0"/>
                        </a:spcBef>
                        <a:spcAft>
                          <a:spcPts val="0"/>
                        </a:spcAft>
                        <a:buNone/>
                      </a:pPr>
                      <a:r>
                        <a:rPr lang="en-US" sz="1700"/>
                        <a:t>2. Healthcare: 0</a:t>
                      </a:r>
                      <a:endParaRPr/>
                    </a:p>
                  </a:txBody>
                  <a:tcPr marT="91425" marB="91425" marR="91425" marL="91425">
                    <a:lnT cap="flat" cmpd="sng" w="9525">
                      <a:solidFill>
                        <a:srgbClr val="9E9E9E"/>
                      </a:solidFill>
                      <a:prstDash val="solid"/>
                      <a:round/>
                      <a:headEnd len="sm" w="sm" type="none"/>
                      <a:tailEnd len="sm" w="sm" type="none"/>
                    </a:lnT>
                  </a:tcPr>
                </a:tc>
                <a:tc hMerge="1"/>
              </a:tr>
              <a:tr h="381425">
                <a:tc gridSpan="2">
                  <a:txBody>
                    <a:bodyPr/>
                    <a:lstStyle/>
                    <a:p>
                      <a:pPr indent="0" lvl="0" marL="0" rtl="0" algn="l">
                        <a:lnSpc>
                          <a:spcPct val="115000"/>
                        </a:lnSpc>
                        <a:spcBef>
                          <a:spcPts val="0"/>
                        </a:spcBef>
                        <a:spcAft>
                          <a:spcPts val="0"/>
                        </a:spcAft>
                        <a:buNone/>
                      </a:pPr>
                      <a:r>
                        <a:rPr lang="en-US" sz="1700"/>
                        <a:t>3. Food industry: </a:t>
                      </a:r>
                      <a:r>
                        <a:rPr lang="en-US" sz="1700">
                          <a:solidFill>
                            <a:srgbClr val="0000FF"/>
                          </a:solidFill>
                        </a:rPr>
                        <a:t>promote the production of healthy food and products</a:t>
                      </a:r>
                      <a:endParaRPr sz="1700">
                        <a:solidFill>
                          <a:srgbClr val="0000FF"/>
                        </a:solidFill>
                      </a:endParaRPr>
                    </a:p>
                  </a:txBody>
                  <a:tcPr marT="91425" marB="91425" marR="91425" marL="91425"/>
                </a:tc>
                <a:tc hMerge="1"/>
                <a:tc gridSpan="2">
                  <a:txBody>
                    <a:bodyPr/>
                    <a:lstStyle/>
                    <a:p>
                      <a:pPr indent="0" lvl="0" marL="0" rtl="0" algn="l">
                        <a:lnSpc>
                          <a:spcPct val="115000"/>
                        </a:lnSpc>
                        <a:spcBef>
                          <a:spcPts val="0"/>
                        </a:spcBef>
                        <a:spcAft>
                          <a:spcPts val="0"/>
                        </a:spcAft>
                        <a:buNone/>
                      </a:pPr>
                      <a:r>
                        <a:rPr lang="en-US" sz="1700"/>
                        <a:t>3. Food industry: </a:t>
                      </a:r>
                      <a:r>
                        <a:rPr lang="en-US" sz="1700">
                          <a:solidFill>
                            <a:srgbClr val="0000FF"/>
                          </a:solidFill>
                        </a:rPr>
                        <a:t>negatively affect businesses, job losses in the fast food sector.</a:t>
                      </a:r>
                      <a:endParaRPr sz="1700">
                        <a:solidFill>
                          <a:srgbClr val="0000FF"/>
                        </a:solidFill>
                      </a:endParaRPr>
                    </a:p>
                  </a:txBody>
                  <a:tcPr marT="91425" marB="91425" marR="91425" marL="91425"/>
                </a:tc>
                <a:tc hMerge="1"/>
              </a:tr>
              <a:tr h="381425">
                <a:tc gridSpan="2">
                  <a:txBody>
                    <a:bodyPr/>
                    <a:lstStyle/>
                    <a:p>
                      <a:pPr indent="0" lvl="0" marL="0" rtl="0" algn="l">
                        <a:lnSpc>
                          <a:spcPct val="115000"/>
                        </a:lnSpc>
                        <a:spcBef>
                          <a:spcPts val="0"/>
                        </a:spcBef>
                        <a:spcAft>
                          <a:spcPts val="0"/>
                        </a:spcAft>
                        <a:buNone/>
                      </a:pPr>
                      <a:r>
                        <a:rPr lang="en-US" sz="1700"/>
                        <a:t>What did I show or prove? </a:t>
                      </a:r>
                      <a:r>
                        <a:rPr lang="en-US" sz="1700">
                          <a:solidFill>
                            <a:srgbClr val="0000FF"/>
                          </a:solidFill>
                        </a:rPr>
                        <a:t>Imposing higher tax could improve public health, generate funds for health initiatives and shifting the food industry towards healthier practices.</a:t>
                      </a:r>
                      <a:endParaRPr sz="1700">
                        <a:solidFill>
                          <a:srgbClr val="0000FF"/>
                        </a:solidFill>
                      </a:endParaRPr>
                    </a:p>
                  </a:txBody>
                  <a:tcPr marT="91425" marB="91425" marR="91425" marL="91425"/>
                </a:tc>
                <a:tc hMerge="1"/>
                <a:tc gridSpan="2">
                  <a:txBody>
                    <a:bodyPr/>
                    <a:lstStyle/>
                    <a:p>
                      <a:pPr indent="0" lvl="0" marL="0" rtl="0" algn="l">
                        <a:lnSpc>
                          <a:spcPct val="115000"/>
                        </a:lnSpc>
                        <a:spcBef>
                          <a:spcPts val="0"/>
                        </a:spcBef>
                        <a:spcAft>
                          <a:spcPts val="0"/>
                        </a:spcAft>
                        <a:buNone/>
                      </a:pPr>
                      <a:r>
                        <a:rPr lang="en-US" sz="1700"/>
                        <a:t>What did I show or prove? </a:t>
                      </a:r>
                      <a:r>
                        <a:rPr lang="en-US" sz="1700">
                          <a:solidFill>
                            <a:srgbClr val="0000FF"/>
                          </a:solidFill>
                        </a:rPr>
                        <a:t>Taxing fast food may not effectively change consumer behavior and could have negative economic consequences.</a:t>
                      </a:r>
                      <a:endParaRPr sz="1700"/>
                    </a:p>
                  </a:txBody>
                  <a:tcPr marT="91425" marB="91425" marR="91425" marL="91425"/>
                </a:tc>
                <a:tc hMerge="1"/>
              </a:tr>
              <a:tr h="381425">
                <a:tc gridSpan="4">
                  <a:txBody>
                    <a:bodyPr/>
                    <a:lstStyle/>
                    <a:p>
                      <a:pPr indent="0" lvl="0" marL="0" rtl="0" algn="l">
                        <a:lnSpc>
                          <a:spcPct val="115000"/>
                        </a:lnSpc>
                        <a:spcBef>
                          <a:spcPts val="0"/>
                        </a:spcBef>
                        <a:spcAft>
                          <a:spcPts val="0"/>
                        </a:spcAft>
                        <a:buNone/>
                      </a:pPr>
                      <a:r>
                        <a:rPr b="1" lang="en-US" sz="1700"/>
                        <a:t>Conclusion </a:t>
                      </a:r>
                      <a:endParaRPr sz="1700"/>
                    </a:p>
                    <a:p>
                      <a:pPr indent="0" lvl="0" marL="0" rtl="0" algn="l">
                        <a:lnSpc>
                          <a:spcPct val="115000"/>
                        </a:lnSpc>
                        <a:spcBef>
                          <a:spcPts val="1000"/>
                        </a:spcBef>
                        <a:spcAft>
                          <a:spcPts val="0"/>
                        </a:spcAft>
                        <a:buNone/>
                      </a:pPr>
                      <a:r>
                        <a:rPr lang="en-US" sz="1700"/>
                        <a:t>Summary my main points: </a:t>
                      </a:r>
                      <a:r>
                        <a:rPr lang="en-US" sz="1700">
                          <a:solidFill>
                            <a:srgbClr val="0000FF"/>
                          </a:solidFill>
                        </a:rPr>
                        <a:t>Despite some drawbacks, taxing fast food does help reducing health problems and encourage healthier lifestyles.</a:t>
                      </a:r>
                      <a:endParaRPr sz="1700">
                        <a:solidFill>
                          <a:srgbClr val="0000FF"/>
                        </a:solidFill>
                      </a:endParaRPr>
                    </a:p>
                    <a:p>
                      <a:pPr indent="0" lvl="0" marL="0" rtl="0" algn="l">
                        <a:lnSpc>
                          <a:spcPct val="115000"/>
                        </a:lnSpc>
                        <a:spcBef>
                          <a:spcPts val="1000"/>
                        </a:spcBef>
                        <a:spcAft>
                          <a:spcPts val="0"/>
                        </a:spcAft>
                        <a:buNone/>
                      </a:pPr>
                      <a:r>
                        <a:rPr lang="en-US" sz="1700"/>
                        <a:t>My final point:</a:t>
                      </a:r>
                      <a:r>
                        <a:rPr lang="en-US" sz="1700">
                          <a:solidFill>
                            <a:srgbClr val="0000FF"/>
                          </a:solidFill>
                        </a:rPr>
                        <a:t> I believe that governments should impose higher taxes</a:t>
                      </a:r>
                      <a:endParaRPr sz="1700">
                        <a:solidFill>
                          <a:srgbClr val="0000FF"/>
                        </a:solidFill>
                      </a:endParaRPr>
                    </a:p>
                  </a:txBody>
                  <a:tcPr marT="91425" marB="91425" marR="91425" marL="91425"/>
                </a:tc>
                <a:tc hMerge="1"/>
                <a:tc hMerge="1"/>
                <a:tc hMerge="1"/>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36"/>
          <p:cNvSpPr/>
          <p:nvPr/>
        </p:nvSpPr>
        <p:spPr>
          <a:xfrm>
            <a:off x="18157088" y="2761613"/>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pic>
        <p:nvPicPr>
          <p:cNvPr id="827" name="Google Shape;827;p36"/>
          <p:cNvPicPr preferRelativeResize="0"/>
          <p:nvPr/>
        </p:nvPicPr>
        <p:blipFill>
          <a:blip r:embed="rId4">
            <a:alphaModFix/>
          </a:blip>
          <a:stretch>
            <a:fillRect/>
          </a:stretch>
        </p:blipFill>
        <p:spPr>
          <a:xfrm>
            <a:off x="16875600" y="0"/>
            <a:ext cx="1281499" cy="1281499"/>
          </a:xfrm>
          <a:prstGeom prst="rect">
            <a:avLst/>
          </a:prstGeom>
          <a:noFill/>
          <a:ln>
            <a:noFill/>
          </a:ln>
        </p:spPr>
      </p:pic>
      <p:sp>
        <p:nvSpPr>
          <p:cNvPr id="828" name="Google Shape;828;p36"/>
          <p:cNvSpPr txBox="1"/>
          <p:nvPr/>
        </p:nvSpPr>
        <p:spPr>
          <a:xfrm>
            <a:off x="3091325" y="1140825"/>
            <a:ext cx="12095700" cy="81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800">
                <a:solidFill>
                  <a:srgbClr val="085630"/>
                </a:solidFill>
                <a:latin typeface="Roboto Medium"/>
                <a:ea typeface="Roboto Medium"/>
                <a:cs typeface="Roboto Medium"/>
                <a:sym typeface="Roboto Medium"/>
              </a:rPr>
              <a:t>CÁCH TRIỂN KHAI BÀI LUẬN TRÌNH BÀY QUAN ĐIỂM</a:t>
            </a:r>
            <a:endParaRPr sz="3800">
              <a:solidFill>
                <a:srgbClr val="085630"/>
              </a:solidFill>
              <a:latin typeface="Roboto Medium"/>
              <a:ea typeface="Roboto Medium"/>
              <a:cs typeface="Roboto Medium"/>
              <a:sym typeface="Roboto Medium"/>
            </a:endParaRPr>
          </a:p>
        </p:txBody>
      </p:sp>
      <p:graphicFrame>
        <p:nvGraphicFramePr>
          <p:cNvPr id="829" name="Google Shape;829;p36"/>
          <p:cNvGraphicFramePr/>
          <p:nvPr/>
        </p:nvGraphicFramePr>
        <p:xfrm>
          <a:off x="952500" y="2369213"/>
          <a:ext cx="3000000" cy="3000000"/>
        </p:xfrm>
        <a:graphic>
          <a:graphicData uri="http://schemas.openxmlformats.org/drawingml/2006/table">
            <a:tbl>
              <a:tblPr>
                <a:noFill/>
                <a:tableStyleId>{F056378C-3D4B-46D3-BBB8-3A0B07725FAC}</a:tableStyleId>
              </a:tblPr>
              <a:tblGrid>
                <a:gridCol w="1977175"/>
                <a:gridCol w="14405825"/>
              </a:tblGrid>
              <a:tr h="935225">
                <a:tc>
                  <a:txBody>
                    <a:bodyPr/>
                    <a:lstStyle/>
                    <a:p>
                      <a:pPr indent="0" lvl="0" marL="0" rtl="0" algn="l">
                        <a:spcBef>
                          <a:spcPts val="0"/>
                        </a:spcBef>
                        <a:spcAft>
                          <a:spcPts val="0"/>
                        </a:spcAft>
                        <a:buNone/>
                      </a:pPr>
                      <a:r>
                        <a:rPr lang="en-US" sz="2000"/>
                        <a:t>Introduction</a:t>
                      </a:r>
                      <a:endParaRPr sz="2000"/>
                    </a:p>
                  </a:txBody>
                  <a:tcPr marT="91425" marB="91425" marR="91425" marL="91425" anchor="ctr"/>
                </a:tc>
                <a:tc>
                  <a:txBody>
                    <a:bodyPr/>
                    <a:lstStyle/>
                    <a:p>
                      <a:pPr indent="-355600" lvl="0" marL="457200" rtl="0" algn="l">
                        <a:lnSpc>
                          <a:spcPct val="150000"/>
                        </a:lnSpc>
                        <a:spcBef>
                          <a:spcPts val="0"/>
                        </a:spcBef>
                        <a:spcAft>
                          <a:spcPts val="0"/>
                        </a:spcAft>
                        <a:buSzPts val="2000"/>
                        <a:buChar char="●"/>
                      </a:pPr>
                      <a:r>
                        <a:rPr lang="en-US" sz="2000"/>
                        <a:t>Paraphrase Question: </a:t>
                      </a:r>
                      <a:r>
                        <a:rPr lang="en-US" sz="2000">
                          <a:solidFill>
                            <a:srgbClr val="0000FF"/>
                          </a:solidFill>
                        </a:rPr>
                        <a:t>Diễn giải lại câu hỏi bằng cách dùng từ khác nhưng giữ nguyên ý nghĩa</a:t>
                      </a:r>
                      <a:endParaRPr sz="2000">
                        <a:solidFill>
                          <a:srgbClr val="0000FF"/>
                        </a:solidFill>
                      </a:endParaRPr>
                    </a:p>
                    <a:p>
                      <a:pPr indent="-355600" lvl="0" marL="457200" rtl="0" algn="l">
                        <a:lnSpc>
                          <a:spcPct val="150000"/>
                        </a:lnSpc>
                        <a:spcBef>
                          <a:spcPts val="0"/>
                        </a:spcBef>
                        <a:spcAft>
                          <a:spcPts val="0"/>
                        </a:spcAft>
                        <a:buSzPts val="2000"/>
                        <a:buChar char="●"/>
                      </a:pPr>
                      <a:r>
                        <a:rPr lang="en-US" sz="2000"/>
                        <a:t>Thesis Statement: </a:t>
                      </a:r>
                      <a:r>
                        <a:rPr lang="en-US" sz="2000">
                          <a:solidFill>
                            <a:srgbClr val="0000FF"/>
                          </a:solidFill>
                        </a:rPr>
                        <a:t>Câu luận điểm chính thể hiện rõ quan điểm hoặc lập trường của bạn.</a:t>
                      </a:r>
                      <a:endParaRPr sz="2000">
                        <a:solidFill>
                          <a:srgbClr val="0000FF"/>
                        </a:solidFill>
                      </a:endParaRPr>
                    </a:p>
                    <a:p>
                      <a:pPr indent="-355600" lvl="0" marL="457200" rtl="0" algn="l">
                        <a:lnSpc>
                          <a:spcPct val="150000"/>
                        </a:lnSpc>
                        <a:spcBef>
                          <a:spcPts val="0"/>
                        </a:spcBef>
                        <a:spcAft>
                          <a:spcPts val="0"/>
                        </a:spcAft>
                        <a:buSzPts val="2000"/>
                        <a:buChar char="●"/>
                      </a:pPr>
                      <a:r>
                        <a:rPr lang="en-US" sz="2000"/>
                        <a:t>Outline Statement: </a:t>
                      </a:r>
                      <a:r>
                        <a:rPr lang="en-US" sz="2000">
                          <a:solidFill>
                            <a:srgbClr val="0000FF"/>
                          </a:solidFill>
                        </a:rPr>
                        <a:t>Câu tóm lược dàn ý nêu các nội dung chính mà bài viết sẽ thảo luận.</a:t>
                      </a:r>
                      <a:endParaRPr sz="2000">
                        <a:solidFill>
                          <a:srgbClr val="0000FF"/>
                        </a:solidFill>
                      </a:endParaRPr>
                    </a:p>
                  </a:txBody>
                  <a:tcPr marT="91425" marB="91425" marR="91425" marL="91425"/>
                </a:tc>
              </a:tr>
              <a:tr h="1012550">
                <a:tc>
                  <a:txBody>
                    <a:bodyPr/>
                    <a:lstStyle/>
                    <a:p>
                      <a:pPr indent="0" lvl="0" marL="0" rtl="0" algn="l">
                        <a:spcBef>
                          <a:spcPts val="0"/>
                        </a:spcBef>
                        <a:spcAft>
                          <a:spcPts val="0"/>
                        </a:spcAft>
                        <a:buNone/>
                      </a:pPr>
                      <a:r>
                        <a:rPr lang="en-US" sz="2000"/>
                        <a:t>Body A (B)</a:t>
                      </a:r>
                      <a:endParaRPr sz="2000"/>
                    </a:p>
                  </a:txBody>
                  <a:tcPr marT="91425" marB="91425" marR="91425" marL="91425" anchor="ctr"/>
                </a:tc>
                <a:tc>
                  <a:txBody>
                    <a:bodyPr/>
                    <a:lstStyle/>
                    <a:p>
                      <a:pPr indent="-355600" lvl="0" marL="457200" rtl="0" algn="l">
                        <a:lnSpc>
                          <a:spcPct val="150000"/>
                        </a:lnSpc>
                        <a:spcBef>
                          <a:spcPts val="0"/>
                        </a:spcBef>
                        <a:spcAft>
                          <a:spcPts val="0"/>
                        </a:spcAft>
                        <a:buSzPts val="2000"/>
                        <a:buChar char="●"/>
                      </a:pPr>
                      <a:r>
                        <a:rPr lang="en-US" sz="2000"/>
                        <a:t>Topic Sentence: </a:t>
                      </a:r>
                      <a:r>
                        <a:rPr lang="en-US" sz="2000">
                          <a:solidFill>
                            <a:srgbClr val="0000FF"/>
                          </a:solidFill>
                        </a:rPr>
                        <a:t>nêu rõ ý bạn muốn ủng hộ</a:t>
                      </a:r>
                      <a:endParaRPr sz="2000">
                        <a:solidFill>
                          <a:srgbClr val="0000FF"/>
                        </a:solidFill>
                      </a:endParaRPr>
                    </a:p>
                    <a:p>
                      <a:pPr indent="-355600" lvl="0" marL="457200" rtl="0" algn="l">
                        <a:lnSpc>
                          <a:spcPct val="150000"/>
                        </a:lnSpc>
                        <a:spcBef>
                          <a:spcPts val="0"/>
                        </a:spcBef>
                        <a:spcAft>
                          <a:spcPts val="0"/>
                        </a:spcAft>
                        <a:buSzPts val="2000"/>
                        <a:buChar char="●"/>
                      </a:pPr>
                      <a:r>
                        <a:rPr lang="en-US" sz="2000"/>
                        <a:t>Explanation: </a:t>
                      </a:r>
                      <a:r>
                        <a:rPr lang="en-US" sz="2000">
                          <a:solidFill>
                            <a:srgbClr val="0000FF"/>
                          </a:solidFill>
                        </a:rPr>
                        <a:t>giải thích sẽ làm rõ hoặc mở rộng ý chính, cung cấp thêm thông tin chi tiết để làm cho ý tưởng dễ hiểu hơn.</a:t>
                      </a:r>
                      <a:endParaRPr sz="2000">
                        <a:solidFill>
                          <a:srgbClr val="0000FF"/>
                        </a:solidFill>
                      </a:endParaRPr>
                    </a:p>
                    <a:p>
                      <a:pPr indent="-355600" lvl="0" marL="457200" rtl="0" algn="l">
                        <a:lnSpc>
                          <a:spcPct val="150000"/>
                        </a:lnSpc>
                        <a:spcBef>
                          <a:spcPts val="0"/>
                        </a:spcBef>
                        <a:spcAft>
                          <a:spcPts val="0"/>
                        </a:spcAft>
                        <a:buSzPts val="2000"/>
                        <a:buChar char="●"/>
                      </a:pPr>
                      <a:r>
                        <a:rPr lang="en-US" sz="2000"/>
                        <a:t>Example: </a:t>
                      </a:r>
                      <a:r>
                        <a:rPr lang="en-US" sz="2000">
                          <a:solidFill>
                            <a:srgbClr val="0000FF"/>
                          </a:solidFill>
                        </a:rPr>
                        <a:t>minh họa cho ý chính hoặc chứng minh quan điểm, làm cho ý tưởng trở nên thuyết phục và cụ thể hơn</a:t>
                      </a:r>
                      <a:endParaRPr sz="2000">
                        <a:solidFill>
                          <a:srgbClr val="0000FF"/>
                        </a:solidFill>
                      </a:endParaRPr>
                    </a:p>
                  </a:txBody>
                  <a:tcPr marT="91425" marB="91425" marR="91425" marL="91425"/>
                </a:tc>
              </a:tr>
              <a:tr h="1016625">
                <a:tc>
                  <a:txBody>
                    <a:bodyPr/>
                    <a:lstStyle/>
                    <a:p>
                      <a:pPr indent="0" lvl="0" marL="0" rtl="0" algn="l">
                        <a:spcBef>
                          <a:spcPts val="0"/>
                        </a:spcBef>
                        <a:spcAft>
                          <a:spcPts val="0"/>
                        </a:spcAft>
                        <a:buNone/>
                      </a:pPr>
                      <a:r>
                        <a:rPr lang="en-US" sz="2000"/>
                        <a:t>Body C</a:t>
                      </a:r>
                      <a:endParaRPr sz="2000"/>
                    </a:p>
                  </a:txBody>
                  <a:tcPr marT="91425" marB="91425" marR="91425" marL="91425" anchor="ctr"/>
                </a:tc>
                <a:tc>
                  <a:txBody>
                    <a:bodyPr/>
                    <a:lstStyle/>
                    <a:p>
                      <a:pPr indent="-355600" lvl="0" marL="457200" rtl="0" algn="l">
                        <a:lnSpc>
                          <a:spcPct val="150000"/>
                        </a:lnSpc>
                        <a:spcBef>
                          <a:spcPts val="0"/>
                        </a:spcBef>
                        <a:spcAft>
                          <a:spcPts val="0"/>
                        </a:spcAft>
                        <a:buSzPts val="2000"/>
                        <a:buChar char="●"/>
                      </a:pPr>
                      <a:r>
                        <a:rPr lang="en-US" sz="2000"/>
                        <a:t>Topic Sentence: </a:t>
                      </a:r>
                      <a:r>
                        <a:rPr lang="en-US" sz="2000">
                          <a:solidFill>
                            <a:srgbClr val="0000FF"/>
                          </a:solidFill>
                        </a:rPr>
                        <a:t>nêu ra ý bạn không ủng hộ</a:t>
                      </a:r>
                      <a:endParaRPr sz="2000">
                        <a:solidFill>
                          <a:srgbClr val="0000FF"/>
                        </a:solidFill>
                      </a:endParaRPr>
                    </a:p>
                    <a:p>
                      <a:pPr indent="-355600" lvl="0" marL="457200" rtl="0" algn="l">
                        <a:lnSpc>
                          <a:spcPct val="150000"/>
                        </a:lnSpc>
                        <a:spcBef>
                          <a:spcPts val="0"/>
                        </a:spcBef>
                        <a:spcAft>
                          <a:spcPts val="0"/>
                        </a:spcAft>
                        <a:buSzPts val="2000"/>
                        <a:buChar char="●"/>
                      </a:pPr>
                      <a:r>
                        <a:rPr lang="en-US" sz="2000"/>
                        <a:t>Explanation: </a:t>
                      </a:r>
                      <a:r>
                        <a:rPr lang="en-US" sz="2000">
                          <a:solidFill>
                            <a:srgbClr val="0000FF"/>
                          </a:solidFill>
                        </a:rPr>
                        <a:t>giải thích lý do tại sao ý kiến này lại có lý</a:t>
                      </a:r>
                      <a:endParaRPr sz="2000">
                        <a:solidFill>
                          <a:srgbClr val="0000FF"/>
                        </a:solidFill>
                      </a:endParaRPr>
                    </a:p>
                    <a:p>
                      <a:pPr indent="-355600" lvl="0" marL="457200" rtl="0" algn="l">
                        <a:lnSpc>
                          <a:spcPct val="150000"/>
                        </a:lnSpc>
                        <a:spcBef>
                          <a:spcPts val="0"/>
                        </a:spcBef>
                        <a:spcAft>
                          <a:spcPts val="0"/>
                        </a:spcAft>
                        <a:buSzPts val="2000"/>
                        <a:buChar char="●"/>
                      </a:pPr>
                      <a:r>
                        <a:rPr lang="en-US" sz="2000"/>
                        <a:t>Counter-argument: </a:t>
                      </a:r>
                      <a:r>
                        <a:rPr lang="en-US" sz="2000">
                          <a:solidFill>
                            <a:srgbClr val="0000FF"/>
                          </a:solidFill>
                        </a:rPr>
                        <a:t>đưa ra lý do phản bác và chốt lại luận điểm của bạn</a:t>
                      </a:r>
                      <a:endParaRPr sz="2000">
                        <a:solidFill>
                          <a:srgbClr val="0000FF"/>
                        </a:solidFill>
                      </a:endParaRPr>
                    </a:p>
                  </a:txBody>
                  <a:tcPr marT="91425" marB="91425" marR="91425" marL="91425"/>
                </a:tc>
              </a:tr>
              <a:tr h="1000425">
                <a:tc>
                  <a:txBody>
                    <a:bodyPr/>
                    <a:lstStyle/>
                    <a:p>
                      <a:pPr indent="0" lvl="0" marL="0" rtl="0" algn="l">
                        <a:spcBef>
                          <a:spcPts val="0"/>
                        </a:spcBef>
                        <a:spcAft>
                          <a:spcPts val="0"/>
                        </a:spcAft>
                        <a:buNone/>
                      </a:pPr>
                      <a:r>
                        <a:rPr lang="en-US" sz="2000"/>
                        <a:t>Conclusion</a:t>
                      </a:r>
                      <a:endParaRPr sz="2000"/>
                    </a:p>
                  </a:txBody>
                  <a:tcPr marT="91425" marB="91425" marR="91425" marL="91425" anchor="ctr"/>
                </a:tc>
                <a:tc>
                  <a:txBody>
                    <a:bodyPr/>
                    <a:lstStyle/>
                    <a:p>
                      <a:pPr indent="-355600" lvl="0" marL="457200" rtl="0" algn="l">
                        <a:lnSpc>
                          <a:spcPct val="150000"/>
                        </a:lnSpc>
                        <a:spcBef>
                          <a:spcPts val="0"/>
                        </a:spcBef>
                        <a:spcAft>
                          <a:spcPts val="0"/>
                        </a:spcAft>
                        <a:buSzPts val="2000"/>
                        <a:buChar char="●"/>
                      </a:pPr>
                      <a:r>
                        <a:rPr lang="en-US" sz="2000"/>
                        <a:t>Summary of main points: </a:t>
                      </a:r>
                      <a:r>
                        <a:rPr lang="en-US" sz="2000">
                          <a:solidFill>
                            <a:srgbClr val="0000FF"/>
                          </a:solidFill>
                        </a:rPr>
                        <a:t>tóm tắt lại ý chính của bài.</a:t>
                      </a:r>
                      <a:endParaRPr sz="2000">
                        <a:solidFill>
                          <a:srgbClr val="0000FF"/>
                        </a:solidFill>
                      </a:endParaRPr>
                    </a:p>
                    <a:p>
                      <a:pPr indent="-355600" lvl="0" marL="457200" rtl="0" algn="l">
                        <a:lnSpc>
                          <a:spcPct val="150000"/>
                        </a:lnSpc>
                        <a:spcBef>
                          <a:spcPts val="0"/>
                        </a:spcBef>
                        <a:spcAft>
                          <a:spcPts val="0"/>
                        </a:spcAft>
                        <a:buSzPts val="2000"/>
                        <a:buChar char="●"/>
                      </a:pPr>
                      <a:r>
                        <a:rPr lang="en-US" sz="2000"/>
                        <a:t>Your opinion: </a:t>
                      </a:r>
                      <a:r>
                        <a:rPr lang="en-US" sz="2000">
                          <a:solidFill>
                            <a:srgbClr val="0000FF"/>
                          </a:solidFill>
                        </a:rPr>
                        <a:t>khẳng định lại quan điểm của bạn.</a:t>
                      </a:r>
                      <a:endParaRPr sz="2000">
                        <a:solidFill>
                          <a:srgbClr val="0000FF"/>
                        </a:solidFill>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37"/>
          <p:cNvSpPr/>
          <p:nvPr/>
        </p:nvSpPr>
        <p:spPr>
          <a:xfrm>
            <a:off x="8200450" y="9517200"/>
            <a:ext cx="2235000" cy="77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35" name="Google Shape;835;p37"/>
          <p:cNvSpPr txBox="1"/>
          <p:nvPr/>
        </p:nvSpPr>
        <p:spPr>
          <a:xfrm>
            <a:off x="945050" y="3467950"/>
            <a:ext cx="16170000" cy="142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7000">
                <a:solidFill>
                  <a:schemeClr val="dk1"/>
                </a:solidFill>
                <a:latin typeface="Montserrat Medium"/>
                <a:ea typeface="Montserrat Medium"/>
                <a:cs typeface="Montserrat Medium"/>
                <a:sym typeface="Montserrat Medium"/>
              </a:rPr>
              <a:t>VIẾT BÀI &amp; KIỂM TRA SAU KHI VIẾT </a:t>
            </a:r>
            <a:endParaRPr sz="7000">
              <a:solidFill>
                <a:schemeClr val="dk1"/>
              </a:solidFill>
              <a:latin typeface="Montserrat Medium"/>
              <a:ea typeface="Montserrat Medium"/>
              <a:cs typeface="Montserrat Medium"/>
              <a:sym typeface="Montserrat Medium"/>
            </a:endParaRPr>
          </a:p>
        </p:txBody>
      </p:sp>
      <p:sp>
        <p:nvSpPr>
          <p:cNvPr id="836" name="Google Shape;836;p37"/>
          <p:cNvSpPr txBox="1"/>
          <p:nvPr/>
        </p:nvSpPr>
        <p:spPr>
          <a:xfrm>
            <a:off x="8200450" y="29575"/>
            <a:ext cx="2090700" cy="1833000"/>
          </a:xfrm>
          <a:prstGeom prst="rect">
            <a:avLst/>
          </a:prstGeom>
          <a:solidFill>
            <a:srgbClr val="006B3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0">
                <a:solidFill>
                  <a:schemeClr val="lt1"/>
                </a:solidFill>
                <a:latin typeface="Montserrat Medium"/>
                <a:ea typeface="Montserrat Medium"/>
                <a:cs typeface="Montserrat Medium"/>
                <a:sym typeface="Montserrat Medium"/>
              </a:rPr>
              <a:t>04</a:t>
            </a:r>
            <a:endParaRPr sz="100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38"/>
          <p:cNvSpPr/>
          <p:nvPr/>
        </p:nvSpPr>
        <p:spPr>
          <a:xfrm>
            <a:off x="18157088" y="2761613"/>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842" name="Google Shape;842;p38"/>
          <p:cNvSpPr txBox="1"/>
          <p:nvPr/>
        </p:nvSpPr>
        <p:spPr>
          <a:xfrm>
            <a:off x="2758425" y="513000"/>
            <a:ext cx="11874000" cy="677400"/>
          </a:xfrm>
          <a:prstGeom prst="rect">
            <a:avLst/>
          </a:prstGeom>
          <a:noFill/>
          <a:ln>
            <a:noFill/>
          </a:ln>
        </p:spPr>
        <p:txBody>
          <a:bodyPr anchorCtr="0" anchor="t" bIns="0" lIns="0" spcFirstLastPara="1" rIns="0" wrap="square" tIns="0">
            <a:spAutoFit/>
          </a:bodyPr>
          <a:lstStyle/>
          <a:p>
            <a:pPr indent="0" lvl="0" marL="0" marR="0" rtl="0" algn="l">
              <a:lnSpc>
                <a:spcPct val="162083"/>
              </a:lnSpc>
              <a:spcBef>
                <a:spcPts val="0"/>
              </a:spcBef>
              <a:spcAft>
                <a:spcPts val="0"/>
              </a:spcAft>
              <a:buNone/>
            </a:pPr>
            <a:r>
              <a:rPr lang="en-US" sz="4400">
                <a:solidFill>
                  <a:srgbClr val="018345"/>
                </a:solidFill>
                <a:latin typeface="Montserrat SemiBold"/>
                <a:ea typeface="Montserrat SemiBold"/>
                <a:cs typeface="Montserrat SemiBold"/>
                <a:sym typeface="Montserrat SemiBold"/>
              </a:rPr>
              <a:t>NHỮNG CÁCH DIỄN ĐẠT THÔNG DỤNG</a:t>
            </a:r>
            <a:endParaRPr sz="100">
              <a:latin typeface="Montserrat SemiBold"/>
              <a:ea typeface="Montserrat SemiBold"/>
              <a:cs typeface="Montserrat SemiBold"/>
              <a:sym typeface="Montserrat SemiBold"/>
            </a:endParaRPr>
          </a:p>
        </p:txBody>
      </p:sp>
      <p:pic>
        <p:nvPicPr>
          <p:cNvPr id="843" name="Google Shape;843;p38"/>
          <p:cNvPicPr preferRelativeResize="0"/>
          <p:nvPr/>
        </p:nvPicPr>
        <p:blipFill>
          <a:blip r:embed="rId4">
            <a:alphaModFix/>
          </a:blip>
          <a:stretch>
            <a:fillRect/>
          </a:stretch>
        </p:blipFill>
        <p:spPr>
          <a:xfrm>
            <a:off x="16966704" y="0"/>
            <a:ext cx="1190400" cy="1190400"/>
          </a:xfrm>
          <a:prstGeom prst="rect">
            <a:avLst/>
          </a:prstGeom>
          <a:noFill/>
          <a:ln>
            <a:noFill/>
          </a:ln>
        </p:spPr>
      </p:pic>
      <p:graphicFrame>
        <p:nvGraphicFramePr>
          <p:cNvPr id="844" name="Google Shape;844;p38"/>
          <p:cNvGraphicFramePr/>
          <p:nvPr/>
        </p:nvGraphicFramePr>
        <p:xfrm>
          <a:off x="775050" y="1596113"/>
          <a:ext cx="3000000" cy="3000000"/>
        </p:xfrm>
        <a:graphic>
          <a:graphicData uri="http://schemas.openxmlformats.org/drawingml/2006/table">
            <a:tbl>
              <a:tblPr>
                <a:noFill/>
                <a:tableStyleId>{F056378C-3D4B-46D3-BBB8-3A0B07725FAC}</a:tableStyleId>
              </a:tblPr>
              <a:tblGrid>
                <a:gridCol w="1809625"/>
                <a:gridCol w="15236600"/>
              </a:tblGrid>
              <a:tr h="813225">
                <a:tc rowSpan="3">
                  <a:txBody>
                    <a:bodyPr/>
                    <a:lstStyle/>
                    <a:p>
                      <a:pPr indent="0" lvl="0" marL="0" rtl="0" algn="ctr">
                        <a:lnSpc>
                          <a:spcPct val="150000"/>
                        </a:lnSpc>
                        <a:spcBef>
                          <a:spcPts val="0"/>
                        </a:spcBef>
                        <a:spcAft>
                          <a:spcPts val="0"/>
                        </a:spcAft>
                        <a:buNone/>
                      </a:pPr>
                      <a:r>
                        <a:rPr b="1" lang="en-US" sz="2200">
                          <a:solidFill>
                            <a:schemeClr val="lt1"/>
                          </a:solidFill>
                        </a:rPr>
                        <a:t>Mở bài</a:t>
                      </a:r>
                      <a:endParaRPr b="1" sz="2200">
                        <a:solidFill>
                          <a:schemeClr val="lt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18146"/>
                    </a:solidFill>
                  </a:tcPr>
                </a:tc>
                <a:tc>
                  <a:txBody>
                    <a:bodyPr/>
                    <a:lstStyle/>
                    <a:p>
                      <a:pPr indent="0" lvl="0" marL="0" rtl="0" algn="just">
                        <a:lnSpc>
                          <a:spcPct val="150000"/>
                        </a:lnSpc>
                        <a:spcBef>
                          <a:spcPts val="0"/>
                        </a:spcBef>
                        <a:spcAft>
                          <a:spcPts val="0"/>
                        </a:spcAft>
                        <a:buNone/>
                      </a:pPr>
                      <a:r>
                        <a:rPr b="1" lang="en-US" sz="2200"/>
                        <a:t>Đưa ra ý kiến trong bài (paraphrase)</a:t>
                      </a:r>
                      <a:endParaRPr b="1" sz="2200"/>
                    </a:p>
                    <a:p>
                      <a:pPr indent="-368300" lvl="0" marL="457200" rtl="0" algn="just">
                        <a:lnSpc>
                          <a:spcPct val="150000"/>
                        </a:lnSpc>
                        <a:spcBef>
                          <a:spcPts val="0"/>
                        </a:spcBef>
                        <a:spcAft>
                          <a:spcPts val="0"/>
                        </a:spcAft>
                        <a:buSzPts val="2200"/>
                        <a:buChar char="●"/>
                      </a:pPr>
                      <a:r>
                        <a:rPr lang="en-US" sz="2200"/>
                        <a:t>It is said/argue/believe/ thought that [</a:t>
                      </a:r>
                      <a:r>
                        <a:rPr lang="en-US" sz="2200">
                          <a:solidFill>
                            <a:srgbClr val="0000FF"/>
                          </a:solidFill>
                        </a:rPr>
                        <a:t>ý kiến</a:t>
                      </a:r>
                      <a:r>
                        <a:rPr lang="en-US" sz="2200"/>
                        <a:t>] / </a:t>
                      </a:r>
                      <a:r>
                        <a:rPr lang="en-US" sz="2200"/>
                        <a:t>There is a belief that [</a:t>
                      </a:r>
                      <a:r>
                        <a:rPr lang="en-US" sz="2200">
                          <a:solidFill>
                            <a:srgbClr val="0000FF"/>
                          </a:solidFill>
                        </a:rPr>
                        <a:t>ý kiến</a:t>
                      </a:r>
                      <a:r>
                        <a:rPr lang="en-US" sz="2200"/>
                        <a:t>] / Some people argue/say/think that [</a:t>
                      </a:r>
                      <a:r>
                        <a:rPr lang="en-US" sz="2200">
                          <a:solidFill>
                            <a:srgbClr val="0000FF"/>
                          </a:solidFill>
                        </a:rPr>
                        <a:t>ý kiến</a:t>
                      </a:r>
                      <a:r>
                        <a:rPr lang="en-US" sz="2200"/>
                        <a:t>]</a:t>
                      </a:r>
                      <a:endParaRPr sz="2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4E2DB">
                        <a:alpha val="69800"/>
                      </a:srgbClr>
                    </a:solidFill>
                  </a:tcPr>
                </a:tc>
              </a:tr>
              <a:tr h="856800">
                <a:tc vMerge="1"/>
                <a:tc>
                  <a:txBody>
                    <a:bodyPr/>
                    <a:lstStyle/>
                    <a:p>
                      <a:pPr indent="0" lvl="0" marL="0" rtl="0" algn="just">
                        <a:lnSpc>
                          <a:spcPct val="150000"/>
                        </a:lnSpc>
                        <a:spcBef>
                          <a:spcPts val="0"/>
                        </a:spcBef>
                        <a:spcAft>
                          <a:spcPts val="0"/>
                        </a:spcAft>
                        <a:buNone/>
                      </a:pPr>
                      <a:r>
                        <a:rPr b="1" lang="en-US" sz="2200"/>
                        <a:t>Đưa ra luận điểm chính (thesis statement)</a:t>
                      </a:r>
                      <a:endParaRPr b="1" sz="2200"/>
                    </a:p>
                    <a:p>
                      <a:pPr indent="-368300" lvl="0" marL="457200" rtl="0" algn="just">
                        <a:lnSpc>
                          <a:spcPct val="150000"/>
                        </a:lnSpc>
                        <a:spcBef>
                          <a:spcPts val="0"/>
                        </a:spcBef>
                        <a:spcAft>
                          <a:spcPts val="0"/>
                        </a:spcAft>
                        <a:buSzPts val="2200"/>
                        <a:buChar char="●"/>
                      </a:pPr>
                      <a:r>
                        <a:rPr b="1" lang="en-US" sz="2200"/>
                        <a:t>Đồng ý: </a:t>
                      </a:r>
                      <a:r>
                        <a:rPr lang="en-US" sz="2200"/>
                        <a:t>I totally agree with this point of view.     </a:t>
                      </a:r>
                      <a:r>
                        <a:rPr b="1" lang="en-US" sz="2500"/>
                        <a:t>  &gt;&lt; </a:t>
                      </a:r>
                      <a:r>
                        <a:rPr lang="en-US" sz="2200"/>
                        <a:t>   </a:t>
                      </a:r>
                      <a:r>
                        <a:rPr b="1" lang="en-US" sz="2200"/>
                        <a:t>Phản đối:</a:t>
                      </a:r>
                      <a:r>
                        <a:rPr lang="en-US" sz="2200"/>
                        <a:t> I completely disagree with this idea.</a:t>
                      </a:r>
                      <a:endParaRPr sz="2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813225">
                <a:tc vMerge="1"/>
                <a:tc>
                  <a:txBody>
                    <a:bodyPr/>
                    <a:lstStyle/>
                    <a:p>
                      <a:pPr indent="0" lvl="0" marL="0" rtl="0" algn="just">
                        <a:lnSpc>
                          <a:spcPct val="150000"/>
                        </a:lnSpc>
                        <a:spcBef>
                          <a:spcPts val="0"/>
                        </a:spcBef>
                        <a:spcAft>
                          <a:spcPts val="0"/>
                        </a:spcAft>
                        <a:buNone/>
                      </a:pPr>
                      <a:r>
                        <a:rPr b="1" lang="en-US" sz="2200"/>
                        <a:t>Đưa ra outline bài</a:t>
                      </a:r>
                      <a:endParaRPr b="1" sz="2200"/>
                    </a:p>
                    <a:p>
                      <a:pPr indent="-368300" lvl="0" marL="457200" rtl="0" algn="just">
                        <a:lnSpc>
                          <a:spcPct val="150000"/>
                        </a:lnSpc>
                        <a:spcBef>
                          <a:spcPts val="0"/>
                        </a:spcBef>
                        <a:spcAft>
                          <a:spcPts val="0"/>
                        </a:spcAft>
                        <a:buSzPts val="2200"/>
                        <a:buChar char="●"/>
                      </a:pPr>
                      <a:r>
                        <a:rPr lang="en-US" sz="2200"/>
                        <a:t>This essay will explain the reasons for my point of view.</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4E2DB">
                        <a:alpha val="69800"/>
                      </a:srgbClr>
                    </a:solidFill>
                  </a:tcPr>
                </a:tc>
              </a:tr>
              <a:tr h="1771725">
                <a:tc>
                  <a:txBody>
                    <a:bodyPr/>
                    <a:lstStyle/>
                    <a:p>
                      <a:pPr indent="0" lvl="0" marL="0" rtl="0" algn="ctr">
                        <a:lnSpc>
                          <a:spcPct val="150000"/>
                        </a:lnSpc>
                        <a:spcBef>
                          <a:spcPts val="0"/>
                        </a:spcBef>
                        <a:spcAft>
                          <a:spcPts val="0"/>
                        </a:spcAft>
                        <a:buNone/>
                      </a:pPr>
                      <a:r>
                        <a:rPr b="1" lang="en-US" sz="2200">
                          <a:solidFill>
                            <a:schemeClr val="lt1"/>
                          </a:solidFill>
                        </a:rPr>
                        <a:t>Thân </a:t>
                      </a:r>
                      <a:r>
                        <a:rPr b="1" lang="en-US" sz="2200">
                          <a:solidFill>
                            <a:schemeClr val="lt1"/>
                          </a:solidFill>
                        </a:rPr>
                        <a:t>bài</a:t>
                      </a: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18146"/>
                    </a:solidFill>
                  </a:tcPr>
                </a:tc>
                <a:tc>
                  <a:txBody>
                    <a:bodyPr/>
                    <a:lstStyle/>
                    <a:p>
                      <a:pPr indent="0" lvl="0" marL="0" rtl="0" algn="just">
                        <a:lnSpc>
                          <a:spcPct val="150000"/>
                        </a:lnSpc>
                        <a:spcBef>
                          <a:spcPts val="0"/>
                        </a:spcBef>
                        <a:spcAft>
                          <a:spcPts val="0"/>
                        </a:spcAft>
                        <a:buNone/>
                      </a:pPr>
                      <a:r>
                        <a:rPr b="1" lang="en-US" sz="2200"/>
                        <a:t>Mở đầu đoạn: </a:t>
                      </a:r>
                      <a:r>
                        <a:rPr lang="en-US" sz="2200"/>
                        <a:t>One of the main reasons I support </a:t>
                      </a:r>
                      <a:r>
                        <a:rPr lang="en-US" sz="2200"/>
                        <a:t>[</a:t>
                      </a:r>
                      <a:r>
                        <a:rPr lang="en-US" sz="2200">
                          <a:solidFill>
                            <a:srgbClr val="0000FF"/>
                          </a:solidFill>
                        </a:rPr>
                        <a:t>ý kiến</a:t>
                      </a:r>
                      <a:r>
                        <a:rPr lang="en-US" sz="2200"/>
                        <a:t>] is that</a:t>
                      </a:r>
                      <a:endParaRPr sz="2200"/>
                    </a:p>
                    <a:p>
                      <a:pPr indent="0" lvl="0" marL="0" rtl="0" algn="just">
                        <a:lnSpc>
                          <a:spcPct val="150000"/>
                        </a:lnSpc>
                        <a:spcBef>
                          <a:spcPts val="0"/>
                        </a:spcBef>
                        <a:spcAft>
                          <a:spcPts val="0"/>
                        </a:spcAft>
                        <a:buNone/>
                      </a:pPr>
                      <a:r>
                        <a:rPr b="1" lang="en-US" sz="2200"/>
                        <a:t>Liệt kê các ý:</a:t>
                      </a:r>
                      <a:r>
                        <a:rPr lang="en-US" sz="2200"/>
                        <a:t> </a:t>
                      </a:r>
                      <a:r>
                        <a:rPr lang="en-US" sz="2200"/>
                        <a:t>Firstly/ To begin with….  ;                                                          In addition/Furthermore/ Additionally</a:t>
                      </a:r>
                      <a:endParaRPr sz="2200"/>
                    </a:p>
                    <a:p>
                      <a:pPr indent="0" lvl="0" marL="0" rtl="0" algn="just">
                        <a:lnSpc>
                          <a:spcPct val="150000"/>
                        </a:lnSpc>
                        <a:spcBef>
                          <a:spcPts val="0"/>
                        </a:spcBef>
                        <a:spcAft>
                          <a:spcPts val="0"/>
                        </a:spcAft>
                        <a:buNone/>
                      </a:pPr>
                      <a:r>
                        <a:rPr b="1" lang="en-US" sz="2200"/>
                        <a:t>Đưa ra lý do: </a:t>
                      </a:r>
                      <a:r>
                        <a:rPr lang="en-US" sz="2200"/>
                        <a:t>because - since - as/ because of - due to - owing to;                The reason for this is …/ </a:t>
                      </a:r>
                      <a:r>
                        <a:rPr lang="en-US" sz="2200"/>
                        <a:t>It is because…</a:t>
                      </a:r>
                      <a:endParaRPr sz="2200"/>
                    </a:p>
                    <a:p>
                      <a:pPr indent="0" lvl="0" marL="0" rtl="0" algn="just">
                        <a:lnSpc>
                          <a:spcPct val="150000"/>
                        </a:lnSpc>
                        <a:spcBef>
                          <a:spcPts val="0"/>
                        </a:spcBef>
                        <a:spcAft>
                          <a:spcPts val="0"/>
                        </a:spcAft>
                        <a:buNone/>
                      </a:pPr>
                      <a:r>
                        <a:rPr b="1" lang="en-US" sz="2200"/>
                        <a:t>Đ</a:t>
                      </a:r>
                      <a:r>
                        <a:rPr b="1" lang="en-US" sz="2200"/>
                        <a:t>ưa ra hệ quả: </a:t>
                      </a:r>
                      <a:r>
                        <a:rPr lang="en-US" sz="2200"/>
                        <a:t>This results in…/ as a result…/ Therefore</a:t>
                      </a:r>
                      <a:endParaRPr sz="2200"/>
                    </a:p>
                    <a:p>
                      <a:pPr indent="0" lvl="0" marL="0" rtl="0" algn="just">
                        <a:lnSpc>
                          <a:spcPct val="150000"/>
                        </a:lnSpc>
                        <a:spcBef>
                          <a:spcPts val="0"/>
                        </a:spcBef>
                        <a:spcAft>
                          <a:spcPts val="0"/>
                        </a:spcAft>
                        <a:buNone/>
                      </a:pPr>
                      <a:r>
                        <a:rPr b="1" lang="en-US" sz="2200"/>
                        <a:t>Đưa ra ý đối lập: </a:t>
                      </a:r>
                      <a:r>
                        <a:rPr lang="en-US" sz="2200"/>
                        <a:t>by contrast/ in contrast/ despite this…/ However</a:t>
                      </a:r>
                      <a:endParaRPr sz="2200"/>
                    </a:p>
                    <a:p>
                      <a:pPr indent="0" lvl="0" marL="0" rtl="0" algn="just">
                        <a:lnSpc>
                          <a:spcPct val="150000"/>
                        </a:lnSpc>
                        <a:spcBef>
                          <a:spcPts val="0"/>
                        </a:spcBef>
                        <a:spcAft>
                          <a:spcPts val="0"/>
                        </a:spcAft>
                        <a:buNone/>
                      </a:pPr>
                      <a:r>
                        <a:rPr b="1" lang="en-US" sz="2200"/>
                        <a:t>Đưa ra ví dụ:</a:t>
                      </a:r>
                      <a:r>
                        <a:rPr lang="en-US" sz="2200"/>
                        <a:t> For example/ For instance</a:t>
                      </a:r>
                      <a:endParaRPr sz="2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201425">
                <a:tc>
                  <a:txBody>
                    <a:bodyPr/>
                    <a:lstStyle/>
                    <a:p>
                      <a:pPr indent="0" lvl="0" marL="0" rtl="0" algn="ctr">
                        <a:lnSpc>
                          <a:spcPct val="150000"/>
                        </a:lnSpc>
                        <a:spcBef>
                          <a:spcPts val="0"/>
                        </a:spcBef>
                        <a:spcAft>
                          <a:spcPts val="0"/>
                        </a:spcAft>
                        <a:buNone/>
                      </a:pPr>
                      <a:r>
                        <a:rPr b="1" lang="en-US" sz="2200">
                          <a:solidFill>
                            <a:schemeClr val="lt1"/>
                          </a:solidFill>
                        </a:rPr>
                        <a:t>Kết</a:t>
                      </a:r>
                      <a:r>
                        <a:rPr b="1" lang="en-US" sz="2200">
                          <a:solidFill>
                            <a:schemeClr val="lt1"/>
                          </a:solidFill>
                        </a:rPr>
                        <a:t> bài</a:t>
                      </a: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18146"/>
                    </a:solidFill>
                  </a:tcPr>
                </a:tc>
                <a:tc>
                  <a:txBody>
                    <a:bodyPr/>
                    <a:lstStyle/>
                    <a:p>
                      <a:pPr indent="0" lvl="0" marL="0" rtl="0" algn="just">
                        <a:lnSpc>
                          <a:spcPct val="150000"/>
                        </a:lnSpc>
                        <a:spcBef>
                          <a:spcPts val="0"/>
                        </a:spcBef>
                        <a:spcAft>
                          <a:spcPts val="0"/>
                        </a:spcAft>
                        <a:buNone/>
                      </a:pPr>
                      <a:r>
                        <a:rPr b="1" lang="en-US" sz="2200"/>
                        <a:t>Dấu hiệu câu kết: </a:t>
                      </a:r>
                      <a:r>
                        <a:rPr lang="en-US" sz="2200"/>
                        <a:t>In conclusion</a:t>
                      </a:r>
                      <a:endParaRPr sz="2200"/>
                    </a:p>
                    <a:p>
                      <a:pPr indent="0" lvl="0" marL="0" rtl="0" algn="just">
                        <a:lnSpc>
                          <a:spcPct val="150000"/>
                        </a:lnSpc>
                        <a:spcBef>
                          <a:spcPts val="0"/>
                        </a:spcBef>
                        <a:spcAft>
                          <a:spcPts val="0"/>
                        </a:spcAft>
                        <a:buNone/>
                      </a:pPr>
                      <a:r>
                        <a:rPr b="1" lang="en-US" sz="2200"/>
                        <a:t>Tóm tắt lại nội dung và khẳng định lại quan điểm của bản thân: </a:t>
                      </a:r>
                      <a:endParaRPr b="1" sz="2200"/>
                    </a:p>
                    <a:p>
                      <a:pPr indent="-368300" lvl="0" marL="457200" rtl="0" algn="just">
                        <a:lnSpc>
                          <a:spcPct val="150000"/>
                        </a:lnSpc>
                        <a:spcBef>
                          <a:spcPts val="0"/>
                        </a:spcBef>
                        <a:spcAft>
                          <a:spcPts val="0"/>
                        </a:spcAft>
                        <a:buSzPts val="2200"/>
                        <a:buChar char="●"/>
                      </a:pPr>
                      <a:r>
                        <a:rPr lang="en-US" sz="2200"/>
                        <a:t>While [lý do của quan điểm trái chiều], I believe [lý do bản thân ủng hộ]</a:t>
                      </a:r>
                      <a:endParaRPr sz="2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4E2DB">
                        <a:alpha val="69800"/>
                      </a:srgbClr>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42"/>
                                        </p:tgtEl>
                                        <p:attrNameLst>
                                          <p:attrName>style.visibility</p:attrName>
                                        </p:attrNameLst>
                                      </p:cBhvr>
                                      <p:to>
                                        <p:strVal val="visible"/>
                                      </p:to>
                                    </p:set>
                                    <p:anim calcmode="lin" valueType="num">
                                      <p:cBhvr additive="base">
                                        <p:cTn dur="1000"/>
                                        <p:tgtEl>
                                          <p:spTgt spid="842"/>
                                        </p:tgtEl>
                                        <p:attrNameLst>
                                          <p:attrName>ppt_w</p:attrName>
                                        </p:attrNameLst>
                                      </p:cBhvr>
                                      <p:tavLst>
                                        <p:tav fmla="" tm="0">
                                          <p:val>
                                            <p:strVal val="0"/>
                                          </p:val>
                                        </p:tav>
                                        <p:tav fmla="" tm="100000">
                                          <p:val>
                                            <p:strVal val="#ppt_w"/>
                                          </p:val>
                                        </p:tav>
                                      </p:tavLst>
                                    </p:anim>
                                    <p:anim calcmode="lin" valueType="num">
                                      <p:cBhvr additive="base">
                                        <p:cTn dur="1000"/>
                                        <p:tgtEl>
                                          <p:spTgt spid="84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39"/>
          <p:cNvSpPr txBox="1"/>
          <p:nvPr/>
        </p:nvSpPr>
        <p:spPr>
          <a:xfrm>
            <a:off x="6648450" y="256500"/>
            <a:ext cx="4254300" cy="677400"/>
          </a:xfrm>
          <a:prstGeom prst="rect">
            <a:avLst/>
          </a:prstGeom>
          <a:noFill/>
          <a:ln>
            <a:noFill/>
          </a:ln>
        </p:spPr>
        <p:txBody>
          <a:bodyPr anchorCtr="0" anchor="t" bIns="0" lIns="0" spcFirstLastPara="1" rIns="0" wrap="square" tIns="0">
            <a:spAutoFit/>
          </a:bodyPr>
          <a:lstStyle/>
          <a:p>
            <a:pPr indent="0" lvl="0" marL="0" marR="0" rtl="0" algn="l">
              <a:lnSpc>
                <a:spcPct val="162083"/>
              </a:lnSpc>
              <a:spcBef>
                <a:spcPts val="0"/>
              </a:spcBef>
              <a:spcAft>
                <a:spcPts val="0"/>
              </a:spcAft>
              <a:buNone/>
            </a:pPr>
            <a:r>
              <a:rPr lang="en-US" sz="4400">
                <a:solidFill>
                  <a:srgbClr val="018345"/>
                </a:solidFill>
                <a:latin typeface="Montserrat SemiBold"/>
                <a:ea typeface="Montserrat SemiBold"/>
                <a:cs typeface="Montserrat SemiBold"/>
                <a:sym typeface="Montserrat SemiBold"/>
              </a:rPr>
              <a:t>BÀI VIẾT MẪU</a:t>
            </a:r>
            <a:endParaRPr sz="100">
              <a:latin typeface="Montserrat SemiBold"/>
              <a:ea typeface="Montserrat SemiBold"/>
              <a:cs typeface="Montserrat SemiBold"/>
              <a:sym typeface="Montserrat SemiBold"/>
            </a:endParaRPr>
          </a:p>
        </p:txBody>
      </p:sp>
      <p:pic>
        <p:nvPicPr>
          <p:cNvPr id="850" name="Google Shape;850;p39"/>
          <p:cNvPicPr preferRelativeResize="0"/>
          <p:nvPr/>
        </p:nvPicPr>
        <p:blipFill>
          <a:blip r:embed="rId3">
            <a:alphaModFix/>
          </a:blip>
          <a:stretch>
            <a:fillRect/>
          </a:stretch>
        </p:blipFill>
        <p:spPr>
          <a:xfrm>
            <a:off x="16966704" y="0"/>
            <a:ext cx="1190400" cy="1190400"/>
          </a:xfrm>
          <a:prstGeom prst="rect">
            <a:avLst/>
          </a:prstGeom>
          <a:noFill/>
          <a:ln>
            <a:noFill/>
          </a:ln>
        </p:spPr>
      </p:pic>
      <p:sp>
        <p:nvSpPr>
          <p:cNvPr id="851" name="Google Shape;851;p39"/>
          <p:cNvSpPr txBox="1"/>
          <p:nvPr/>
        </p:nvSpPr>
        <p:spPr>
          <a:xfrm>
            <a:off x="290175" y="1120150"/>
            <a:ext cx="16173000" cy="15750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i="1" lang="en-US" sz="2100">
                <a:latin typeface="Roboto"/>
                <a:ea typeface="Roboto"/>
                <a:cs typeface="Roboto"/>
                <a:sym typeface="Roboto"/>
              </a:rPr>
              <a:t>Some people believe that the government should increase </a:t>
            </a:r>
            <a:r>
              <a:rPr lang="en-US" sz="2100">
                <a:latin typeface="Roboto"/>
                <a:ea typeface="Roboto"/>
                <a:cs typeface="Roboto"/>
                <a:sym typeface="Roboto"/>
              </a:rPr>
              <a:t>[1] _____________</a:t>
            </a:r>
            <a:r>
              <a:rPr i="1" lang="en-US" sz="2100">
                <a:latin typeface="Roboto"/>
                <a:ea typeface="Roboto"/>
                <a:cs typeface="Roboto"/>
                <a:sym typeface="Roboto"/>
              </a:rPr>
              <a:t> on fast food to reduce its consumption and mitigate its negative </a:t>
            </a:r>
            <a:r>
              <a:rPr lang="en-US" sz="2100">
                <a:latin typeface="Roboto"/>
                <a:ea typeface="Roboto"/>
                <a:cs typeface="Roboto"/>
                <a:sym typeface="Roboto"/>
              </a:rPr>
              <a:t>[2] _____________</a:t>
            </a:r>
            <a:r>
              <a:rPr i="1" lang="en-US" sz="2100">
                <a:latin typeface="Roboto"/>
                <a:ea typeface="Roboto"/>
                <a:cs typeface="Roboto"/>
                <a:sym typeface="Roboto"/>
              </a:rPr>
              <a:t> </a:t>
            </a:r>
            <a:r>
              <a:rPr i="1" lang="en-US" sz="2100">
                <a:latin typeface="Roboto"/>
                <a:ea typeface="Roboto"/>
                <a:cs typeface="Roboto"/>
                <a:sym typeface="Roboto"/>
              </a:rPr>
              <a:t> effects. I completely agree with this perspective, and this </a:t>
            </a:r>
            <a:r>
              <a:rPr lang="en-US" sz="2100">
                <a:latin typeface="Roboto"/>
                <a:ea typeface="Roboto"/>
                <a:cs typeface="Roboto"/>
                <a:sym typeface="Roboto"/>
              </a:rPr>
              <a:t>[3] _____________</a:t>
            </a:r>
            <a:r>
              <a:rPr i="1" lang="en-US" sz="2100">
                <a:latin typeface="Roboto"/>
                <a:ea typeface="Roboto"/>
                <a:cs typeface="Roboto"/>
                <a:sym typeface="Roboto"/>
              </a:rPr>
              <a:t> will explain the reasons for my point of view.</a:t>
            </a:r>
            <a:endParaRPr i="1" sz="2100">
              <a:latin typeface="Roboto"/>
              <a:ea typeface="Roboto"/>
              <a:cs typeface="Roboto"/>
              <a:sym typeface="Roboto"/>
            </a:endParaRPr>
          </a:p>
          <a:p>
            <a:pPr indent="0" lvl="0" marL="0" rtl="0" algn="just">
              <a:lnSpc>
                <a:spcPct val="150000"/>
              </a:lnSpc>
              <a:spcBef>
                <a:spcPts val="0"/>
              </a:spcBef>
              <a:spcAft>
                <a:spcPts val="1000"/>
              </a:spcAft>
              <a:buNone/>
            </a:pPr>
            <a:r>
              <a:t/>
            </a:r>
            <a:endParaRPr i="1" sz="2100">
              <a:latin typeface="Roboto"/>
              <a:ea typeface="Roboto"/>
              <a:cs typeface="Roboto"/>
              <a:sym typeface="Roboto"/>
            </a:endParaRPr>
          </a:p>
        </p:txBody>
      </p:sp>
      <p:sp>
        <p:nvSpPr>
          <p:cNvPr id="852" name="Google Shape;852;p39"/>
          <p:cNvSpPr txBox="1"/>
          <p:nvPr/>
        </p:nvSpPr>
        <p:spPr>
          <a:xfrm>
            <a:off x="16566800" y="1190400"/>
            <a:ext cx="1590300" cy="82785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improve</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argue</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decrease</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tax</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awareness</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negatively</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lifestyles</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fund</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benefits</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imposing</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cause</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losses</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encourage</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health</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essay</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reasons</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taxes</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Additionally</a:t>
            </a:r>
            <a:endParaRPr b="1" sz="2000">
              <a:solidFill>
                <a:srgbClr val="FF0000"/>
              </a:solidFill>
              <a:latin typeface="Roboto"/>
              <a:ea typeface="Roboto"/>
              <a:cs typeface="Roboto"/>
              <a:sym typeface="Roboto"/>
            </a:endParaRPr>
          </a:p>
          <a:p>
            <a:pPr indent="0" lvl="0" marL="0" rtl="0" algn="l">
              <a:spcBef>
                <a:spcPts val="0"/>
              </a:spcBef>
              <a:spcAft>
                <a:spcPts val="0"/>
              </a:spcAft>
              <a:buNone/>
            </a:pPr>
            <a:r>
              <a:t/>
            </a:r>
            <a:endParaRPr sz="2000">
              <a:solidFill>
                <a:schemeClr val="dk1"/>
              </a:solidFill>
              <a:latin typeface="Roboto"/>
              <a:ea typeface="Roboto"/>
              <a:cs typeface="Roboto"/>
              <a:sym typeface="Roboto"/>
            </a:endParaRPr>
          </a:p>
        </p:txBody>
      </p:sp>
      <p:sp>
        <p:nvSpPr>
          <p:cNvPr id="853" name="Google Shape;853;p39"/>
          <p:cNvSpPr/>
          <p:nvPr/>
        </p:nvSpPr>
        <p:spPr>
          <a:xfrm>
            <a:off x="7982525" y="1043950"/>
            <a:ext cx="1506300" cy="419700"/>
          </a:xfrm>
          <a:prstGeom prst="round2DiagRect">
            <a:avLst>
              <a:gd fmla="val 16667" name="adj1"/>
              <a:gd fmla="val 0" name="adj2"/>
            </a:avLst>
          </a:prstGeom>
          <a:solidFill>
            <a:srgbClr val="D9EAD3"/>
          </a:solidFill>
          <a:ln cap="flat" cmpd="sng" w="9525">
            <a:solidFill>
              <a:srgbClr val="F4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300">
                <a:solidFill>
                  <a:srgbClr val="0000FF"/>
                </a:solidFill>
                <a:latin typeface="Roboto"/>
                <a:ea typeface="Roboto"/>
                <a:cs typeface="Roboto"/>
                <a:sym typeface="Roboto"/>
              </a:rPr>
              <a:t>taxes</a:t>
            </a:r>
            <a:endParaRPr b="1" sz="2300">
              <a:solidFill>
                <a:srgbClr val="0000FF"/>
              </a:solidFill>
              <a:latin typeface="Roboto"/>
              <a:ea typeface="Roboto"/>
              <a:cs typeface="Roboto"/>
              <a:sym typeface="Roboto"/>
            </a:endParaRPr>
          </a:p>
        </p:txBody>
      </p:sp>
      <p:sp>
        <p:nvSpPr>
          <p:cNvPr id="854" name="Google Shape;854;p39"/>
          <p:cNvSpPr/>
          <p:nvPr/>
        </p:nvSpPr>
        <p:spPr>
          <a:xfrm>
            <a:off x="1825350" y="1475425"/>
            <a:ext cx="1506300" cy="419700"/>
          </a:xfrm>
          <a:prstGeom prst="round2DiagRect">
            <a:avLst>
              <a:gd fmla="val 16667" name="adj1"/>
              <a:gd fmla="val 0" name="adj2"/>
            </a:avLst>
          </a:prstGeom>
          <a:solidFill>
            <a:srgbClr val="D9EAD3"/>
          </a:solidFill>
          <a:ln cap="flat" cmpd="sng" w="9525">
            <a:solidFill>
              <a:srgbClr val="F4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300">
                <a:solidFill>
                  <a:srgbClr val="0000FF"/>
                </a:solidFill>
                <a:latin typeface="Roboto"/>
                <a:ea typeface="Roboto"/>
                <a:cs typeface="Roboto"/>
                <a:sym typeface="Roboto"/>
              </a:rPr>
              <a:t>health</a:t>
            </a:r>
            <a:endParaRPr b="1" sz="2300">
              <a:solidFill>
                <a:srgbClr val="0000FF"/>
              </a:solidFill>
              <a:latin typeface="Roboto"/>
              <a:ea typeface="Roboto"/>
              <a:cs typeface="Roboto"/>
              <a:sym typeface="Roboto"/>
            </a:endParaRPr>
          </a:p>
        </p:txBody>
      </p:sp>
      <p:sp>
        <p:nvSpPr>
          <p:cNvPr id="855" name="Google Shape;855;p39"/>
          <p:cNvSpPr/>
          <p:nvPr/>
        </p:nvSpPr>
        <p:spPr>
          <a:xfrm>
            <a:off x="10600400" y="1550700"/>
            <a:ext cx="1506300" cy="419700"/>
          </a:xfrm>
          <a:prstGeom prst="round2DiagRect">
            <a:avLst>
              <a:gd fmla="val 16667" name="adj1"/>
              <a:gd fmla="val 0" name="adj2"/>
            </a:avLst>
          </a:prstGeom>
          <a:solidFill>
            <a:srgbClr val="D9EAD3"/>
          </a:solidFill>
          <a:ln cap="flat" cmpd="sng" w="9525">
            <a:solidFill>
              <a:srgbClr val="F4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300">
                <a:solidFill>
                  <a:srgbClr val="0000FF"/>
                </a:solidFill>
                <a:latin typeface="Roboto"/>
                <a:ea typeface="Roboto"/>
                <a:cs typeface="Roboto"/>
                <a:sym typeface="Roboto"/>
              </a:rPr>
              <a:t>essay</a:t>
            </a:r>
            <a:endParaRPr b="1" sz="2300">
              <a:solidFill>
                <a:srgbClr val="0000FF"/>
              </a:solidFill>
              <a:latin typeface="Roboto"/>
              <a:ea typeface="Roboto"/>
              <a:cs typeface="Roboto"/>
              <a:sym typeface="Roboto"/>
            </a:endParaRPr>
          </a:p>
        </p:txBody>
      </p:sp>
      <p:sp>
        <p:nvSpPr>
          <p:cNvPr id="856" name="Google Shape;856;p39"/>
          <p:cNvSpPr txBox="1"/>
          <p:nvPr/>
        </p:nvSpPr>
        <p:spPr>
          <a:xfrm>
            <a:off x="290175" y="2881400"/>
            <a:ext cx="16173000" cy="19185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i="1" lang="en-US" sz="2100">
                <a:latin typeface="Roboto"/>
                <a:ea typeface="Roboto"/>
                <a:cs typeface="Roboto"/>
                <a:sym typeface="Roboto"/>
              </a:rPr>
              <a:t>One of the main </a:t>
            </a:r>
            <a:r>
              <a:rPr lang="en-US" sz="2100">
                <a:latin typeface="Roboto"/>
                <a:ea typeface="Roboto"/>
                <a:cs typeface="Roboto"/>
                <a:sym typeface="Roboto"/>
              </a:rPr>
              <a:t>[4] _____________</a:t>
            </a:r>
            <a:r>
              <a:rPr i="1" lang="en-US" sz="2100">
                <a:latin typeface="Roboto"/>
                <a:ea typeface="Roboto"/>
                <a:cs typeface="Roboto"/>
                <a:sym typeface="Roboto"/>
              </a:rPr>
              <a:t>  I support higher taxes on fast food is that it can lead to a </a:t>
            </a:r>
            <a:r>
              <a:rPr lang="en-US" sz="2100">
                <a:latin typeface="Roboto"/>
                <a:ea typeface="Roboto"/>
                <a:cs typeface="Roboto"/>
                <a:sym typeface="Roboto"/>
              </a:rPr>
              <a:t>[5] _____________</a:t>
            </a:r>
            <a:r>
              <a:rPr i="1" lang="en-US" sz="2100">
                <a:latin typeface="Roboto"/>
                <a:ea typeface="Roboto"/>
                <a:cs typeface="Roboto"/>
                <a:sym typeface="Roboto"/>
              </a:rPr>
              <a:t>  in its consumption. When prices rise, people are likely to seek healthier alternatives. For example, in countries like Mexico, the introduction of a </a:t>
            </a:r>
            <a:r>
              <a:rPr lang="en-US" sz="2100">
                <a:latin typeface="Roboto"/>
                <a:ea typeface="Roboto"/>
                <a:cs typeface="Roboto"/>
                <a:sym typeface="Roboto"/>
              </a:rPr>
              <a:t>[6] _____________</a:t>
            </a:r>
            <a:r>
              <a:rPr i="1" lang="en-US" sz="2100">
                <a:latin typeface="Roboto"/>
                <a:ea typeface="Roboto"/>
                <a:cs typeface="Roboto"/>
                <a:sym typeface="Roboto"/>
              </a:rPr>
              <a:t>  on sugary drinks resulted in a significant decline in unhealthy beverage consumption. This demonstrates that financial incentives can effectively </a:t>
            </a:r>
            <a:r>
              <a:rPr lang="en-US" sz="2100">
                <a:latin typeface="Roboto"/>
                <a:ea typeface="Roboto"/>
                <a:cs typeface="Roboto"/>
                <a:sym typeface="Roboto"/>
              </a:rPr>
              <a:t>[7] _____________</a:t>
            </a:r>
            <a:r>
              <a:rPr i="1" lang="en-US" sz="2100">
                <a:latin typeface="Roboto"/>
                <a:ea typeface="Roboto"/>
                <a:cs typeface="Roboto"/>
                <a:sym typeface="Roboto"/>
              </a:rPr>
              <a:t>  healthier eating habits among the population.</a:t>
            </a:r>
            <a:endParaRPr i="1" sz="2100">
              <a:latin typeface="Roboto"/>
              <a:ea typeface="Roboto"/>
              <a:cs typeface="Roboto"/>
              <a:sym typeface="Roboto"/>
            </a:endParaRPr>
          </a:p>
          <a:p>
            <a:pPr indent="0" lvl="0" marL="0" rtl="0" algn="just">
              <a:lnSpc>
                <a:spcPct val="150000"/>
              </a:lnSpc>
              <a:spcBef>
                <a:spcPts val="0"/>
              </a:spcBef>
              <a:spcAft>
                <a:spcPts val="1000"/>
              </a:spcAft>
              <a:buNone/>
            </a:pPr>
            <a:r>
              <a:t/>
            </a:r>
            <a:endParaRPr i="1" sz="2100">
              <a:latin typeface="Roboto"/>
              <a:ea typeface="Roboto"/>
              <a:cs typeface="Roboto"/>
              <a:sym typeface="Roboto"/>
            </a:endParaRPr>
          </a:p>
        </p:txBody>
      </p:sp>
      <p:sp>
        <p:nvSpPr>
          <p:cNvPr id="857" name="Google Shape;857;p39"/>
          <p:cNvSpPr/>
          <p:nvPr/>
        </p:nvSpPr>
        <p:spPr>
          <a:xfrm>
            <a:off x="2838750" y="2843625"/>
            <a:ext cx="1506300" cy="419700"/>
          </a:xfrm>
          <a:prstGeom prst="round2DiagRect">
            <a:avLst>
              <a:gd fmla="val 16667" name="adj1"/>
              <a:gd fmla="val 0" name="adj2"/>
            </a:avLst>
          </a:prstGeom>
          <a:solidFill>
            <a:srgbClr val="D9EAD3"/>
          </a:solidFill>
          <a:ln cap="flat" cmpd="sng" w="9525">
            <a:solidFill>
              <a:srgbClr val="F4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300">
                <a:solidFill>
                  <a:srgbClr val="0000FF"/>
                </a:solidFill>
                <a:latin typeface="Roboto"/>
                <a:ea typeface="Roboto"/>
                <a:cs typeface="Roboto"/>
                <a:sym typeface="Roboto"/>
              </a:rPr>
              <a:t>reasons</a:t>
            </a:r>
            <a:endParaRPr b="1" sz="2300">
              <a:solidFill>
                <a:srgbClr val="0000FF"/>
              </a:solidFill>
              <a:latin typeface="Roboto"/>
              <a:ea typeface="Roboto"/>
              <a:cs typeface="Roboto"/>
              <a:sym typeface="Roboto"/>
            </a:endParaRPr>
          </a:p>
        </p:txBody>
      </p:sp>
      <p:sp>
        <p:nvSpPr>
          <p:cNvPr id="858" name="Google Shape;858;p39"/>
          <p:cNvSpPr/>
          <p:nvPr/>
        </p:nvSpPr>
        <p:spPr>
          <a:xfrm>
            <a:off x="11751625" y="2805200"/>
            <a:ext cx="1506300" cy="419700"/>
          </a:xfrm>
          <a:prstGeom prst="round2DiagRect">
            <a:avLst>
              <a:gd fmla="val 16667" name="adj1"/>
              <a:gd fmla="val 0" name="adj2"/>
            </a:avLst>
          </a:prstGeom>
          <a:solidFill>
            <a:srgbClr val="D9EAD3"/>
          </a:solidFill>
          <a:ln cap="flat" cmpd="sng" w="9525">
            <a:solidFill>
              <a:srgbClr val="F4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300">
                <a:solidFill>
                  <a:srgbClr val="0000FF"/>
                </a:solidFill>
                <a:latin typeface="Roboto"/>
                <a:ea typeface="Roboto"/>
                <a:cs typeface="Roboto"/>
                <a:sym typeface="Roboto"/>
              </a:rPr>
              <a:t>decrease</a:t>
            </a:r>
            <a:endParaRPr b="1" sz="2300">
              <a:solidFill>
                <a:srgbClr val="0000FF"/>
              </a:solidFill>
              <a:latin typeface="Roboto"/>
              <a:ea typeface="Roboto"/>
              <a:cs typeface="Roboto"/>
              <a:sym typeface="Roboto"/>
            </a:endParaRPr>
          </a:p>
        </p:txBody>
      </p:sp>
      <p:sp>
        <p:nvSpPr>
          <p:cNvPr id="859" name="Google Shape;859;p39"/>
          <p:cNvSpPr/>
          <p:nvPr/>
        </p:nvSpPr>
        <p:spPr>
          <a:xfrm>
            <a:off x="14447400" y="3301100"/>
            <a:ext cx="1506300" cy="419700"/>
          </a:xfrm>
          <a:prstGeom prst="round2DiagRect">
            <a:avLst>
              <a:gd fmla="val 16667" name="adj1"/>
              <a:gd fmla="val 0" name="adj2"/>
            </a:avLst>
          </a:prstGeom>
          <a:solidFill>
            <a:srgbClr val="D9EAD3"/>
          </a:solidFill>
          <a:ln cap="flat" cmpd="sng" w="9525">
            <a:solidFill>
              <a:srgbClr val="F4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300">
                <a:solidFill>
                  <a:srgbClr val="0000FF"/>
                </a:solidFill>
                <a:latin typeface="Roboto"/>
                <a:ea typeface="Roboto"/>
                <a:cs typeface="Roboto"/>
                <a:sym typeface="Roboto"/>
              </a:rPr>
              <a:t>tax</a:t>
            </a:r>
            <a:endParaRPr b="1" sz="2300">
              <a:solidFill>
                <a:srgbClr val="0000FF"/>
              </a:solidFill>
              <a:latin typeface="Roboto"/>
              <a:ea typeface="Roboto"/>
              <a:cs typeface="Roboto"/>
              <a:sym typeface="Roboto"/>
            </a:endParaRPr>
          </a:p>
        </p:txBody>
      </p:sp>
      <p:sp>
        <p:nvSpPr>
          <p:cNvPr id="860" name="Google Shape;860;p39"/>
          <p:cNvSpPr/>
          <p:nvPr/>
        </p:nvSpPr>
        <p:spPr>
          <a:xfrm>
            <a:off x="1908300" y="4267425"/>
            <a:ext cx="1694100" cy="419700"/>
          </a:xfrm>
          <a:prstGeom prst="round2DiagRect">
            <a:avLst>
              <a:gd fmla="val 16667" name="adj1"/>
              <a:gd fmla="val 0" name="adj2"/>
            </a:avLst>
          </a:prstGeom>
          <a:solidFill>
            <a:srgbClr val="D9EAD3"/>
          </a:solidFill>
          <a:ln cap="flat" cmpd="sng" w="9525">
            <a:solidFill>
              <a:srgbClr val="F4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300">
                <a:solidFill>
                  <a:srgbClr val="0000FF"/>
                </a:solidFill>
                <a:latin typeface="Roboto"/>
                <a:ea typeface="Roboto"/>
                <a:cs typeface="Roboto"/>
                <a:sym typeface="Roboto"/>
              </a:rPr>
              <a:t>encourage</a:t>
            </a:r>
            <a:endParaRPr b="1" sz="2300">
              <a:solidFill>
                <a:srgbClr val="0000FF"/>
              </a:solidFill>
              <a:latin typeface="Roboto"/>
              <a:ea typeface="Roboto"/>
              <a:cs typeface="Roboto"/>
              <a:sym typeface="Roboto"/>
            </a:endParaRPr>
          </a:p>
        </p:txBody>
      </p:sp>
      <p:sp>
        <p:nvSpPr>
          <p:cNvPr id="861" name="Google Shape;861;p39"/>
          <p:cNvSpPr txBox="1"/>
          <p:nvPr/>
        </p:nvSpPr>
        <p:spPr>
          <a:xfrm>
            <a:off x="298450" y="5276425"/>
            <a:ext cx="16173000" cy="15750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i="1" lang="en-US" sz="2100">
                <a:latin typeface="Roboto"/>
                <a:ea typeface="Roboto"/>
                <a:cs typeface="Roboto"/>
                <a:sym typeface="Roboto"/>
              </a:rPr>
              <a:t> </a:t>
            </a:r>
            <a:r>
              <a:rPr lang="en-US" sz="2100">
                <a:latin typeface="Roboto"/>
                <a:ea typeface="Roboto"/>
                <a:cs typeface="Roboto"/>
                <a:sym typeface="Roboto"/>
              </a:rPr>
              <a:t>[8]_________________</a:t>
            </a:r>
            <a:r>
              <a:rPr i="1" lang="en-US" sz="2100">
                <a:latin typeface="Roboto"/>
                <a:ea typeface="Roboto"/>
                <a:cs typeface="Roboto"/>
                <a:sym typeface="Roboto"/>
              </a:rPr>
              <a:t> , a higher tax can generate revenue that governments can use to </a:t>
            </a:r>
            <a:r>
              <a:rPr lang="en-US" sz="2100">
                <a:latin typeface="Roboto"/>
                <a:ea typeface="Roboto"/>
                <a:cs typeface="Roboto"/>
                <a:sym typeface="Roboto"/>
              </a:rPr>
              <a:t>[9] _______________</a:t>
            </a:r>
            <a:r>
              <a:rPr i="1" lang="en-US" sz="2100">
                <a:latin typeface="Roboto"/>
                <a:ea typeface="Roboto"/>
                <a:cs typeface="Roboto"/>
                <a:sym typeface="Roboto"/>
              </a:rPr>
              <a:t> public health initiatives. Investing in health education programs can lead to increased </a:t>
            </a:r>
            <a:r>
              <a:rPr lang="en-US" sz="2100">
                <a:latin typeface="Roboto"/>
                <a:ea typeface="Roboto"/>
                <a:cs typeface="Roboto"/>
                <a:sym typeface="Roboto"/>
              </a:rPr>
              <a:t>[10] _____________</a:t>
            </a:r>
            <a:r>
              <a:rPr i="1" lang="en-US" sz="2100">
                <a:latin typeface="Roboto"/>
                <a:ea typeface="Roboto"/>
                <a:cs typeface="Roboto"/>
                <a:sym typeface="Roboto"/>
              </a:rPr>
              <a:t>  about nutrition and healthy eating. As a result, this not only addresses immediate health concerns but also fosters a long-term cultural shift towards healthier </a:t>
            </a:r>
            <a:r>
              <a:rPr lang="en-US" sz="2100">
                <a:latin typeface="Roboto"/>
                <a:ea typeface="Roboto"/>
                <a:cs typeface="Roboto"/>
                <a:sym typeface="Roboto"/>
              </a:rPr>
              <a:t>[11] _____________.</a:t>
            </a:r>
            <a:r>
              <a:rPr i="1" lang="en-US" sz="2100">
                <a:latin typeface="Roboto"/>
                <a:ea typeface="Roboto"/>
                <a:cs typeface="Roboto"/>
                <a:sym typeface="Roboto"/>
              </a:rPr>
              <a:t> </a:t>
            </a:r>
            <a:endParaRPr i="1" sz="2100">
              <a:latin typeface="Roboto"/>
              <a:ea typeface="Roboto"/>
              <a:cs typeface="Roboto"/>
              <a:sym typeface="Roboto"/>
            </a:endParaRPr>
          </a:p>
          <a:p>
            <a:pPr indent="0" lvl="0" marL="0" rtl="0" algn="just">
              <a:lnSpc>
                <a:spcPct val="150000"/>
              </a:lnSpc>
              <a:spcBef>
                <a:spcPts val="1000"/>
              </a:spcBef>
              <a:spcAft>
                <a:spcPts val="1000"/>
              </a:spcAft>
              <a:buNone/>
            </a:pPr>
            <a:r>
              <a:t/>
            </a:r>
            <a:endParaRPr i="1" sz="2100">
              <a:latin typeface="Roboto"/>
              <a:ea typeface="Roboto"/>
              <a:cs typeface="Roboto"/>
              <a:sym typeface="Roboto"/>
            </a:endParaRPr>
          </a:p>
        </p:txBody>
      </p:sp>
      <p:sp>
        <p:nvSpPr>
          <p:cNvPr id="862" name="Google Shape;862;p39"/>
          <p:cNvSpPr/>
          <p:nvPr/>
        </p:nvSpPr>
        <p:spPr>
          <a:xfrm>
            <a:off x="1043000" y="5196000"/>
            <a:ext cx="1872900" cy="419700"/>
          </a:xfrm>
          <a:prstGeom prst="round2DiagRect">
            <a:avLst>
              <a:gd fmla="val 16667" name="adj1"/>
              <a:gd fmla="val 0" name="adj2"/>
            </a:avLst>
          </a:prstGeom>
          <a:solidFill>
            <a:srgbClr val="D9EAD3"/>
          </a:solidFill>
          <a:ln cap="flat" cmpd="sng" w="9525">
            <a:solidFill>
              <a:srgbClr val="F4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300">
                <a:solidFill>
                  <a:srgbClr val="0000FF"/>
                </a:solidFill>
                <a:latin typeface="Roboto"/>
                <a:ea typeface="Roboto"/>
                <a:cs typeface="Roboto"/>
                <a:sym typeface="Roboto"/>
              </a:rPr>
              <a:t>Additionally</a:t>
            </a:r>
            <a:endParaRPr b="1" sz="2300">
              <a:solidFill>
                <a:srgbClr val="0000FF"/>
              </a:solidFill>
              <a:latin typeface="Roboto"/>
              <a:ea typeface="Roboto"/>
              <a:cs typeface="Roboto"/>
              <a:sym typeface="Roboto"/>
            </a:endParaRPr>
          </a:p>
        </p:txBody>
      </p:sp>
      <p:sp>
        <p:nvSpPr>
          <p:cNvPr id="863" name="Google Shape;863;p39"/>
          <p:cNvSpPr/>
          <p:nvPr/>
        </p:nvSpPr>
        <p:spPr>
          <a:xfrm>
            <a:off x="11751625" y="5196000"/>
            <a:ext cx="1872900" cy="419700"/>
          </a:xfrm>
          <a:prstGeom prst="round2DiagRect">
            <a:avLst>
              <a:gd fmla="val 16667" name="adj1"/>
              <a:gd fmla="val 0" name="adj2"/>
            </a:avLst>
          </a:prstGeom>
          <a:solidFill>
            <a:srgbClr val="D9EAD3"/>
          </a:solidFill>
          <a:ln cap="flat" cmpd="sng" w="9525">
            <a:solidFill>
              <a:srgbClr val="F4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300">
                <a:solidFill>
                  <a:srgbClr val="0000FF"/>
                </a:solidFill>
                <a:latin typeface="Roboto"/>
                <a:ea typeface="Roboto"/>
                <a:cs typeface="Roboto"/>
                <a:sym typeface="Roboto"/>
              </a:rPr>
              <a:t>fund</a:t>
            </a:r>
            <a:endParaRPr b="1" sz="2300">
              <a:solidFill>
                <a:srgbClr val="0000FF"/>
              </a:solidFill>
              <a:latin typeface="Roboto"/>
              <a:ea typeface="Roboto"/>
              <a:cs typeface="Roboto"/>
              <a:sym typeface="Roboto"/>
            </a:endParaRPr>
          </a:p>
        </p:txBody>
      </p:sp>
      <p:sp>
        <p:nvSpPr>
          <p:cNvPr id="864" name="Google Shape;864;p39"/>
          <p:cNvSpPr/>
          <p:nvPr/>
        </p:nvSpPr>
        <p:spPr>
          <a:xfrm>
            <a:off x="8296950" y="5691900"/>
            <a:ext cx="1694100" cy="419700"/>
          </a:xfrm>
          <a:prstGeom prst="round2DiagRect">
            <a:avLst>
              <a:gd fmla="val 16667" name="adj1"/>
              <a:gd fmla="val 0" name="adj2"/>
            </a:avLst>
          </a:prstGeom>
          <a:solidFill>
            <a:srgbClr val="D9EAD3"/>
          </a:solidFill>
          <a:ln cap="flat" cmpd="sng" w="9525">
            <a:solidFill>
              <a:srgbClr val="F4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300">
                <a:solidFill>
                  <a:srgbClr val="0000FF"/>
                </a:solidFill>
                <a:latin typeface="Roboto"/>
                <a:ea typeface="Roboto"/>
                <a:cs typeface="Roboto"/>
                <a:sym typeface="Roboto"/>
              </a:rPr>
              <a:t>awareness</a:t>
            </a:r>
            <a:endParaRPr b="1" sz="2300">
              <a:solidFill>
                <a:srgbClr val="0000FF"/>
              </a:solidFill>
              <a:latin typeface="Roboto"/>
              <a:ea typeface="Roboto"/>
              <a:cs typeface="Roboto"/>
              <a:sym typeface="Roboto"/>
            </a:endParaRPr>
          </a:p>
        </p:txBody>
      </p:sp>
      <p:sp>
        <p:nvSpPr>
          <p:cNvPr id="865" name="Google Shape;865;p39"/>
          <p:cNvSpPr/>
          <p:nvPr/>
        </p:nvSpPr>
        <p:spPr>
          <a:xfrm>
            <a:off x="12856475" y="6187800"/>
            <a:ext cx="1694100" cy="419700"/>
          </a:xfrm>
          <a:prstGeom prst="round2DiagRect">
            <a:avLst>
              <a:gd fmla="val 16667" name="adj1"/>
              <a:gd fmla="val 0" name="adj2"/>
            </a:avLst>
          </a:prstGeom>
          <a:solidFill>
            <a:srgbClr val="D9EAD3"/>
          </a:solidFill>
          <a:ln cap="flat" cmpd="sng" w="9525">
            <a:solidFill>
              <a:srgbClr val="F4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300">
                <a:solidFill>
                  <a:srgbClr val="0000FF"/>
                </a:solidFill>
                <a:latin typeface="Roboto"/>
                <a:ea typeface="Roboto"/>
                <a:cs typeface="Roboto"/>
                <a:sym typeface="Roboto"/>
              </a:rPr>
              <a:t>lifestyles</a:t>
            </a:r>
            <a:endParaRPr b="1" sz="2300">
              <a:solidFill>
                <a:srgbClr val="0000FF"/>
              </a:solidFill>
              <a:latin typeface="Roboto"/>
              <a:ea typeface="Roboto"/>
              <a:cs typeface="Roboto"/>
              <a:sym typeface="Roboto"/>
            </a:endParaRPr>
          </a:p>
        </p:txBody>
      </p:sp>
      <p:sp>
        <p:nvSpPr>
          <p:cNvPr id="866" name="Google Shape;866;p39"/>
          <p:cNvSpPr txBox="1"/>
          <p:nvPr/>
        </p:nvSpPr>
        <p:spPr>
          <a:xfrm>
            <a:off x="420575" y="7003600"/>
            <a:ext cx="16173000" cy="15750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i="1" lang="en-US" sz="2100">
                <a:latin typeface="Roboto"/>
                <a:ea typeface="Roboto"/>
                <a:cs typeface="Roboto"/>
                <a:sym typeface="Roboto"/>
              </a:rPr>
              <a:t>Despite this, some may </a:t>
            </a:r>
            <a:r>
              <a:rPr lang="en-US" sz="2100">
                <a:latin typeface="Roboto"/>
                <a:ea typeface="Roboto"/>
                <a:cs typeface="Roboto"/>
                <a:sym typeface="Roboto"/>
              </a:rPr>
              <a:t>[12] _____________</a:t>
            </a:r>
            <a:r>
              <a:rPr i="1" lang="en-US" sz="2100">
                <a:latin typeface="Roboto"/>
                <a:ea typeface="Roboto"/>
                <a:cs typeface="Roboto"/>
                <a:sym typeface="Roboto"/>
              </a:rPr>
              <a:t>  that higher taxes could </a:t>
            </a:r>
            <a:r>
              <a:rPr lang="en-US" sz="2100">
                <a:latin typeface="Roboto"/>
                <a:ea typeface="Roboto"/>
                <a:cs typeface="Roboto"/>
                <a:sym typeface="Roboto"/>
              </a:rPr>
              <a:t>[13] _____________</a:t>
            </a:r>
            <a:r>
              <a:rPr i="1" lang="en-US" sz="2100">
                <a:latin typeface="Roboto"/>
                <a:ea typeface="Roboto"/>
                <a:cs typeface="Roboto"/>
                <a:sym typeface="Roboto"/>
              </a:rPr>
              <a:t>  impact businesses in the fast food sector. They believe this could lead to job </a:t>
            </a:r>
            <a:r>
              <a:rPr lang="en-US" sz="2100">
                <a:latin typeface="Roboto"/>
                <a:ea typeface="Roboto"/>
                <a:cs typeface="Roboto"/>
                <a:sym typeface="Roboto"/>
              </a:rPr>
              <a:t>[14] _____________</a:t>
            </a:r>
            <a:r>
              <a:rPr i="1" lang="en-US" sz="2100">
                <a:latin typeface="Roboto"/>
                <a:ea typeface="Roboto"/>
                <a:cs typeface="Roboto"/>
                <a:sym typeface="Roboto"/>
              </a:rPr>
              <a:t>  and economic downturns. However, I believe that the long-term health </a:t>
            </a:r>
            <a:r>
              <a:rPr lang="en-US" sz="2100">
                <a:latin typeface="Roboto"/>
                <a:ea typeface="Roboto"/>
                <a:cs typeface="Roboto"/>
                <a:sym typeface="Roboto"/>
              </a:rPr>
              <a:t>[15] _____________</a:t>
            </a:r>
            <a:r>
              <a:rPr i="1" lang="en-US" sz="2100">
                <a:latin typeface="Roboto"/>
                <a:ea typeface="Roboto"/>
                <a:cs typeface="Roboto"/>
                <a:sym typeface="Roboto"/>
              </a:rPr>
              <a:t>, such as reduced healthcare costs and a healthier population, outweigh these temporary economic concerns.</a:t>
            </a:r>
            <a:endParaRPr i="1" sz="2100">
              <a:latin typeface="Roboto"/>
              <a:ea typeface="Roboto"/>
              <a:cs typeface="Roboto"/>
              <a:sym typeface="Roboto"/>
            </a:endParaRPr>
          </a:p>
          <a:p>
            <a:pPr indent="0" lvl="0" marL="0" rtl="0" algn="just">
              <a:lnSpc>
                <a:spcPct val="150000"/>
              </a:lnSpc>
              <a:spcBef>
                <a:spcPts val="1000"/>
              </a:spcBef>
              <a:spcAft>
                <a:spcPts val="1000"/>
              </a:spcAft>
              <a:buNone/>
            </a:pPr>
            <a:r>
              <a:t/>
            </a:r>
            <a:endParaRPr i="1" sz="2100">
              <a:latin typeface="Roboto"/>
              <a:ea typeface="Roboto"/>
              <a:cs typeface="Roboto"/>
              <a:sym typeface="Roboto"/>
            </a:endParaRPr>
          </a:p>
        </p:txBody>
      </p:sp>
      <p:sp>
        <p:nvSpPr>
          <p:cNvPr id="867" name="Google Shape;867;p39"/>
          <p:cNvSpPr/>
          <p:nvPr/>
        </p:nvSpPr>
        <p:spPr>
          <a:xfrm>
            <a:off x="3781950" y="7003600"/>
            <a:ext cx="1694100" cy="419700"/>
          </a:xfrm>
          <a:prstGeom prst="round2DiagRect">
            <a:avLst>
              <a:gd fmla="val 16667" name="adj1"/>
              <a:gd fmla="val 0" name="adj2"/>
            </a:avLst>
          </a:prstGeom>
          <a:solidFill>
            <a:srgbClr val="D9EAD3"/>
          </a:solidFill>
          <a:ln cap="flat" cmpd="sng" w="9525">
            <a:solidFill>
              <a:srgbClr val="F4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300">
                <a:solidFill>
                  <a:srgbClr val="0000FF"/>
                </a:solidFill>
                <a:latin typeface="Roboto"/>
                <a:ea typeface="Roboto"/>
                <a:cs typeface="Roboto"/>
                <a:sym typeface="Roboto"/>
              </a:rPr>
              <a:t>argue</a:t>
            </a:r>
            <a:endParaRPr b="1" sz="2300">
              <a:solidFill>
                <a:srgbClr val="0000FF"/>
              </a:solidFill>
              <a:latin typeface="Roboto"/>
              <a:ea typeface="Roboto"/>
              <a:cs typeface="Roboto"/>
              <a:sym typeface="Roboto"/>
            </a:endParaRPr>
          </a:p>
        </p:txBody>
      </p:sp>
      <p:sp>
        <p:nvSpPr>
          <p:cNvPr id="868" name="Google Shape;868;p39"/>
          <p:cNvSpPr/>
          <p:nvPr/>
        </p:nvSpPr>
        <p:spPr>
          <a:xfrm>
            <a:off x="8950750" y="7003600"/>
            <a:ext cx="1694100" cy="419700"/>
          </a:xfrm>
          <a:prstGeom prst="round2DiagRect">
            <a:avLst>
              <a:gd fmla="val 16667" name="adj1"/>
              <a:gd fmla="val 0" name="adj2"/>
            </a:avLst>
          </a:prstGeom>
          <a:solidFill>
            <a:srgbClr val="D9EAD3"/>
          </a:solidFill>
          <a:ln cap="flat" cmpd="sng" w="9525">
            <a:solidFill>
              <a:srgbClr val="F4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300">
                <a:solidFill>
                  <a:srgbClr val="0000FF"/>
                </a:solidFill>
                <a:latin typeface="Roboto"/>
                <a:ea typeface="Roboto"/>
                <a:cs typeface="Roboto"/>
                <a:sym typeface="Roboto"/>
              </a:rPr>
              <a:t>negatively</a:t>
            </a:r>
            <a:endParaRPr b="1" sz="2300">
              <a:solidFill>
                <a:srgbClr val="0000FF"/>
              </a:solidFill>
              <a:latin typeface="Roboto"/>
              <a:ea typeface="Roboto"/>
              <a:cs typeface="Roboto"/>
              <a:sym typeface="Roboto"/>
            </a:endParaRPr>
          </a:p>
        </p:txBody>
      </p:sp>
      <p:sp>
        <p:nvSpPr>
          <p:cNvPr id="869" name="Google Shape;869;p39"/>
          <p:cNvSpPr/>
          <p:nvPr/>
        </p:nvSpPr>
        <p:spPr>
          <a:xfrm>
            <a:off x="4421238" y="7499500"/>
            <a:ext cx="1694100" cy="419700"/>
          </a:xfrm>
          <a:prstGeom prst="round2DiagRect">
            <a:avLst>
              <a:gd fmla="val 16667" name="adj1"/>
              <a:gd fmla="val 0" name="adj2"/>
            </a:avLst>
          </a:prstGeom>
          <a:solidFill>
            <a:srgbClr val="D9EAD3"/>
          </a:solidFill>
          <a:ln cap="flat" cmpd="sng" w="9525">
            <a:solidFill>
              <a:srgbClr val="F4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300">
                <a:solidFill>
                  <a:srgbClr val="0000FF"/>
                </a:solidFill>
                <a:latin typeface="Roboto"/>
                <a:ea typeface="Roboto"/>
                <a:cs typeface="Roboto"/>
                <a:sym typeface="Roboto"/>
              </a:rPr>
              <a:t>losses</a:t>
            </a:r>
            <a:endParaRPr b="1" sz="2300">
              <a:solidFill>
                <a:srgbClr val="0000FF"/>
              </a:solidFill>
              <a:latin typeface="Roboto"/>
              <a:ea typeface="Roboto"/>
              <a:cs typeface="Roboto"/>
              <a:sym typeface="Roboto"/>
            </a:endParaRPr>
          </a:p>
        </p:txBody>
      </p:sp>
      <p:sp>
        <p:nvSpPr>
          <p:cNvPr id="870" name="Google Shape;870;p39"/>
          <p:cNvSpPr/>
          <p:nvPr/>
        </p:nvSpPr>
        <p:spPr>
          <a:xfrm>
            <a:off x="14702963" y="7499500"/>
            <a:ext cx="1694100" cy="419700"/>
          </a:xfrm>
          <a:prstGeom prst="round2DiagRect">
            <a:avLst>
              <a:gd fmla="val 16667" name="adj1"/>
              <a:gd fmla="val 0" name="adj2"/>
            </a:avLst>
          </a:prstGeom>
          <a:solidFill>
            <a:srgbClr val="D9EAD3"/>
          </a:solidFill>
          <a:ln cap="flat" cmpd="sng" w="9525">
            <a:solidFill>
              <a:srgbClr val="F4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300">
                <a:solidFill>
                  <a:srgbClr val="0000FF"/>
                </a:solidFill>
                <a:latin typeface="Roboto"/>
                <a:ea typeface="Roboto"/>
                <a:cs typeface="Roboto"/>
                <a:sym typeface="Roboto"/>
              </a:rPr>
              <a:t>benefits</a:t>
            </a:r>
            <a:endParaRPr b="1" sz="2300">
              <a:solidFill>
                <a:srgbClr val="0000FF"/>
              </a:solidFill>
              <a:latin typeface="Roboto"/>
              <a:ea typeface="Roboto"/>
              <a:cs typeface="Roboto"/>
              <a:sym typeface="Roboto"/>
            </a:endParaRPr>
          </a:p>
        </p:txBody>
      </p:sp>
      <p:sp>
        <p:nvSpPr>
          <p:cNvPr id="871" name="Google Shape;871;p39"/>
          <p:cNvSpPr txBox="1"/>
          <p:nvPr/>
        </p:nvSpPr>
        <p:spPr>
          <a:xfrm>
            <a:off x="420575" y="8730775"/>
            <a:ext cx="16173000" cy="11904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i="1" lang="en-US" sz="2100">
                <a:latin typeface="Roboto"/>
                <a:ea typeface="Roboto"/>
                <a:cs typeface="Roboto"/>
                <a:sym typeface="Roboto"/>
              </a:rPr>
              <a:t>In conclusion, while leavy a higher fast food tax may </a:t>
            </a:r>
            <a:r>
              <a:rPr lang="en-US" sz="2100">
                <a:latin typeface="Roboto"/>
                <a:ea typeface="Roboto"/>
                <a:cs typeface="Roboto"/>
                <a:sym typeface="Roboto"/>
              </a:rPr>
              <a:t>[17] _____________</a:t>
            </a:r>
            <a:r>
              <a:rPr i="1" lang="en-US" sz="2100">
                <a:latin typeface="Roboto"/>
                <a:ea typeface="Roboto"/>
                <a:cs typeface="Roboto"/>
                <a:sym typeface="Roboto"/>
              </a:rPr>
              <a:t> some challenges, I firmly believe that these challenges are short-term, and fast food tax an essential step toward </a:t>
            </a:r>
            <a:r>
              <a:rPr lang="en-US" sz="2100">
                <a:latin typeface="Roboto"/>
                <a:ea typeface="Roboto"/>
                <a:cs typeface="Roboto"/>
                <a:sym typeface="Roboto"/>
              </a:rPr>
              <a:t>[18] _____________</a:t>
            </a:r>
            <a:r>
              <a:rPr i="1" lang="en-US" sz="2100">
                <a:latin typeface="Roboto"/>
                <a:ea typeface="Roboto"/>
                <a:cs typeface="Roboto"/>
                <a:sym typeface="Roboto"/>
              </a:rPr>
              <a:t> public health and curbing diet-related diseases. </a:t>
            </a:r>
            <a:endParaRPr i="1" sz="2100">
              <a:latin typeface="Roboto"/>
              <a:ea typeface="Roboto"/>
              <a:cs typeface="Roboto"/>
              <a:sym typeface="Roboto"/>
            </a:endParaRPr>
          </a:p>
          <a:p>
            <a:pPr indent="0" lvl="0" marL="0" rtl="0" algn="just">
              <a:lnSpc>
                <a:spcPct val="150000"/>
              </a:lnSpc>
              <a:spcBef>
                <a:spcPts val="1000"/>
              </a:spcBef>
              <a:spcAft>
                <a:spcPts val="1000"/>
              </a:spcAft>
              <a:buNone/>
            </a:pPr>
            <a:r>
              <a:t/>
            </a:r>
            <a:endParaRPr i="1" sz="2100">
              <a:latin typeface="Roboto"/>
              <a:ea typeface="Roboto"/>
              <a:cs typeface="Roboto"/>
              <a:sym typeface="Roboto"/>
            </a:endParaRPr>
          </a:p>
        </p:txBody>
      </p:sp>
      <p:sp>
        <p:nvSpPr>
          <p:cNvPr id="872" name="Google Shape;872;p39"/>
          <p:cNvSpPr/>
          <p:nvPr/>
        </p:nvSpPr>
        <p:spPr>
          <a:xfrm>
            <a:off x="7660013" y="8578600"/>
            <a:ext cx="1694100" cy="419700"/>
          </a:xfrm>
          <a:prstGeom prst="round2DiagRect">
            <a:avLst>
              <a:gd fmla="val 16667" name="adj1"/>
              <a:gd fmla="val 0" name="adj2"/>
            </a:avLst>
          </a:prstGeom>
          <a:solidFill>
            <a:srgbClr val="D9EAD3"/>
          </a:solidFill>
          <a:ln cap="flat" cmpd="sng" w="9525">
            <a:solidFill>
              <a:srgbClr val="F4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300">
                <a:solidFill>
                  <a:srgbClr val="0000FF"/>
                </a:solidFill>
                <a:latin typeface="Roboto"/>
                <a:ea typeface="Roboto"/>
                <a:cs typeface="Roboto"/>
                <a:sym typeface="Roboto"/>
              </a:rPr>
              <a:t>cause</a:t>
            </a:r>
            <a:endParaRPr b="1" sz="2300">
              <a:solidFill>
                <a:srgbClr val="0000FF"/>
              </a:solidFill>
              <a:latin typeface="Roboto"/>
              <a:ea typeface="Roboto"/>
              <a:cs typeface="Roboto"/>
              <a:sym typeface="Roboto"/>
            </a:endParaRPr>
          </a:p>
        </p:txBody>
      </p:sp>
      <p:sp>
        <p:nvSpPr>
          <p:cNvPr id="873" name="Google Shape;873;p39"/>
          <p:cNvSpPr/>
          <p:nvPr/>
        </p:nvSpPr>
        <p:spPr>
          <a:xfrm>
            <a:off x="7190188" y="9108350"/>
            <a:ext cx="1694100" cy="419700"/>
          </a:xfrm>
          <a:prstGeom prst="round2DiagRect">
            <a:avLst>
              <a:gd fmla="val 16667" name="adj1"/>
              <a:gd fmla="val 0" name="adj2"/>
            </a:avLst>
          </a:prstGeom>
          <a:solidFill>
            <a:srgbClr val="D9EAD3"/>
          </a:solidFill>
          <a:ln cap="flat" cmpd="sng" w="9525">
            <a:solidFill>
              <a:srgbClr val="F4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300">
                <a:solidFill>
                  <a:srgbClr val="0000FF"/>
                </a:solidFill>
                <a:latin typeface="Roboto"/>
                <a:ea typeface="Roboto"/>
                <a:cs typeface="Roboto"/>
                <a:sym typeface="Roboto"/>
              </a:rPr>
              <a:t>improving</a:t>
            </a:r>
            <a:endParaRPr b="1" sz="2300">
              <a:solidFill>
                <a:srgbClr val="0000F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40"/>
          <p:cNvSpPr txBox="1"/>
          <p:nvPr/>
        </p:nvSpPr>
        <p:spPr>
          <a:xfrm>
            <a:off x="6648450" y="256500"/>
            <a:ext cx="4254300" cy="677400"/>
          </a:xfrm>
          <a:prstGeom prst="rect">
            <a:avLst/>
          </a:prstGeom>
          <a:noFill/>
          <a:ln>
            <a:noFill/>
          </a:ln>
        </p:spPr>
        <p:txBody>
          <a:bodyPr anchorCtr="0" anchor="t" bIns="0" lIns="0" spcFirstLastPara="1" rIns="0" wrap="square" tIns="0">
            <a:spAutoFit/>
          </a:bodyPr>
          <a:lstStyle/>
          <a:p>
            <a:pPr indent="0" lvl="0" marL="0" marR="0" rtl="0" algn="l">
              <a:lnSpc>
                <a:spcPct val="162083"/>
              </a:lnSpc>
              <a:spcBef>
                <a:spcPts val="0"/>
              </a:spcBef>
              <a:spcAft>
                <a:spcPts val="0"/>
              </a:spcAft>
              <a:buNone/>
            </a:pPr>
            <a:r>
              <a:rPr lang="en-US" sz="4400">
                <a:solidFill>
                  <a:srgbClr val="018345"/>
                </a:solidFill>
                <a:latin typeface="Montserrat SemiBold"/>
                <a:ea typeface="Montserrat SemiBold"/>
                <a:cs typeface="Montserrat SemiBold"/>
                <a:sym typeface="Montserrat SemiBold"/>
              </a:rPr>
              <a:t>BÀI VIẾT MẪU</a:t>
            </a:r>
            <a:endParaRPr sz="100">
              <a:latin typeface="Montserrat SemiBold"/>
              <a:ea typeface="Montserrat SemiBold"/>
              <a:cs typeface="Montserrat SemiBold"/>
              <a:sym typeface="Montserrat SemiBold"/>
            </a:endParaRPr>
          </a:p>
        </p:txBody>
      </p:sp>
      <p:sp>
        <p:nvSpPr>
          <p:cNvPr id="879" name="Google Shape;879;p40"/>
          <p:cNvSpPr txBox="1"/>
          <p:nvPr/>
        </p:nvSpPr>
        <p:spPr>
          <a:xfrm>
            <a:off x="290175" y="1120150"/>
            <a:ext cx="16173000" cy="15750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i="1" lang="en-US" sz="2100">
                <a:latin typeface="Roboto"/>
                <a:ea typeface="Roboto"/>
                <a:cs typeface="Roboto"/>
                <a:sym typeface="Roboto"/>
              </a:rPr>
              <a:t>Some people believe that the government should increase </a:t>
            </a:r>
            <a:r>
              <a:rPr lang="en-US" sz="2100">
                <a:latin typeface="Roboto"/>
                <a:ea typeface="Roboto"/>
                <a:cs typeface="Roboto"/>
                <a:sym typeface="Roboto"/>
              </a:rPr>
              <a:t>[1] _____________</a:t>
            </a:r>
            <a:r>
              <a:rPr i="1" lang="en-US" sz="2100">
                <a:latin typeface="Roboto"/>
                <a:ea typeface="Roboto"/>
                <a:cs typeface="Roboto"/>
                <a:sym typeface="Roboto"/>
              </a:rPr>
              <a:t> on fast food to reduce its consumption and mitigate its negative </a:t>
            </a:r>
            <a:r>
              <a:rPr lang="en-US" sz="2100">
                <a:latin typeface="Roboto"/>
                <a:ea typeface="Roboto"/>
                <a:cs typeface="Roboto"/>
                <a:sym typeface="Roboto"/>
              </a:rPr>
              <a:t>[2] _____________</a:t>
            </a:r>
            <a:r>
              <a:rPr i="1" lang="en-US" sz="2100">
                <a:latin typeface="Roboto"/>
                <a:ea typeface="Roboto"/>
                <a:cs typeface="Roboto"/>
                <a:sym typeface="Roboto"/>
              </a:rPr>
              <a:t>  effects. I completely agree with this perspective, and this </a:t>
            </a:r>
            <a:r>
              <a:rPr lang="en-US" sz="2100">
                <a:latin typeface="Roboto"/>
                <a:ea typeface="Roboto"/>
                <a:cs typeface="Roboto"/>
                <a:sym typeface="Roboto"/>
              </a:rPr>
              <a:t>[3] _____________</a:t>
            </a:r>
            <a:r>
              <a:rPr i="1" lang="en-US" sz="2100">
                <a:latin typeface="Roboto"/>
                <a:ea typeface="Roboto"/>
                <a:cs typeface="Roboto"/>
                <a:sym typeface="Roboto"/>
              </a:rPr>
              <a:t> will explain the reasons for my point of view.</a:t>
            </a:r>
            <a:endParaRPr i="1" sz="2100">
              <a:latin typeface="Roboto"/>
              <a:ea typeface="Roboto"/>
              <a:cs typeface="Roboto"/>
              <a:sym typeface="Roboto"/>
            </a:endParaRPr>
          </a:p>
          <a:p>
            <a:pPr indent="0" lvl="0" marL="0" rtl="0" algn="just">
              <a:lnSpc>
                <a:spcPct val="150000"/>
              </a:lnSpc>
              <a:spcBef>
                <a:spcPts val="0"/>
              </a:spcBef>
              <a:spcAft>
                <a:spcPts val="1000"/>
              </a:spcAft>
              <a:buNone/>
            </a:pPr>
            <a:r>
              <a:t/>
            </a:r>
            <a:endParaRPr i="1" sz="2100">
              <a:latin typeface="Roboto"/>
              <a:ea typeface="Roboto"/>
              <a:cs typeface="Roboto"/>
              <a:sym typeface="Roboto"/>
            </a:endParaRPr>
          </a:p>
        </p:txBody>
      </p:sp>
      <p:sp>
        <p:nvSpPr>
          <p:cNvPr id="880" name="Google Shape;880;p40"/>
          <p:cNvSpPr txBox="1"/>
          <p:nvPr/>
        </p:nvSpPr>
        <p:spPr>
          <a:xfrm>
            <a:off x="16566800" y="1190400"/>
            <a:ext cx="1590300" cy="82785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improve</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argue</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decrease</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tax</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awareness</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negatively</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lifestyles</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fund</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benefits</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imposing</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cause</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losses</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encourage</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health</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essay</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reasons</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taxes</a:t>
            </a:r>
            <a:endParaRPr b="1" sz="2000">
              <a:solidFill>
                <a:srgbClr val="FF0000"/>
              </a:solidFill>
              <a:latin typeface="Roboto"/>
              <a:ea typeface="Roboto"/>
              <a:cs typeface="Roboto"/>
              <a:sym typeface="Roboto"/>
            </a:endParaRPr>
          </a:p>
          <a:p>
            <a:pPr indent="0" lvl="0" marL="0" rtl="0" algn="l">
              <a:lnSpc>
                <a:spcPct val="150000"/>
              </a:lnSpc>
              <a:spcBef>
                <a:spcPts val="0"/>
              </a:spcBef>
              <a:spcAft>
                <a:spcPts val="0"/>
              </a:spcAft>
              <a:buNone/>
            </a:pPr>
            <a:r>
              <a:rPr b="1" lang="en-US" sz="2000">
                <a:solidFill>
                  <a:srgbClr val="FF0000"/>
                </a:solidFill>
                <a:latin typeface="Roboto"/>
                <a:ea typeface="Roboto"/>
                <a:cs typeface="Roboto"/>
                <a:sym typeface="Roboto"/>
              </a:rPr>
              <a:t>Additionally</a:t>
            </a:r>
            <a:endParaRPr b="1" sz="2000">
              <a:solidFill>
                <a:srgbClr val="FF0000"/>
              </a:solidFill>
              <a:latin typeface="Roboto"/>
              <a:ea typeface="Roboto"/>
              <a:cs typeface="Roboto"/>
              <a:sym typeface="Roboto"/>
            </a:endParaRPr>
          </a:p>
          <a:p>
            <a:pPr indent="0" lvl="0" marL="0" rtl="0" algn="l">
              <a:spcBef>
                <a:spcPts val="0"/>
              </a:spcBef>
              <a:spcAft>
                <a:spcPts val="0"/>
              </a:spcAft>
              <a:buNone/>
            </a:pPr>
            <a:r>
              <a:t/>
            </a:r>
            <a:endParaRPr sz="2000">
              <a:solidFill>
                <a:schemeClr val="dk1"/>
              </a:solidFill>
              <a:latin typeface="Roboto"/>
              <a:ea typeface="Roboto"/>
              <a:cs typeface="Roboto"/>
              <a:sym typeface="Roboto"/>
            </a:endParaRPr>
          </a:p>
        </p:txBody>
      </p:sp>
      <p:sp>
        <p:nvSpPr>
          <p:cNvPr id="881" name="Google Shape;881;p40"/>
          <p:cNvSpPr txBox="1"/>
          <p:nvPr/>
        </p:nvSpPr>
        <p:spPr>
          <a:xfrm>
            <a:off x="290175" y="2881400"/>
            <a:ext cx="16173000" cy="19185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i="1" lang="en-US" sz="2100">
                <a:latin typeface="Roboto"/>
                <a:ea typeface="Roboto"/>
                <a:cs typeface="Roboto"/>
                <a:sym typeface="Roboto"/>
              </a:rPr>
              <a:t>One of the main </a:t>
            </a:r>
            <a:r>
              <a:rPr lang="en-US" sz="2100">
                <a:latin typeface="Roboto"/>
                <a:ea typeface="Roboto"/>
                <a:cs typeface="Roboto"/>
                <a:sym typeface="Roboto"/>
              </a:rPr>
              <a:t>[4] _____________</a:t>
            </a:r>
            <a:r>
              <a:rPr i="1" lang="en-US" sz="2100">
                <a:latin typeface="Roboto"/>
                <a:ea typeface="Roboto"/>
                <a:cs typeface="Roboto"/>
                <a:sym typeface="Roboto"/>
              </a:rPr>
              <a:t>  I support higher taxes on fast food is that it can lead to a </a:t>
            </a:r>
            <a:r>
              <a:rPr lang="en-US" sz="2100">
                <a:latin typeface="Roboto"/>
                <a:ea typeface="Roboto"/>
                <a:cs typeface="Roboto"/>
                <a:sym typeface="Roboto"/>
              </a:rPr>
              <a:t>[5] _____________</a:t>
            </a:r>
            <a:r>
              <a:rPr i="1" lang="en-US" sz="2100">
                <a:latin typeface="Roboto"/>
                <a:ea typeface="Roboto"/>
                <a:cs typeface="Roboto"/>
                <a:sym typeface="Roboto"/>
              </a:rPr>
              <a:t>  in its consumption. When prices rise, people are likely to seek healthier alternatives. For example, in countries like Mexico, the introduction of a </a:t>
            </a:r>
            <a:r>
              <a:rPr lang="en-US" sz="2100">
                <a:latin typeface="Roboto"/>
                <a:ea typeface="Roboto"/>
                <a:cs typeface="Roboto"/>
                <a:sym typeface="Roboto"/>
              </a:rPr>
              <a:t>[6] _____________</a:t>
            </a:r>
            <a:r>
              <a:rPr i="1" lang="en-US" sz="2100">
                <a:latin typeface="Roboto"/>
                <a:ea typeface="Roboto"/>
                <a:cs typeface="Roboto"/>
                <a:sym typeface="Roboto"/>
              </a:rPr>
              <a:t>  on sugary drinks resulted in a significant decline in unhealthy beverage consumption. This demonstrates that financial incentives can effectively </a:t>
            </a:r>
            <a:r>
              <a:rPr lang="en-US" sz="2100">
                <a:latin typeface="Roboto"/>
                <a:ea typeface="Roboto"/>
                <a:cs typeface="Roboto"/>
                <a:sym typeface="Roboto"/>
              </a:rPr>
              <a:t>[7] _____________</a:t>
            </a:r>
            <a:r>
              <a:rPr i="1" lang="en-US" sz="2100">
                <a:latin typeface="Roboto"/>
                <a:ea typeface="Roboto"/>
                <a:cs typeface="Roboto"/>
                <a:sym typeface="Roboto"/>
              </a:rPr>
              <a:t>  healthier eating habits among the population.</a:t>
            </a:r>
            <a:endParaRPr i="1" sz="2100">
              <a:latin typeface="Roboto"/>
              <a:ea typeface="Roboto"/>
              <a:cs typeface="Roboto"/>
              <a:sym typeface="Roboto"/>
            </a:endParaRPr>
          </a:p>
          <a:p>
            <a:pPr indent="0" lvl="0" marL="0" rtl="0" algn="just">
              <a:lnSpc>
                <a:spcPct val="150000"/>
              </a:lnSpc>
              <a:spcBef>
                <a:spcPts val="0"/>
              </a:spcBef>
              <a:spcAft>
                <a:spcPts val="1000"/>
              </a:spcAft>
              <a:buNone/>
            </a:pPr>
            <a:r>
              <a:t/>
            </a:r>
            <a:endParaRPr i="1" sz="2100">
              <a:latin typeface="Roboto"/>
              <a:ea typeface="Roboto"/>
              <a:cs typeface="Roboto"/>
              <a:sym typeface="Roboto"/>
            </a:endParaRPr>
          </a:p>
        </p:txBody>
      </p:sp>
      <p:sp>
        <p:nvSpPr>
          <p:cNvPr id="882" name="Google Shape;882;p40"/>
          <p:cNvSpPr txBox="1"/>
          <p:nvPr/>
        </p:nvSpPr>
        <p:spPr>
          <a:xfrm>
            <a:off x="298450" y="5276425"/>
            <a:ext cx="16173000" cy="15750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i="1" lang="en-US" sz="2100">
                <a:latin typeface="Roboto"/>
                <a:ea typeface="Roboto"/>
                <a:cs typeface="Roboto"/>
                <a:sym typeface="Roboto"/>
              </a:rPr>
              <a:t> </a:t>
            </a:r>
            <a:r>
              <a:rPr lang="en-US" sz="2100">
                <a:latin typeface="Roboto"/>
                <a:ea typeface="Roboto"/>
                <a:cs typeface="Roboto"/>
                <a:sym typeface="Roboto"/>
              </a:rPr>
              <a:t>[8]_________________</a:t>
            </a:r>
            <a:r>
              <a:rPr i="1" lang="en-US" sz="2100">
                <a:latin typeface="Roboto"/>
                <a:ea typeface="Roboto"/>
                <a:cs typeface="Roboto"/>
                <a:sym typeface="Roboto"/>
              </a:rPr>
              <a:t> , a higher tax can generate revenue that governments can use to </a:t>
            </a:r>
            <a:r>
              <a:rPr lang="en-US" sz="2100">
                <a:latin typeface="Roboto"/>
                <a:ea typeface="Roboto"/>
                <a:cs typeface="Roboto"/>
                <a:sym typeface="Roboto"/>
              </a:rPr>
              <a:t>[9] _______________</a:t>
            </a:r>
            <a:r>
              <a:rPr i="1" lang="en-US" sz="2100">
                <a:latin typeface="Roboto"/>
                <a:ea typeface="Roboto"/>
                <a:cs typeface="Roboto"/>
                <a:sym typeface="Roboto"/>
              </a:rPr>
              <a:t> public health initiatives. Investing in health education programs can lead to increased </a:t>
            </a:r>
            <a:r>
              <a:rPr lang="en-US" sz="2100">
                <a:latin typeface="Roboto"/>
                <a:ea typeface="Roboto"/>
                <a:cs typeface="Roboto"/>
                <a:sym typeface="Roboto"/>
              </a:rPr>
              <a:t>[10] _____________</a:t>
            </a:r>
            <a:r>
              <a:rPr i="1" lang="en-US" sz="2100">
                <a:latin typeface="Roboto"/>
                <a:ea typeface="Roboto"/>
                <a:cs typeface="Roboto"/>
                <a:sym typeface="Roboto"/>
              </a:rPr>
              <a:t>  about nutrition and healthy eating. As a result, this not only addresses immediate health concerns but also fosters a long-term cultural shift towards healthier </a:t>
            </a:r>
            <a:r>
              <a:rPr lang="en-US" sz="2100">
                <a:latin typeface="Roboto"/>
                <a:ea typeface="Roboto"/>
                <a:cs typeface="Roboto"/>
                <a:sym typeface="Roboto"/>
              </a:rPr>
              <a:t>[11] _____________.</a:t>
            </a:r>
            <a:r>
              <a:rPr i="1" lang="en-US" sz="2100">
                <a:latin typeface="Roboto"/>
                <a:ea typeface="Roboto"/>
                <a:cs typeface="Roboto"/>
                <a:sym typeface="Roboto"/>
              </a:rPr>
              <a:t> </a:t>
            </a:r>
            <a:endParaRPr i="1" sz="2100">
              <a:latin typeface="Roboto"/>
              <a:ea typeface="Roboto"/>
              <a:cs typeface="Roboto"/>
              <a:sym typeface="Roboto"/>
            </a:endParaRPr>
          </a:p>
          <a:p>
            <a:pPr indent="0" lvl="0" marL="0" rtl="0" algn="just">
              <a:lnSpc>
                <a:spcPct val="150000"/>
              </a:lnSpc>
              <a:spcBef>
                <a:spcPts val="1000"/>
              </a:spcBef>
              <a:spcAft>
                <a:spcPts val="1000"/>
              </a:spcAft>
              <a:buNone/>
            </a:pPr>
            <a:r>
              <a:t/>
            </a:r>
            <a:endParaRPr i="1" sz="2100">
              <a:latin typeface="Roboto"/>
              <a:ea typeface="Roboto"/>
              <a:cs typeface="Roboto"/>
              <a:sym typeface="Roboto"/>
            </a:endParaRPr>
          </a:p>
        </p:txBody>
      </p:sp>
      <p:sp>
        <p:nvSpPr>
          <p:cNvPr id="883" name="Google Shape;883;p40"/>
          <p:cNvSpPr txBox="1"/>
          <p:nvPr/>
        </p:nvSpPr>
        <p:spPr>
          <a:xfrm>
            <a:off x="420575" y="7003600"/>
            <a:ext cx="16173000" cy="15750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i="1" lang="en-US" sz="2100">
                <a:latin typeface="Roboto"/>
                <a:ea typeface="Roboto"/>
                <a:cs typeface="Roboto"/>
                <a:sym typeface="Roboto"/>
              </a:rPr>
              <a:t>Despite this, some may </a:t>
            </a:r>
            <a:r>
              <a:rPr lang="en-US" sz="2100">
                <a:latin typeface="Roboto"/>
                <a:ea typeface="Roboto"/>
                <a:cs typeface="Roboto"/>
                <a:sym typeface="Roboto"/>
              </a:rPr>
              <a:t>[12] _____________</a:t>
            </a:r>
            <a:r>
              <a:rPr i="1" lang="en-US" sz="2100">
                <a:latin typeface="Roboto"/>
                <a:ea typeface="Roboto"/>
                <a:cs typeface="Roboto"/>
                <a:sym typeface="Roboto"/>
              </a:rPr>
              <a:t>  that higher taxes could </a:t>
            </a:r>
            <a:r>
              <a:rPr lang="en-US" sz="2100">
                <a:latin typeface="Roboto"/>
                <a:ea typeface="Roboto"/>
                <a:cs typeface="Roboto"/>
                <a:sym typeface="Roboto"/>
              </a:rPr>
              <a:t>[13] _____________</a:t>
            </a:r>
            <a:r>
              <a:rPr i="1" lang="en-US" sz="2100">
                <a:latin typeface="Roboto"/>
                <a:ea typeface="Roboto"/>
                <a:cs typeface="Roboto"/>
                <a:sym typeface="Roboto"/>
              </a:rPr>
              <a:t>  impact businesses in the fast food sector. They believe this could lead to job </a:t>
            </a:r>
            <a:r>
              <a:rPr lang="en-US" sz="2100">
                <a:latin typeface="Roboto"/>
                <a:ea typeface="Roboto"/>
                <a:cs typeface="Roboto"/>
                <a:sym typeface="Roboto"/>
              </a:rPr>
              <a:t>[14] _____________</a:t>
            </a:r>
            <a:r>
              <a:rPr i="1" lang="en-US" sz="2100">
                <a:latin typeface="Roboto"/>
                <a:ea typeface="Roboto"/>
                <a:cs typeface="Roboto"/>
                <a:sym typeface="Roboto"/>
              </a:rPr>
              <a:t>  and economic downturns. However, I believe that the long-term health </a:t>
            </a:r>
            <a:r>
              <a:rPr lang="en-US" sz="2100">
                <a:latin typeface="Roboto"/>
                <a:ea typeface="Roboto"/>
                <a:cs typeface="Roboto"/>
                <a:sym typeface="Roboto"/>
              </a:rPr>
              <a:t>[15] _____________</a:t>
            </a:r>
            <a:r>
              <a:rPr i="1" lang="en-US" sz="2100">
                <a:latin typeface="Roboto"/>
                <a:ea typeface="Roboto"/>
                <a:cs typeface="Roboto"/>
                <a:sym typeface="Roboto"/>
              </a:rPr>
              <a:t>, such as reduced healthcare costs and a healthier population, outweigh these temporary economic concerns.</a:t>
            </a:r>
            <a:endParaRPr i="1" sz="2100">
              <a:latin typeface="Roboto"/>
              <a:ea typeface="Roboto"/>
              <a:cs typeface="Roboto"/>
              <a:sym typeface="Roboto"/>
            </a:endParaRPr>
          </a:p>
          <a:p>
            <a:pPr indent="0" lvl="0" marL="0" rtl="0" algn="just">
              <a:lnSpc>
                <a:spcPct val="150000"/>
              </a:lnSpc>
              <a:spcBef>
                <a:spcPts val="1000"/>
              </a:spcBef>
              <a:spcAft>
                <a:spcPts val="1000"/>
              </a:spcAft>
              <a:buNone/>
            </a:pPr>
            <a:r>
              <a:t/>
            </a:r>
            <a:endParaRPr i="1" sz="2100">
              <a:latin typeface="Roboto"/>
              <a:ea typeface="Roboto"/>
              <a:cs typeface="Roboto"/>
              <a:sym typeface="Roboto"/>
            </a:endParaRPr>
          </a:p>
        </p:txBody>
      </p:sp>
      <p:sp>
        <p:nvSpPr>
          <p:cNvPr id="884" name="Google Shape;884;p40"/>
          <p:cNvSpPr txBox="1"/>
          <p:nvPr/>
        </p:nvSpPr>
        <p:spPr>
          <a:xfrm>
            <a:off x="420575" y="8730775"/>
            <a:ext cx="16173000" cy="11904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i="1" lang="en-US" sz="2100">
                <a:latin typeface="Roboto"/>
                <a:ea typeface="Roboto"/>
                <a:cs typeface="Roboto"/>
                <a:sym typeface="Roboto"/>
              </a:rPr>
              <a:t>In conclusion, while leavy a higher fast food tax may </a:t>
            </a:r>
            <a:r>
              <a:rPr lang="en-US" sz="2100">
                <a:latin typeface="Roboto"/>
                <a:ea typeface="Roboto"/>
                <a:cs typeface="Roboto"/>
                <a:sym typeface="Roboto"/>
              </a:rPr>
              <a:t>[17] _____________</a:t>
            </a:r>
            <a:r>
              <a:rPr i="1" lang="en-US" sz="2100">
                <a:latin typeface="Roboto"/>
                <a:ea typeface="Roboto"/>
                <a:cs typeface="Roboto"/>
                <a:sym typeface="Roboto"/>
              </a:rPr>
              <a:t> some challenges, I firmly believe that these challenges are short-term, and fast food tax an essential step toward </a:t>
            </a:r>
            <a:r>
              <a:rPr lang="en-US" sz="2100">
                <a:latin typeface="Roboto"/>
                <a:ea typeface="Roboto"/>
                <a:cs typeface="Roboto"/>
                <a:sym typeface="Roboto"/>
              </a:rPr>
              <a:t>[18] _____________</a:t>
            </a:r>
            <a:r>
              <a:rPr i="1" lang="en-US" sz="2100">
                <a:latin typeface="Roboto"/>
                <a:ea typeface="Roboto"/>
                <a:cs typeface="Roboto"/>
                <a:sym typeface="Roboto"/>
              </a:rPr>
              <a:t> public health and curbing diet-related diseases. </a:t>
            </a:r>
            <a:endParaRPr i="1" sz="2100">
              <a:latin typeface="Roboto"/>
              <a:ea typeface="Roboto"/>
              <a:cs typeface="Roboto"/>
              <a:sym typeface="Roboto"/>
            </a:endParaRPr>
          </a:p>
          <a:p>
            <a:pPr indent="0" lvl="0" marL="0" rtl="0" algn="just">
              <a:lnSpc>
                <a:spcPct val="150000"/>
              </a:lnSpc>
              <a:spcBef>
                <a:spcPts val="1000"/>
              </a:spcBef>
              <a:spcAft>
                <a:spcPts val="1000"/>
              </a:spcAft>
              <a:buNone/>
            </a:pPr>
            <a:r>
              <a:t/>
            </a:r>
            <a:endParaRPr i="1" sz="2100">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41"/>
          <p:cNvSpPr/>
          <p:nvPr/>
        </p:nvSpPr>
        <p:spPr>
          <a:xfrm>
            <a:off x="18157088" y="2761613"/>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890" name="Google Shape;890;p41"/>
          <p:cNvSpPr txBox="1"/>
          <p:nvPr/>
        </p:nvSpPr>
        <p:spPr>
          <a:xfrm>
            <a:off x="1147200" y="1384350"/>
            <a:ext cx="15688800" cy="31899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2200"/>
              <a:t>You should spend about 40 minutes on this task.</a:t>
            </a:r>
            <a:endParaRPr b="1" sz="2200"/>
          </a:p>
          <a:p>
            <a:pPr indent="0" lvl="0" marL="0" rtl="0" algn="just">
              <a:lnSpc>
                <a:spcPct val="115000"/>
              </a:lnSpc>
              <a:spcBef>
                <a:spcPts val="1000"/>
              </a:spcBef>
              <a:spcAft>
                <a:spcPts val="0"/>
              </a:spcAft>
              <a:buNone/>
            </a:pPr>
            <a:r>
              <a:rPr lang="en-US" sz="2200"/>
              <a:t>The growing number of overweight people is putting a strain on the health care system in an effort to deal with the health issues involved. Some people think that the best way to deal with this problem is to introduce more physical education lessons in the school curriculum. </a:t>
            </a:r>
            <a:endParaRPr sz="2200"/>
          </a:p>
          <a:p>
            <a:pPr indent="0" lvl="0" marL="0" rtl="0" algn="just">
              <a:lnSpc>
                <a:spcPct val="115000"/>
              </a:lnSpc>
              <a:spcBef>
                <a:spcPts val="1000"/>
              </a:spcBef>
              <a:spcAft>
                <a:spcPts val="0"/>
              </a:spcAft>
              <a:buNone/>
            </a:pPr>
            <a:r>
              <a:rPr lang="en-US" sz="2200"/>
              <a:t>To what extent do you agree or disagree?</a:t>
            </a:r>
            <a:endParaRPr sz="2200"/>
          </a:p>
          <a:p>
            <a:pPr indent="0" lvl="0" marL="0" rtl="0" algn="l">
              <a:spcBef>
                <a:spcPts val="1000"/>
              </a:spcBef>
              <a:spcAft>
                <a:spcPts val="0"/>
              </a:spcAft>
              <a:buNone/>
            </a:pPr>
            <a:r>
              <a:rPr lang="en-US" sz="2200"/>
              <a:t>You should write </a:t>
            </a:r>
            <a:r>
              <a:rPr lang="en-US" sz="2200" u="sng"/>
              <a:t>at least</a:t>
            </a:r>
            <a:r>
              <a:rPr lang="en-US" sz="2200"/>
              <a:t> </a:t>
            </a:r>
            <a:r>
              <a:rPr b="1" lang="en-US" sz="2200"/>
              <a:t>250 words</a:t>
            </a:r>
            <a:r>
              <a:rPr lang="en-US" sz="2200"/>
              <a:t>. Your response will be evaluated in terms of </a:t>
            </a:r>
            <a:r>
              <a:rPr lang="en-US" sz="2200" u="sng"/>
              <a:t>Task fulfilment</a:t>
            </a:r>
            <a:r>
              <a:rPr lang="en-US" sz="2200"/>
              <a:t>, </a:t>
            </a:r>
            <a:r>
              <a:rPr lang="en-US" sz="2200" u="sng"/>
              <a:t>Organization</a:t>
            </a:r>
            <a:r>
              <a:rPr lang="en-US" sz="2200"/>
              <a:t>, </a:t>
            </a:r>
            <a:r>
              <a:rPr lang="en-US" sz="2200" u="sng"/>
              <a:t>Vocabulary </a:t>
            </a:r>
            <a:r>
              <a:rPr lang="en-US" sz="2200"/>
              <a:t>and </a:t>
            </a:r>
            <a:r>
              <a:rPr lang="en-US" sz="2200" u="sng"/>
              <a:t>Grammar</a:t>
            </a:r>
            <a:endParaRPr sz="2200"/>
          </a:p>
        </p:txBody>
      </p:sp>
      <p:sp>
        <p:nvSpPr>
          <p:cNvPr id="891" name="Google Shape;891;p41"/>
          <p:cNvSpPr txBox="1"/>
          <p:nvPr/>
        </p:nvSpPr>
        <p:spPr>
          <a:xfrm>
            <a:off x="1299600" y="232350"/>
            <a:ext cx="6054000" cy="923400"/>
          </a:xfrm>
          <a:prstGeom prst="rect">
            <a:avLst/>
          </a:prstGeom>
          <a:noFill/>
          <a:ln>
            <a:noFill/>
          </a:ln>
        </p:spPr>
        <p:txBody>
          <a:bodyPr anchorCtr="0" anchor="t" bIns="0" lIns="0" spcFirstLastPara="1" rIns="0" wrap="square" tIns="0">
            <a:spAutoFit/>
          </a:bodyPr>
          <a:lstStyle/>
          <a:p>
            <a:pPr indent="0" lvl="0" marL="0" marR="0" rtl="0" algn="ctr">
              <a:lnSpc>
                <a:spcPct val="162083"/>
              </a:lnSpc>
              <a:spcBef>
                <a:spcPts val="0"/>
              </a:spcBef>
              <a:spcAft>
                <a:spcPts val="0"/>
              </a:spcAft>
              <a:buNone/>
            </a:pPr>
            <a:r>
              <a:rPr b="1" lang="en-US" sz="6000">
                <a:solidFill>
                  <a:srgbClr val="018345"/>
                </a:solidFill>
                <a:latin typeface="Montserrat"/>
                <a:ea typeface="Montserrat"/>
                <a:cs typeface="Montserrat"/>
                <a:sym typeface="Montserrat"/>
              </a:rPr>
              <a:t>Thực hành</a:t>
            </a:r>
            <a:endParaRPr/>
          </a:p>
        </p:txBody>
      </p:sp>
      <p:cxnSp>
        <p:nvCxnSpPr>
          <p:cNvPr id="892" name="Google Shape;892;p41"/>
          <p:cNvCxnSpPr/>
          <p:nvPr/>
        </p:nvCxnSpPr>
        <p:spPr>
          <a:xfrm>
            <a:off x="0" y="5551798"/>
            <a:ext cx="4169100"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91"/>
                                        </p:tgtEl>
                                        <p:attrNameLst>
                                          <p:attrName>style.visibility</p:attrName>
                                        </p:attrNameLst>
                                      </p:cBhvr>
                                      <p:to>
                                        <p:strVal val="visible"/>
                                      </p:to>
                                    </p:set>
                                    <p:anim calcmode="lin" valueType="num">
                                      <p:cBhvr additive="base">
                                        <p:cTn dur="1000"/>
                                        <p:tgtEl>
                                          <p:spTgt spid="891"/>
                                        </p:tgtEl>
                                        <p:attrNameLst>
                                          <p:attrName>ppt_w</p:attrName>
                                        </p:attrNameLst>
                                      </p:cBhvr>
                                      <p:tavLst>
                                        <p:tav fmla="" tm="0">
                                          <p:val>
                                            <p:strVal val="0"/>
                                          </p:val>
                                        </p:tav>
                                        <p:tav fmla="" tm="100000">
                                          <p:val>
                                            <p:strVal val="#ppt_w"/>
                                          </p:val>
                                        </p:tav>
                                      </p:tavLst>
                                    </p:anim>
                                    <p:anim calcmode="lin" valueType="num">
                                      <p:cBhvr additive="base">
                                        <p:cTn dur="1000"/>
                                        <p:tgtEl>
                                          <p:spTgt spid="89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42"/>
          <p:cNvSpPr/>
          <p:nvPr/>
        </p:nvSpPr>
        <p:spPr>
          <a:xfrm>
            <a:off x="3779050" y="2679694"/>
            <a:ext cx="10729800" cy="4050600"/>
          </a:xfrm>
          <a:prstGeom prst="roundRect">
            <a:avLst>
              <a:gd fmla="val 10955" name="adj"/>
            </a:avLst>
          </a:prstGeom>
          <a:solidFill>
            <a:schemeClr val="accent2"/>
          </a:solidFill>
          <a:ln cap="flat" cmpd="sng" w="9525">
            <a:solidFill>
              <a:schemeClr val="dk1"/>
            </a:solidFill>
            <a:prstDash val="solid"/>
            <a:round/>
            <a:headEnd len="sm" w="sm" type="none"/>
            <a:tailEnd len="sm" w="sm" type="none"/>
          </a:ln>
          <a:effectLst>
            <a:outerShdw rotWithShape="0" algn="bl" dir="3000000" dist="57150">
              <a:schemeClr val="dk1"/>
            </a:outerShdw>
          </a:effectLst>
        </p:spPr>
        <p:txBody>
          <a:bodyPr anchorCtr="0" anchor="ctr" bIns="182850" lIns="182850" spcFirstLastPara="1" rIns="182850" wrap="square" tIns="182850">
            <a:noAutofit/>
          </a:bodyPr>
          <a:lstStyle/>
          <a:p>
            <a:pPr indent="0" lvl="0" marL="0" marR="0" rtl="0" algn="ctr">
              <a:spcBef>
                <a:spcPts val="0"/>
              </a:spcBef>
              <a:spcAft>
                <a:spcPts val="0"/>
              </a:spcAft>
              <a:buNone/>
            </a:pPr>
            <a:r>
              <a:rPr b="1" i="0" lang="en-US" sz="8800" u="none" cap="none" strike="noStrike">
                <a:solidFill>
                  <a:schemeClr val="dk1"/>
                </a:solidFill>
                <a:latin typeface="Playfair Display"/>
                <a:ea typeface="Playfair Display"/>
                <a:cs typeface="Playfair Display"/>
                <a:sym typeface="Playfair Display"/>
              </a:rPr>
              <a:t>Cảm ơn các bạn</a:t>
            </a:r>
            <a:br>
              <a:rPr b="1" i="0" lang="en-US" sz="8800" u="none" cap="none" strike="noStrike">
                <a:solidFill>
                  <a:schemeClr val="dk1"/>
                </a:solidFill>
                <a:latin typeface="Playfair Display"/>
                <a:ea typeface="Playfair Display"/>
                <a:cs typeface="Playfair Display"/>
                <a:sym typeface="Playfair Display"/>
              </a:rPr>
            </a:br>
            <a:r>
              <a:rPr b="1" i="0" lang="en-US" sz="8800" u="none" cap="none" strike="noStrike">
                <a:solidFill>
                  <a:schemeClr val="dk1"/>
                </a:solidFill>
                <a:latin typeface="Playfair Display"/>
                <a:ea typeface="Playfair Display"/>
                <a:cs typeface="Playfair Display"/>
                <a:sym typeface="Playfair Display"/>
              </a:rPr>
              <a:t>đã chú ý theo dõi</a:t>
            </a:r>
            <a:endParaRPr b="0" i="0" sz="8800" u="none" cap="none" strike="noStrike">
              <a:solidFill>
                <a:srgbClr val="000000"/>
              </a:solidFill>
              <a:latin typeface="Arial"/>
              <a:ea typeface="Arial"/>
              <a:cs typeface="Arial"/>
              <a:sym typeface="Arial"/>
            </a:endParaRPr>
          </a:p>
        </p:txBody>
      </p:sp>
      <p:sp>
        <p:nvSpPr>
          <p:cNvPr id="898" name="Google Shape;898;p42"/>
          <p:cNvSpPr/>
          <p:nvPr/>
        </p:nvSpPr>
        <p:spPr>
          <a:xfrm>
            <a:off x="1145500" y="4947144"/>
            <a:ext cx="1251000" cy="1251000"/>
          </a:xfrm>
          <a:prstGeom prst="star4">
            <a:avLst>
              <a:gd fmla="val 8977" name="adj"/>
            </a:avLst>
          </a:prstGeom>
          <a:solidFill>
            <a:srgbClr val="EB1C24"/>
          </a:solidFill>
          <a:ln>
            <a:noFill/>
          </a:ln>
        </p:spPr>
        <p:txBody>
          <a:bodyPr anchorCtr="0" anchor="ctr" bIns="182850" lIns="182850" spcFirstLastPara="1" rIns="182850" wrap="square" tIns="182850">
            <a:noAutofit/>
          </a:bodyPr>
          <a:lstStyle/>
          <a:p>
            <a:pPr indent="0" lvl="0" marL="0" marR="0" rtl="0" algn="l">
              <a:spcBef>
                <a:spcPts val="0"/>
              </a:spcBef>
              <a:spcAft>
                <a:spcPts val="0"/>
              </a:spcAft>
              <a:buNone/>
            </a:pPr>
            <a:r>
              <a:t/>
            </a:r>
            <a:endParaRPr b="0" i="0" sz="2800" u="none" cap="none" strike="noStrike">
              <a:solidFill>
                <a:srgbClr val="000000"/>
              </a:solidFill>
              <a:latin typeface="Arial"/>
              <a:ea typeface="Arial"/>
              <a:cs typeface="Arial"/>
              <a:sym typeface="Arial"/>
            </a:endParaRPr>
          </a:p>
        </p:txBody>
      </p:sp>
      <p:sp>
        <p:nvSpPr>
          <p:cNvPr id="899" name="Google Shape;899;p42"/>
          <p:cNvSpPr/>
          <p:nvPr/>
        </p:nvSpPr>
        <p:spPr>
          <a:xfrm>
            <a:off x="13651638" y="630657"/>
            <a:ext cx="1251000" cy="1251000"/>
          </a:xfrm>
          <a:prstGeom prst="star4">
            <a:avLst>
              <a:gd fmla="val 8977" name="adj"/>
            </a:avLst>
          </a:prstGeom>
          <a:solidFill>
            <a:srgbClr val="018146"/>
          </a:solidFill>
          <a:ln>
            <a:noFill/>
          </a:ln>
        </p:spPr>
        <p:txBody>
          <a:bodyPr anchorCtr="0" anchor="ctr" bIns="182850" lIns="182850" spcFirstLastPara="1" rIns="182850" wrap="square" tIns="182850">
            <a:noAutofit/>
          </a:bodyPr>
          <a:lstStyle/>
          <a:p>
            <a:pPr indent="0" lvl="0" marL="0" marR="0" rtl="0" algn="l">
              <a:spcBef>
                <a:spcPts val="0"/>
              </a:spcBef>
              <a:spcAft>
                <a:spcPts val="0"/>
              </a:spcAft>
              <a:buNone/>
            </a:pPr>
            <a:r>
              <a:t/>
            </a:r>
            <a:endParaRPr b="0" i="0" sz="2800" u="none" cap="none" strike="noStrike">
              <a:solidFill>
                <a:srgbClr val="000000"/>
              </a:solidFill>
              <a:latin typeface="Arial"/>
              <a:ea typeface="Arial"/>
              <a:cs typeface="Arial"/>
              <a:sym typeface="Arial"/>
            </a:endParaRPr>
          </a:p>
        </p:txBody>
      </p:sp>
      <p:grpSp>
        <p:nvGrpSpPr>
          <p:cNvPr id="900" name="Google Shape;900;p42"/>
          <p:cNvGrpSpPr/>
          <p:nvPr/>
        </p:nvGrpSpPr>
        <p:grpSpPr>
          <a:xfrm>
            <a:off x="4071722" y="6554536"/>
            <a:ext cx="10723086" cy="1947334"/>
            <a:chOff x="4936626" y="6458344"/>
            <a:chExt cx="8993614" cy="1633258"/>
          </a:xfrm>
        </p:grpSpPr>
        <p:sp>
          <p:nvSpPr>
            <p:cNvPr id="901" name="Google Shape;901;p42"/>
            <p:cNvSpPr/>
            <p:nvPr/>
          </p:nvSpPr>
          <p:spPr>
            <a:xfrm>
              <a:off x="4936626" y="6458344"/>
              <a:ext cx="8415000" cy="1065600"/>
            </a:xfrm>
            <a:prstGeom prst="roundRect">
              <a:avLst>
                <a:gd fmla="val 28819" name="adj"/>
              </a:avLst>
            </a:prstGeom>
            <a:solidFill>
              <a:srgbClr val="EB1C24"/>
            </a:solidFill>
            <a:ln cap="flat" cmpd="sng" w="9525">
              <a:solidFill>
                <a:schemeClr val="dk1"/>
              </a:solidFill>
              <a:prstDash val="solid"/>
              <a:round/>
              <a:headEnd len="sm" w="sm" type="none"/>
              <a:tailEnd len="sm" w="sm" type="none"/>
            </a:ln>
            <a:effectLst>
              <a:outerShdw rotWithShape="0" algn="bl" dir="3000000" dist="57150">
                <a:schemeClr val="dk1"/>
              </a:outerShdw>
            </a:effectLst>
          </p:spPr>
          <p:txBody>
            <a:bodyPr anchorCtr="0" anchor="ctr" bIns="182850" lIns="182850" spcFirstLastPara="1" rIns="182850" wrap="square" tIns="182850">
              <a:noAutofit/>
            </a:bodyPr>
            <a:lstStyle/>
            <a:p>
              <a:pPr indent="0" lvl="0" marL="0" marR="0" rtl="0" algn="ctr">
                <a:spcBef>
                  <a:spcPts val="0"/>
                </a:spcBef>
                <a:spcAft>
                  <a:spcPts val="0"/>
                </a:spcAft>
                <a:buNone/>
              </a:pPr>
              <a:r>
                <a:rPr b="1" i="0" lang="en-US" sz="3600" u="none" cap="none" strike="noStrike">
                  <a:solidFill>
                    <a:schemeClr val="accent2"/>
                  </a:solidFill>
                  <a:latin typeface="Roboto"/>
                  <a:ea typeface="Roboto"/>
                  <a:cs typeface="Roboto"/>
                  <a:sym typeface="Roboto"/>
                </a:rPr>
                <a:t>Hẹn gặp lại các bạn ở những bài học tiếp theo</a:t>
              </a:r>
              <a:endParaRPr/>
            </a:p>
          </p:txBody>
        </p:sp>
        <p:grpSp>
          <p:nvGrpSpPr>
            <p:cNvPr id="902" name="Google Shape;902;p42"/>
            <p:cNvGrpSpPr/>
            <p:nvPr/>
          </p:nvGrpSpPr>
          <p:grpSpPr>
            <a:xfrm>
              <a:off x="13106520" y="7236776"/>
              <a:ext cx="823720" cy="854826"/>
              <a:chOff x="4954288" y="3041460"/>
              <a:chExt cx="490368" cy="508886"/>
            </a:xfrm>
          </p:grpSpPr>
          <p:sp>
            <p:nvSpPr>
              <p:cNvPr id="903" name="Google Shape;903;p42"/>
              <p:cNvSpPr/>
              <p:nvPr/>
            </p:nvSpPr>
            <p:spPr>
              <a:xfrm>
                <a:off x="4954288" y="3041460"/>
                <a:ext cx="490368" cy="508886"/>
              </a:xfrm>
              <a:custGeom>
                <a:rect b="b" l="l" r="r" t="t"/>
                <a:pathLst>
                  <a:path extrusionOk="0" h="100471" w="96815">
                    <a:moveTo>
                      <a:pt x="13561" y="0"/>
                    </a:moveTo>
                    <a:lnTo>
                      <a:pt x="12618" y="118"/>
                    </a:lnTo>
                    <a:lnTo>
                      <a:pt x="11674" y="236"/>
                    </a:lnTo>
                    <a:lnTo>
                      <a:pt x="10731" y="590"/>
                    </a:lnTo>
                    <a:lnTo>
                      <a:pt x="9906" y="944"/>
                    </a:lnTo>
                    <a:lnTo>
                      <a:pt x="9080" y="1415"/>
                    </a:lnTo>
                    <a:lnTo>
                      <a:pt x="8255" y="1887"/>
                    </a:lnTo>
                    <a:lnTo>
                      <a:pt x="7547" y="2477"/>
                    </a:lnTo>
                    <a:lnTo>
                      <a:pt x="6840" y="3184"/>
                    </a:lnTo>
                    <a:lnTo>
                      <a:pt x="6250" y="3892"/>
                    </a:lnTo>
                    <a:lnTo>
                      <a:pt x="5778" y="4717"/>
                    </a:lnTo>
                    <a:lnTo>
                      <a:pt x="5307" y="5425"/>
                    </a:lnTo>
                    <a:lnTo>
                      <a:pt x="4953" y="6368"/>
                    </a:lnTo>
                    <a:lnTo>
                      <a:pt x="4717" y="7194"/>
                    </a:lnTo>
                    <a:lnTo>
                      <a:pt x="4599" y="8137"/>
                    </a:lnTo>
                    <a:lnTo>
                      <a:pt x="4481" y="8962"/>
                    </a:lnTo>
                    <a:lnTo>
                      <a:pt x="4481" y="9906"/>
                    </a:lnTo>
                    <a:lnTo>
                      <a:pt x="4481" y="10849"/>
                    </a:lnTo>
                    <a:lnTo>
                      <a:pt x="4717" y="11793"/>
                    </a:lnTo>
                    <a:lnTo>
                      <a:pt x="4953" y="12736"/>
                    </a:lnTo>
                    <a:lnTo>
                      <a:pt x="5307" y="13561"/>
                    </a:lnTo>
                    <a:lnTo>
                      <a:pt x="26886" y="59198"/>
                    </a:lnTo>
                    <a:lnTo>
                      <a:pt x="10495" y="57429"/>
                    </a:lnTo>
                    <a:lnTo>
                      <a:pt x="10377" y="57429"/>
                    </a:lnTo>
                    <a:lnTo>
                      <a:pt x="9198" y="57311"/>
                    </a:lnTo>
                    <a:lnTo>
                      <a:pt x="7901" y="57429"/>
                    </a:lnTo>
                    <a:lnTo>
                      <a:pt x="6604" y="57783"/>
                    </a:lnTo>
                    <a:lnTo>
                      <a:pt x="5424" y="58254"/>
                    </a:lnTo>
                    <a:lnTo>
                      <a:pt x="4599" y="58726"/>
                    </a:lnTo>
                    <a:lnTo>
                      <a:pt x="3774" y="59198"/>
                    </a:lnTo>
                    <a:lnTo>
                      <a:pt x="3066" y="59905"/>
                    </a:lnTo>
                    <a:lnTo>
                      <a:pt x="2358" y="60495"/>
                    </a:lnTo>
                    <a:lnTo>
                      <a:pt x="1887" y="61202"/>
                    </a:lnTo>
                    <a:lnTo>
                      <a:pt x="1297" y="62028"/>
                    </a:lnTo>
                    <a:lnTo>
                      <a:pt x="943" y="62853"/>
                    </a:lnTo>
                    <a:lnTo>
                      <a:pt x="590" y="63679"/>
                    </a:lnTo>
                    <a:lnTo>
                      <a:pt x="236" y="64504"/>
                    </a:lnTo>
                    <a:lnTo>
                      <a:pt x="118" y="65448"/>
                    </a:lnTo>
                    <a:lnTo>
                      <a:pt x="0" y="66273"/>
                    </a:lnTo>
                    <a:lnTo>
                      <a:pt x="0" y="67217"/>
                    </a:lnTo>
                    <a:lnTo>
                      <a:pt x="118" y="68160"/>
                    </a:lnTo>
                    <a:lnTo>
                      <a:pt x="236" y="69103"/>
                    </a:lnTo>
                    <a:lnTo>
                      <a:pt x="472" y="70047"/>
                    </a:lnTo>
                    <a:lnTo>
                      <a:pt x="943" y="70872"/>
                    </a:lnTo>
                    <a:lnTo>
                      <a:pt x="1533" y="72169"/>
                    </a:lnTo>
                    <a:lnTo>
                      <a:pt x="2358" y="73231"/>
                    </a:lnTo>
                    <a:lnTo>
                      <a:pt x="3302" y="74174"/>
                    </a:lnTo>
                    <a:lnTo>
                      <a:pt x="4481" y="74882"/>
                    </a:lnTo>
                    <a:lnTo>
                      <a:pt x="39033" y="97051"/>
                    </a:lnTo>
                    <a:lnTo>
                      <a:pt x="40212" y="97759"/>
                    </a:lnTo>
                    <a:lnTo>
                      <a:pt x="41391" y="98348"/>
                    </a:lnTo>
                    <a:lnTo>
                      <a:pt x="42688" y="98938"/>
                    </a:lnTo>
                    <a:lnTo>
                      <a:pt x="43985" y="99410"/>
                    </a:lnTo>
                    <a:lnTo>
                      <a:pt x="45282" y="99763"/>
                    </a:lnTo>
                    <a:lnTo>
                      <a:pt x="46580" y="99999"/>
                    </a:lnTo>
                    <a:lnTo>
                      <a:pt x="47877" y="100235"/>
                    </a:lnTo>
                    <a:lnTo>
                      <a:pt x="49174" y="100353"/>
                    </a:lnTo>
                    <a:lnTo>
                      <a:pt x="50471" y="100471"/>
                    </a:lnTo>
                    <a:lnTo>
                      <a:pt x="51886" y="100353"/>
                    </a:lnTo>
                    <a:lnTo>
                      <a:pt x="53183" y="100235"/>
                    </a:lnTo>
                    <a:lnTo>
                      <a:pt x="54480" y="99999"/>
                    </a:lnTo>
                    <a:lnTo>
                      <a:pt x="55896" y="99763"/>
                    </a:lnTo>
                    <a:lnTo>
                      <a:pt x="57193" y="99410"/>
                    </a:lnTo>
                    <a:lnTo>
                      <a:pt x="58490" y="98938"/>
                    </a:lnTo>
                    <a:lnTo>
                      <a:pt x="59669" y="98348"/>
                    </a:lnTo>
                    <a:lnTo>
                      <a:pt x="84551" y="86556"/>
                    </a:lnTo>
                    <a:lnTo>
                      <a:pt x="86556" y="85495"/>
                    </a:lnTo>
                    <a:lnTo>
                      <a:pt x="88324" y="84315"/>
                    </a:lnTo>
                    <a:lnTo>
                      <a:pt x="89857" y="83018"/>
                    </a:lnTo>
                    <a:lnTo>
                      <a:pt x="91390" y="81485"/>
                    </a:lnTo>
                    <a:lnTo>
                      <a:pt x="92688" y="79834"/>
                    </a:lnTo>
                    <a:lnTo>
                      <a:pt x="93867" y="78183"/>
                    </a:lnTo>
                    <a:lnTo>
                      <a:pt x="94810" y="76297"/>
                    </a:lnTo>
                    <a:lnTo>
                      <a:pt x="95518" y="74410"/>
                    </a:lnTo>
                    <a:lnTo>
                      <a:pt x="96225" y="72523"/>
                    </a:lnTo>
                    <a:lnTo>
                      <a:pt x="96579" y="70518"/>
                    </a:lnTo>
                    <a:lnTo>
                      <a:pt x="96815" y="68396"/>
                    </a:lnTo>
                    <a:lnTo>
                      <a:pt x="96815" y="66391"/>
                    </a:lnTo>
                    <a:lnTo>
                      <a:pt x="96579" y="64269"/>
                    </a:lnTo>
                    <a:lnTo>
                      <a:pt x="96225" y="62146"/>
                    </a:lnTo>
                    <a:lnTo>
                      <a:pt x="95636" y="60141"/>
                    </a:lnTo>
                    <a:lnTo>
                      <a:pt x="94810" y="58136"/>
                    </a:lnTo>
                    <a:lnTo>
                      <a:pt x="77476" y="21580"/>
                    </a:lnTo>
                    <a:lnTo>
                      <a:pt x="77004" y="20637"/>
                    </a:lnTo>
                    <a:lnTo>
                      <a:pt x="76532" y="19929"/>
                    </a:lnTo>
                    <a:lnTo>
                      <a:pt x="75943" y="19222"/>
                    </a:lnTo>
                    <a:lnTo>
                      <a:pt x="75235" y="18514"/>
                    </a:lnTo>
                    <a:lnTo>
                      <a:pt x="74527" y="17925"/>
                    </a:lnTo>
                    <a:lnTo>
                      <a:pt x="73702" y="17453"/>
                    </a:lnTo>
                    <a:lnTo>
                      <a:pt x="72994" y="16981"/>
                    </a:lnTo>
                    <a:lnTo>
                      <a:pt x="72051" y="16627"/>
                    </a:lnTo>
                    <a:lnTo>
                      <a:pt x="71226" y="16392"/>
                    </a:lnTo>
                    <a:lnTo>
                      <a:pt x="70282" y="16274"/>
                    </a:lnTo>
                    <a:lnTo>
                      <a:pt x="69457" y="16156"/>
                    </a:lnTo>
                    <a:lnTo>
                      <a:pt x="67570" y="16156"/>
                    </a:lnTo>
                    <a:lnTo>
                      <a:pt x="66627" y="16392"/>
                    </a:lnTo>
                    <a:lnTo>
                      <a:pt x="65683" y="16627"/>
                    </a:lnTo>
                    <a:lnTo>
                      <a:pt x="64858" y="16981"/>
                    </a:lnTo>
                    <a:lnTo>
                      <a:pt x="63561" y="17689"/>
                    </a:lnTo>
                    <a:lnTo>
                      <a:pt x="62499" y="18632"/>
                    </a:lnTo>
                    <a:lnTo>
                      <a:pt x="61556" y="19576"/>
                    </a:lnTo>
                    <a:lnTo>
                      <a:pt x="60730" y="20755"/>
                    </a:lnTo>
                    <a:lnTo>
                      <a:pt x="59669" y="19811"/>
                    </a:lnTo>
                    <a:lnTo>
                      <a:pt x="58372" y="18986"/>
                    </a:lnTo>
                    <a:lnTo>
                      <a:pt x="57075" y="18396"/>
                    </a:lnTo>
                    <a:lnTo>
                      <a:pt x="55660" y="18043"/>
                    </a:lnTo>
                    <a:lnTo>
                      <a:pt x="54245" y="17925"/>
                    </a:lnTo>
                    <a:lnTo>
                      <a:pt x="52830" y="17925"/>
                    </a:lnTo>
                    <a:lnTo>
                      <a:pt x="51297" y="18278"/>
                    </a:lnTo>
                    <a:lnTo>
                      <a:pt x="49881" y="18868"/>
                    </a:lnTo>
                    <a:lnTo>
                      <a:pt x="48702" y="19576"/>
                    </a:lnTo>
                    <a:lnTo>
                      <a:pt x="47523" y="20401"/>
                    </a:lnTo>
                    <a:lnTo>
                      <a:pt x="46580" y="21462"/>
                    </a:lnTo>
                    <a:lnTo>
                      <a:pt x="45754" y="22524"/>
                    </a:lnTo>
                    <a:lnTo>
                      <a:pt x="44693" y="21580"/>
                    </a:lnTo>
                    <a:lnTo>
                      <a:pt x="43514" y="20873"/>
                    </a:lnTo>
                    <a:lnTo>
                      <a:pt x="42099" y="20283"/>
                    </a:lnTo>
                    <a:lnTo>
                      <a:pt x="40801" y="19811"/>
                    </a:lnTo>
                    <a:lnTo>
                      <a:pt x="39268" y="19693"/>
                    </a:lnTo>
                    <a:lnTo>
                      <a:pt x="37853" y="19811"/>
                    </a:lnTo>
                    <a:lnTo>
                      <a:pt x="36438" y="20047"/>
                    </a:lnTo>
                    <a:lnTo>
                      <a:pt x="35023" y="20637"/>
                    </a:lnTo>
                    <a:lnTo>
                      <a:pt x="33844" y="21226"/>
                    </a:lnTo>
                    <a:lnTo>
                      <a:pt x="32901" y="21934"/>
                    </a:lnTo>
                    <a:lnTo>
                      <a:pt x="31957" y="22877"/>
                    </a:lnTo>
                    <a:lnTo>
                      <a:pt x="31250" y="23821"/>
                    </a:lnTo>
                    <a:lnTo>
                      <a:pt x="22523" y="5425"/>
                    </a:lnTo>
                    <a:lnTo>
                      <a:pt x="22052" y="4599"/>
                    </a:lnTo>
                    <a:lnTo>
                      <a:pt x="21580" y="3774"/>
                    </a:lnTo>
                    <a:lnTo>
                      <a:pt x="20990" y="3066"/>
                    </a:lnTo>
                    <a:lnTo>
                      <a:pt x="20283" y="2477"/>
                    </a:lnTo>
                    <a:lnTo>
                      <a:pt x="19575" y="1887"/>
                    </a:lnTo>
                    <a:lnTo>
                      <a:pt x="18750" y="1297"/>
                    </a:lnTo>
                    <a:lnTo>
                      <a:pt x="18042" y="944"/>
                    </a:lnTo>
                    <a:lnTo>
                      <a:pt x="17099" y="590"/>
                    </a:lnTo>
                    <a:lnTo>
                      <a:pt x="16273" y="354"/>
                    </a:lnTo>
                    <a:lnTo>
                      <a:pt x="15330" y="118"/>
                    </a:lnTo>
                    <a:lnTo>
                      <a:pt x="14505" y="0"/>
                    </a:lnTo>
                    <a:close/>
                  </a:path>
                </a:pathLst>
              </a:custGeom>
              <a:solidFill>
                <a:schemeClr val="accent2"/>
              </a:solidFill>
              <a:ln cap="flat" cmpd="sng" w="9525">
                <a:solidFill>
                  <a:schemeClr val="dk1"/>
                </a:solidFill>
                <a:prstDash val="solid"/>
                <a:round/>
                <a:headEnd len="sm" w="sm" type="none"/>
                <a:tailEnd len="sm" w="sm" type="none"/>
              </a:ln>
              <a:effectLst>
                <a:outerShdw rotWithShape="0" algn="bl" dir="3000000" dist="38100">
                  <a:schemeClr val="dk1"/>
                </a:outerShdw>
              </a:effectLst>
            </p:spPr>
            <p:txBody>
              <a:bodyPr anchorCtr="0" anchor="ctr" bIns="182850" lIns="182850" spcFirstLastPara="1" rIns="182850" wrap="square" tIns="182850">
                <a:noAutofit/>
              </a:bodyPr>
              <a:lstStyle/>
              <a:p>
                <a:pPr indent="0" lvl="0" marL="0" marR="0" rtl="0" algn="l">
                  <a:spcBef>
                    <a:spcPts val="0"/>
                  </a:spcBef>
                  <a:spcAft>
                    <a:spcPts val="0"/>
                  </a:spcAft>
                  <a:buNone/>
                </a:pPr>
                <a:r>
                  <a:t/>
                </a:r>
                <a:endParaRPr b="0" i="0" sz="2800" u="none" cap="none" strike="noStrike">
                  <a:solidFill>
                    <a:srgbClr val="000000"/>
                  </a:solidFill>
                  <a:latin typeface="Arial"/>
                  <a:ea typeface="Arial"/>
                  <a:cs typeface="Arial"/>
                  <a:sym typeface="Arial"/>
                </a:endParaRPr>
              </a:p>
            </p:txBody>
          </p:sp>
          <p:cxnSp>
            <p:nvCxnSpPr>
              <p:cNvPr id="904" name="Google Shape;904;p42"/>
              <p:cNvCxnSpPr/>
              <p:nvPr/>
            </p:nvCxnSpPr>
            <p:spPr>
              <a:xfrm>
                <a:off x="5110175" y="3157550"/>
                <a:ext cx="63600" cy="141000"/>
              </a:xfrm>
              <a:prstGeom prst="straightConnector1">
                <a:avLst/>
              </a:prstGeom>
              <a:noFill/>
              <a:ln cap="rnd" cmpd="sng" w="9525">
                <a:solidFill>
                  <a:schemeClr val="dk1"/>
                </a:solidFill>
                <a:prstDash val="solid"/>
                <a:round/>
                <a:headEnd len="sm" w="sm" type="none"/>
                <a:tailEnd len="sm" w="sm" type="none"/>
              </a:ln>
            </p:spPr>
          </p:cxnSp>
          <p:cxnSp>
            <p:nvCxnSpPr>
              <p:cNvPr id="905" name="Google Shape;905;p42"/>
              <p:cNvCxnSpPr/>
              <p:nvPr/>
            </p:nvCxnSpPr>
            <p:spPr>
              <a:xfrm>
                <a:off x="5186375" y="3157550"/>
                <a:ext cx="47100" cy="105000"/>
              </a:xfrm>
              <a:prstGeom prst="straightConnector1">
                <a:avLst/>
              </a:prstGeom>
              <a:noFill/>
              <a:ln cap="rnd" cmpd="sng" w="9525">
                <a:solidFill>
                  <a:schemeClr val="dk1"/>
                </a:solidFill>
                <a:prstDash val="solid"/>
                <a:round/>
                <a:headEnd len="sm" w="sm" type="none"/>
                <a:tailEnd len="sm" w="sm" type="none"/>
              </a:ln>
            </p:spPr>
          </p:cxnSp>
          <p:cxnSp>
            <p:nvCxnSpPr>
              <p:cNvPr id="906" name="Google Shape;906;p42"/>
              <p:cNvCxnSpPr/>
              <p:nvPr/>
            </p:nvCxnSpPr>
            <p:spPr>
              <a:xfrm>
                <a:off x="5259003" y="3144450"/>
                <a:ext cx="39600" cy="89700"/>
              </a:xfrm>
              <a:prstGeom prst="straightConnector1">
                <a:avLst/>
              </a:prstGeom>
              <a:noFill/>
              <a:ln cap="rnd" cmpd="sng" w="9525">
                <a:solidFill>
                  <a:schemeClr val="dk1"/>
                </a:solidFill>
                <a:prstDash val="solid"/>
                <a:round/>
                <a:headEnd len="sm" w="sm" type="none"/>
                <a:tailEnd len="sm" w="sm" type="none"/>
              </a:ln>
            </p:spPr>
          </p:cxnSp>
        </p:grpSp>
      </p:grpSp>
      <p:pic>
        <p:nvPicPr>
          <p:cNvPr descr="Logo" id="907" name="Google Shape;907;p42"/>
          <p:cNvPicPr preferRelativeResize="0"/>
          <p:nvPr/>
        </p:nvPicPr>
        <p:blipFill rotWithShape="1">
          <a:blip r:embed="rId3">
            <a:alphaModFix/>
          </a:blip>
          <a:srcRect b="0" l="0" r="0" t="0"/>
          <a:stretch/>
        </p:blipFill>
        <p:spPr>
          <a:xfrm>
            <a:off x="7308278" y="1408434"/>
            <a:ext cx="3671343" cy="94644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US National Online Learning Day by Slidesgo">
  <a:themeElements>
    <a:clrScheme name="Simple Light">
      <a:dk1>
        <a:srgbClr val="292929"/>
      </a:dk1>
      <a:lt1>
        <a:srgbClr val="4B77B7"/>
      </a:lt1>
      <a:dk2>
        <a:srgbClr val="F6F4EE"/>
      </a:dk2>
      <a:lt2>
        <a:srgbClr val="FFCF3B"/>
      </a:lt2>
      <a:accent1>
        <a:srgbClr val="F181B0"/>
      </a:accent1>
      <a:accent2>
        <a:srgbClr val="FFFFFF"/>
      </a:accent2>
      <a:accent3>
        <a:srgbClr val="E4E2DB"/>
      </a:accent3>
      <a:accent4>
        <a:srgbClr val="E54D31"/>
      </a:accent4>
      <a:accent5>
        <a:srgbClr val="FFFFFF"/>
      </a:accent5>
      <a:accent6>
        <a:srgbClr val="FFFFFF"/>
      </a:accent6>
      <a:hlink>
        <a:srgbClr val="29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30">
      <a:dk1>
        <a:srgbClr val="414041"/>
      </a:dk1>
      <a:lt1>
        <a:srgbClr val="FFFFFF"/>
      </a:lt1>
      <a:dk2>
        <a:srgbClr val="018146"/>
      </a:dk2>
      <a:lt2>
        <a:srgbClr val="EB1C24"/>
      </a:lt2>
      <a:accent1>
        <a:srgbClr val="5B9BD5"/>
      </a:accent1>
      <a:accent2>
        <a:srgbClr val="DE6927"/>
      </a:accent2>
      <a:accent3>
        <a:srgbClr val="A5A5A5"/>
      </a:accent3>
      <a:accent4>
        <a:srgbClr val="FCB94C"/>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