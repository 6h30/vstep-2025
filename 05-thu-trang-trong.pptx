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10288575" cx="18288000"/>
  <p:notesSz cx="7004050" cy="9290050"/>
  <p:embeddedFontLst>
    <p:embeddedFont>
      <p:font typeface="Roboto"/>
      <p:regular r:id="rId26"/>
      <p:bold r:id="rId27"/>
      <p:italic r:id="rId28"/>
      <p:boldItalic r:id="rId29"/>
    </p:embeddedFont>
    <p:embeddedFont>
      <p:font typeface="Playfair Display"/>
      <p:regular r:id="rId30"/>
      <p:bold r:id="rId31"/>
      <p:italic r:id="rId32"/>
      <p:boldItalic r:id="rId33"/>
    </p:embeddedFont>
    <p:embeddedFont>
      <p:font typeface="Montserrat"/>
      <p:regular r:id="rId34"/>
      <p:bold r:id="rId35"/>
      <p:italic r:id="rId36"/>
      <p:boldItalic r:id="rId37"/>
    </p:embeddedFont>
    <p:embeddedFont>
      <p:font typeface="Public Sans Black"/>
      <p:bold r:id="rId38"/>
      <p:boldItalic r:id="rId39"/>
    </p:embeddedFont>
    <p:embeddedFont>
      <p:font typeface="Lexen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1">
          <p15:clr>
            <a:srgbClr val="A4A3A4"/>
          </p15:clr>
        </p15:guide>
        <p15:guide id="2" pos="33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68440D-A4AB-44A5-AED7-D7F76E54A885}">
  <a:tblStyle styleId="{1168440D-A4AB-44A5-AED7-D7F76E54A885}"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0638938-71CB-40BF-9EBE-1958C9D59905}"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761F0F1-CFE6-413B-A3D0-3D80DC6CAAFC}"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1" orient="horz"/>
        <p:guide pos="331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regular.fntdata"/><Relationship Id="rId20" Type="http://schemas.openxmlformats.org/officeDocument/2006/relationships/slide" Target="slides/slide13.xml"/><Relationship Id="rId41" Type="http://schemas.openxmlformats.org/officeDocument/2006/relationships/font" Target="fonts/Lexend-bold.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slide" Target="slides/slide18.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layfairDisplay-bold.fntdata"/><Relationship Id="rId30" Type="http://schemas.openxmlformats.org/officeDocument/2006/relationships/font" Target="fonts/PlayfairDisplay-regular.fntdata"/><Relationship Id="rId11" Type="http://schemas.openxmlformats.org/officeDocument/2006/relationships/slide" Target="slides/slide4.xml"/><Relationship Id="rId33" Type="http://schemas.openxmlformats.org/officeDocument/2006/relationships/font" Target="fonts/PlayfairDisplay-boldItalic.fntdata"/><Relationship Id="rId10" Type="http://schemas.openxmlformats.org/officeDocument/2006/relationships/slide" Target="slides/slide3.xml"/><Relationship Id="rId32" Type="http://schemas.openxmlformats.org/officeDocument/2006/relationships/font" Target="fonts/PlayfairDisplay-italic.fntdata"/><Relationship Id="rId13" Type="http://schemas.openxmlformats.org/officeDocument/2006/relationships/slide" Target="slides/slide6.xml"/><Relationship Id="rId35" Type="http://schemas.openxmlformats.org/officeDocument/2006/relationships/font" Target="fonts/Montserrat-bold.fntdata"/><Relationship Id="rId12" Type="http://schemas.openxmlformats.org/officeDocument/2006/relationships/slide" Target="slides/slide5.xml"/><Relationship Id="rId34" Type="http://schemas.openxmlformats.org/officeDocument/2006/relationships/font" Target="fonts/Montserrat-regular.fntdata"/><Relationship Id="rId15" Type="http://schemas.openxmlformats.org/officeDocument/2006/relationships/slide" Target="slides/slide8.xml"/><Relationship Id="rId37" Type="http://schemas.openxmlformats.org/officeDocument/2006/relationships/font" Target="fonts/Montserrat-boldItalic.fntdata"/><Relationship Id="rId14" Type="http://schemas.openxmlformats.org/officeDocument/2006/relationships/slide" Target="slides/slide7.xml"/><Relationship Id="rId36" Type="http://schemas.openxmlformats.org/officeDocument/2006/relationships/font" Target="fonts/Montserrat-italic.fntdata"/><Relationship Id="rId17" Type="http://schemas.openxmlformats.org/officeDocument/2006/relationships/slide" Target="slides/slide10.xml"/><Relationship Id="rId39" Type="http://schemas.openxmlformats.org/officeDocument/2006/relationships/font" Target="fonts/PublicSansBlack-boldItalic.fntdata"/><Relationship Id="rId16" Type="http://schemas.openxmlformats.org/officeDocument/2006/relationships/slide" Target="slides/slide9.xml"/><Relationship Id="rId38" Type="http://schemas.openxmlformats.org/officeDocument/2006/relationships/font" Target="fonts/PublicSansBlack-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5088" cy="466116"/>
          </a:xfrm>
          <a:prstGeom prst="rect">
            <a:avLst/>
          </a:prstGeom>
          <a:noFill/>
          <a:ln>
            <a:noFill/>
          </a:ln>
        </p:spPr>
        <p:txBody>
          <a:bodyPr anchorCtr="0" anchor="t"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67341" y="0"/>
            <a:ext cx="3035088" cy="466116"/>
          </a:xfrm>
          <a:prstGeom prst="rect">
            <a:avLst/>
          </a:prstGeom>
          <a:noFill/>
          <a:ln>
            <a:noFill/>
          </a:ln>
        </p:spPr>
        <p:txBody>
          <a:bodyPr anchorCtr="0" anchor="t" bIns="46550" lIns="93100" spcFirstLastPara="1" rIns="93100" wrap="square" tIns="4655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4375" y="1160463"/>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405" y="4470837"/>
            <a:ext cx="5603240" cy="3657957"/>
          </a:xfrm>
          <a:prstGeom prst="rect">
            <a:avLst/>
          </a:prstGeom>
          <a:noFill/>
          <a:ln>
            <a:noFill/>
          </a:ln>
        </p:spPr>
        <p:txBody>
          <a:bodyPr anchorCtr="0" anchor="t" bIns="46550" lIns="93100" spcFirstLastPara="1" rIns="93100" wrap="square" tIns="4655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3936"/>
            <a:ext cx="3035088" cy="466115"/>
          </a:xfrm>
          <a:prstGeom prst="rect">
            <a:avLst/>
          </a:prstGeom>
          <a:noFill/>
          <a:ln>
            <a:noFill/>
          </a:ln>
        </p:spPr>
        <p:txBody>
          <a:bodyPr anchorCtr="0" anchor="b"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67341" y="8823936"/>
            <a:ext cx="3035088" cy="466115"/>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nh1dTFJw3JVTaSpBDhWrRgqyQgEwIrbMJ6ses_Nb40Y/edit" TargetMode="External"/><Relationship Id="rId3" Type="http://schemas.openxmlformats.org/officeDocument/2006/relationships/hyperlink" Target="https://docs.google.com/document/d/1xO3DnNy2P3fd9d6yCed1csWg93CCTRK9KDN5pQqKDXA/edi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8acec6d7fe_3_0:notes"/>
          <p:cNvSpPr txBox="1"/>
          <p:nvPr>
            <p:ph idx="1" type="body"/>
          </p:nvPr>
        </p:nvSpPr>
        <p:spPr>
          <a:xfrm>
            <a:off x="700405" y="4412774"/>
            <a:ext cx="5603100" cy="4180500"/>
          </a:xfrm>
          <a:prstGeom prst="rect">
            <a:avLst/>
          </a:prstGeom>
          <a:noFill/>
          <a:ln>
            <a:noFill/>
          </a:ln>
        </p:spPr>
        <p:txBody>
          <a:bodyPr anchorCtr="0" anchor="t" bIns="93200" lIns="93200" spcFirstLastPara="1" rIns="93200" wrap="square" tIns="93200">
            <a:noAutofit/>
          </a:bodyPr>
          <a:lstStyle/>
          <a:p>
            <a:pPr indent="-330200" lvl="0" marL="469900" rtl="0" algn="l">
              <a:spcBef>
                <a:spcPts val="0"/>
              </a:spcBef>
              <a:spcAft>
                <a:spcPts val="0"/>
              </a:spcAft>
              <a:buClr>
                <a:schemeClr val="dk1"/>
              </a:buClr>
              <a:buSzPts val="1400"/>
              <a:buAutoNum type="arabicPeriod"/>
            </a:pPr>
            <a:r>
              <a:t/>
            </a:r>
            <a:endParaRPr/>
          </a:p>
        </p:txBody>
      </p:sp>
      <p:sp>
        <p:nvSpPr>
          <p:cNvPr id="708" name="Google Shape;708;g28acec6d7fe_3_0:notes"/>
          <p:cNvSpPr/>
          <p:nvPr>
            <p:ph idx="2" type="sldImg"/>
          </p:nvPr>
        </p:nvSpPr>
        <p:spPr>
          <a:xfrm>
            <a:off x="1167929" y="696754"/>
            <a:ext cx="4668900" cy="3483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891e26827b_0_11: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317500" lvl="0" marL="457200" rtl="0" algn="l">
              <a:spcBef>
                <a:spcPts val="0"/>
              </a:spcBef>
              <a:spcAft>
                <a:spcPts val="0"/>
              </a:spcAft>
              <a:buSzPts val="1400"/>
              <a:buAutoNum type="arabicPeriod"/>
            </a:pPr>
            <a:r>
              <a:rPr lang="en-US"/>
              <a:t>Các câu chào hỏi đầu thư trang trọng phổ biến: </a:t>
            </a:r>
            <a:r>
              <a:rPr lang="en-US" u="sng">
                <a:solidFill>
                  <a:schemeClr val="hlink"/>
                </a:solidFill>
                <a:hlinkClick r:id="rId2"/>
              </a:rPr>
              <a:t>https://docs.google.com/document/d/1nh1dTFJw3JVTaSpBDhWrRgqyQgEwIrbMJ6ses_Nb40Y/edit</a:t>
            </a:r>
            <a:r>
              <a:rPr lang="en-US"/>
              <a:t> </a:t>
            </a:r>
            <a:endParaRPr/>
          </a:p>
          <a:p>
            <a:pPr indent="-317500" lvl="0" marL="457200" rtl="0" algn="l">
              <a:spcBef>
                <a:spcPts val="0"/>
              </a:spcBef>
              <a:spcAft>
                <a:spcPts val="0"/>
              </a:spcAft>
              <a:buSzPts val="1400"/>
              <a:buAutoNum type="arabicPeriod"/>
            </a:pPr>
            <a:r>
              <a:rPr lang="en-US"/>
              <a:t>Cấu trúc ngữ pháp và mẫu câu căn bản: </a:t>
            </a:r>
            <a:r>
              <a:rPr lang="en-US" u="sng">
                <a:solidFill>
                  <a:schemeClr val="hlink"/>
                </a:solidFill>
                <a:hlinkClick r:id="rId3"/>
              </a:rPr>
              <a:t>https://docs.google.com/document/d/1xO3DnNy2P3fd9d6yCed1csWg93CCTRK9KDN5pQqKDXA/edit</a:t>
            </a:r>
            <a:r>
              <a:rPr lang="en-US"/>
              <a:t> </a:t>
            </a:r>
            <a:endParaRPr/>
          </a:p>
        </p:txBody>
      </p:sp>
      <p:sp>
        <p:nvSpPr>
          <p:cNvPr id="718" name="Google Shape;718;g2891e26827b_0_11: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ffd38f89b3_1_65: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317500" lvl="0" marL="457200" rtl="0" algn="l">
              <a:spcBef>
                <a:spcPts val="0"/>
              </a:spcBef>
              <a:spcAft>
                <a:spcPts val="0"/>
              </a:spcAft>
              <a:buSzPts val="1400"/>
              <a:buAutoNum type="arabicPeriod"/>
            </a:pPr>
            <a:r>
              <a:t/>
            </a:r>
            <a:endParaRPr/>
          </a:p>
        </p:txBody>
      </p:sp>
      <p:sp>
        <p:nvSpPr>
          <p:cNvPr id="724" name="Google Shape;724;g2ffd38f89b3_1_65: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8aabbdb510_0_36: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317500" lvl="0" marL="457200" rtl="0" algn="l">
              <a:spcBef>
                <a:spcPts val="0"/>
              </a:spcBef>
              <a:spcAft>
                <a:spcPts val="0"/>
              </a:spcAft>
              <a:buSzPts val="1400"/>
              <a:buAutoNum type="arabicPeriod"/>
            </a:pPr>
            <a:r>
              <a:t/>
            </a:r>
            <a:endParaRPr/>
          </a:p>
        </p:txBody>
      </p:sp>
      <p:sp>
        <p:nvSpPr>
          <p:cNvPr id="744" name="Google Shape;744;g28aabbdb510_0_36: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008659d7f4_0_0: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65" name="Google Shape;765;g3008659d7f4_0_0: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895e059ff6_0_2: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79" name="Google Shape;779;g2895e059ff6_0_2: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8aabbdb510_0_130: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11" name="Google Shape;811;g28aabbdb510_0_130: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8aabbdb510_0_169: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32" name="Google Shape;832;g28aabbdb510_0_169: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28aabbdb510_0_183: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46" name="Google Shape;846;g28aabbdb510_0_183: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8aabbdb510_0_220: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66" name="Google Shape;866;g28aabbdb510_0_220: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8aabbdb510_0_234: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80" name="Google Shape;880;g28aabbdb510_0_234: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faa51bc427_0_0:notes"/>
          <p:cNvSpPr txBox="1"/>
          <p:nvPr>
            <p:ph idx="1" type="body"/>
          </p:nvPr>
        </p:nvSpPr>
        <p:spPr>
          <a:xfrm>
            <a:off x="700405" y="4470837"/>
            <a:ext cx="5603100" cy="3658200"/>
          </a:xfrm>
          <a:prstGeom prst="rect">
            <a:avLst/>
          </a:prstGeom>
          <a:noFill/>
          <a:ln>
            <a:noFill/>
          </a:ln>
        </p:spPr>
        <p:txBody>
          <a:bodyPr anchorCtr="0" anchor="t" bIns="46550" lIns="93100" spcFirstLastPara="1" rIns="93100" wrap="square" tIns="46550">
            <a:noAutofit/>
          </a:bodyPr>
          <a:lstStyle/>
          <a:p>
            <a:pPr indent="0" lvl="0" marL="0" rtl="0" algn="l">
              <a:lnSpc>
                <a:spcPct val="100000"/>
              </a:lnSpc>
              <a:spcBef>
                <a:spcPts val="0"/>
              </a:spcBef>
              <a:spcAft>
                <a:spcPts val="0"/>
              </a:spcAft>
              <a:buSzPts val="1400"/>
              <a:buNone/>
            </a:pPr>
            <a:r>
              <a:t/>
            </a:r>
            <a:endParaRPr/>
          </a:p>
        </p:txBody>
      </p:sp>
      <p:sp>
        <p:nvSpPr>
          <p:cNvPr id="898" name="Google Shape;898;g2faa51bc427_0_0:notes"/>
          <p:cNvSpPr/>
          <p:nvPr>
            <p:ph idx="2" type="sldImg"/>
          </p:nvPr>
        </p:nvSpPr>
        <p:spPr>
          <a:xfrm>
            <a:off x="715963" y="1160463"/>
            <a:ext cx="5572200" cy="3135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320c550fdc_7_0: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911" name="Google Shape;911;g3320c550fdc_7_0: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8aabbdb510_0_267: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942" name="Google Shape;942;g28aabbdb510_0_267: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fe639b47e5_0_19: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950" name="Google Shape;950;g2fe639b47e5_0_19: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8aabbdb510_5_7: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974" name="Google Shape;974;g28aabbdb510_5_7: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8aabbdb510_0_275: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982" name="Google Shape;982;g28aabbdb510_0_275: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2ee203ee2b2_0_2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0" name="Google Shape;990;g2ee203ee2b2_0_2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pic>
        <p:nvPicPr>
          <p:cNvPr descr="A picture containing person, suit&#10;&#10;Description automatically generated" id="22" name="Google Shape;22;p2"/>
          <p:cNvPicPr preferRelativeResize="0"/>
          <p:nvPr/>
        </p:nvPicPr>
        <p:blipFill rotWithShape="1">
          <a:blip r:embed="rId2">
            <a:alphaModFix/>
          </a:blip>
          <a:srcRect b="0" l="0" r="0" t="0"/>
          <a:stretch/>
        </p:blipFill>
        <p:spPr>
          <a:xfrm>
            <a:off x="-1540719" y="0"/>
            <a:ext cx="21369437" cy="10288589"/>
          </a:xfrm>
          <a:prstGeom prst="rect">
            <a:avLst/>
          </a:prstGeom>
          <a:noFill/>
          <a:ln>
            <a:noFill/>
          </a:ln>
        </p:spPr>
      </p:pic>
      <p:sp>
        <p:nvSpPr>
          <p:cNvPr id="23" name="Google Shape;23;p2"/>
          <p:cNvSpPr/>
          <p:nvPr/>
        </p:nvSpPr>
        <p:spPr>
          <a:xfrm>
            <a:off x="0" y="0"/>
            <a:ext cx="11583300" cy="10288500"/>
          </a:xfrm>
          <a:prstGeom prst="rect">
            <a:avLst/>
          </a:prstGeom>
          <a:gradFill>
            <a:gsLst>
              <a:gs pos="0">
                <a:schemeClr val="lt1"/>
              </a:gs>
              <a:gs pos="48000">
                <a:schemeClr val="lt1"/>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24" name="Google Shape;24;p2"/>
          <p:cNvSpPr txBox="1"/>
          <p:nvPr>
            <p:ph type="ctrTitle"/>
          </p:nvPr>
        </p:nvSpPr>
        <p:spPr>
          <a:xfrm>
            <a:off x="1042883" y="3855091"/>
            <a:ext cx="13716000" cy="25785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9000"/>
              <a:buFont typeface="Playfair Display"/>
              <a:buNone/>
              <a:defRPr sz="9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2"/>
          <p:cNvSpPr txBox="1"/>
          <p:nvPr>
            <p:ph idx="1" type="subTitle"/>
          </p:nvPr>
        </p:nvSpPr>
        <p:spPr>
          <a:xfrm>
            <a:off x="1042988" y="6804474"/>
            <a:ext cx="13716000" cy="1242000"/>
          </a:xfrm>
          <a:prstGeom prst="rect">
            <a:avLst/>
          </a:prstGeom>
          <a:noFill/>
          <a:ln>
            <a:noFill/>
          </a:ln>
        </p:spPr>
        <p:txBody>
          <a:bodyPr anchorCtr="0" anchor="t" bIns="45700" lIns="91425" spcFirstLastPara="1" rIns="91425" wrap="square" tIns="45700">
            <a:normAutofit/>
          </a:bodyPr>
          <a:lstStyle>
            <a:lvl1pPr lvl="0" rtl="0" algn="l">
              <a:lnSpc>
                <a:spcPct val="90000"/>
              </a:lnSpc>
              <a:spcBef>
                <a:spcPts val="1500"/>
              </a:spcBef>
              <a:spcAft>
                <a:spcPts val="0"/>
              </a:spcAft>
              <a:buClr>
                <a:schemeClr val="dk1"/>
              </a:buClr>
              <a:buSzPts val="3600"/>
              <a:buNone/>
              <a:defRPr sz="3600"/>
            </a:lvl1pPr>
            <a:lvl2pPr lvl="1" rtl="0" algn="ctr">
              <a:lnSpc>
                <a:spcPct val="90000"/>
              </a:lnSpc>
              <a:spcBef>
                <a:spcPts val="750"/>
              </a:spcBef>
              <a:spcAft>
                <a:spcPts val="0"/>
              </a:spcAft>
              <a:buClr>
                <a:schemeClr val="dk1"/>
              </a:buClr>
              <a:buSzPts val="3000"/>
              <a:buNone/>
              <a:defRPr sz="3000"/>
            </a:lvl2pPr>
            <a:lvl3pPr lvl="2" rtl="0" algn="ctr">
              <a:lnSpc>
                <a:spcPct val="90000"/>
              </a:lnSpc>
              <a:spcBef>
                <a:spcPts val="750"/>
              </a:spcBef>
              <a:spcAft>
                <a:spcPts val="0"/>
              </a:spcAft>
              <a:buClr>
                <a:schemeClr val="dk1"/>
              </a:buClr>
              <a:buSzPts val="2700"/>
              <a:buNone/>
              <a:defRPr sz="2700"/>
            </a:lvl3pPr>
            <a:lvl4pPr lvl="3" rtl="0" algn="ctr">
              <a:lnSpc>
                <a:spcPct val="90000"/>
              </a:lnSpc>
              <a:spcBef>
                <a:spcPts val="750"/>
              </a:spcBef>
              <a:spcAft>
                <a:spcPts val="0"/>
              </a:spcAft>
              <a:buClr>
                <a:schemeClr val="dk1"/>
              </a:buClr>
              <a:buSzPts val="2400"/>
              <a:buNone/>
              <a:defRPr sz="2400"/>
            </a:lvl4pPr>
            <a:lvl5pPr lvl="4" rtl="0" algn="ctr">
              <a:lnSpc>
                <a:spcPct val="90000"/>
              </a:lnSpc>
              <a:spcBef>
                <a:spcPts val="750"/>
              </a:spcBef>
              <a:spcAft>
                <a:spcPts val="0"/>
              </a:spcAft>
              <a:buClr>
                <a:schemeClr val="dk1"/>
              </a:buClr>
              <a:buSzPts val="2400"/>
              <a:buNone/>
              <a:defRPr sz="2400"/>
            </a:lvl5pPr>
            <a:lvl6pPr lvl="5" rtl="0" algn="ctr">
              <a:lnSpc>
                <a:spcPct val="90000"/>
              </a:lnSpc>
              <a:spcBef>
                <a:spcPts val="750"/>
              </a:spcBef>
              <a:spcAft>
                <a:spcPts val="0"/>
              </a:spcAft>
              <a:buClr>
                <a:schemeClr val="dk1"/>
              </a:buClr>
              <a:buSzPts val="2400"/>
              <a:buNone/>
              <a:defRPr sz="2400"/>
            </a:lvl6pPr>
            <a:lvl7pPr lvl="6" rtl="0" algn="ctr">
              <a:lnSpc>
                <a:spcPct val="90000"/>
              </a:lnSpc>
              <a:spcBef>
                <a:spcPts val="750"/>
              </a:spcBef>
              <a:spcAft>
                <a:spcPts val="0"/>
              </a:spcAft>
              <a:buClr>
                <a:schemeClr val="dk1"/>
              </a:buClr>
              <a:buSzPts val="2400"/>
              <a:buNone/>
              <a:defRPr sz="2400"/>
            </a:lvl7pPr>
            <a:lvl8pPr lvl="7" rtl="0" algn="ctr">
              <a:lnSpc>
                <a:spcPct val="90000"/>
              </a:lnSpc>
              <a:spcBef>
                <a:spcPts val="750"/>
              </a:spcBef>
              <a:spcAft>
                <a:spcPts val="0"/>
              </a:spcAft>
              <a:buClr>
                <a:schemeClr val="dk1"/>
              </a:buClr>
              <a:buSzPts val="2400"/>
              <a:buNone/>
              <a:defRPr sz="2400"/>
            </a:lvl8pPr>
            <a:lvl9pPr lvl="8" rtl="0" algn="ctr">
              <a:lnSpc>
                <a:spcPct val="90000"/>
              </a:lnSpc>
              <a:spcBef>
                <a:spcPts val="750"/>
              </a:spcBef>
              <a:spcAft>
                <a:spcPts val="0"/>
              </a:spcAft>
              <a:buClr>
                <a:schemeClr val="dk1"/>
              </a:buClr>
              <a:buSzPts val="2400"/>
              <a:buNone/>
              <a:defRPr sz="2400"/>
            </a:lvl9pPr>
          </a:lstStyle>
          <a:p/>
        </p:txBody>
      </p:sp>
      <p:sp>
        <p:nvSpPr>
          <p:cNvPr id="26" name="Google Shape;26;p2"/>
          <p:cNvSpPr txBox="1"/>
          <p:nvPr>
            <p:ph idx="10" type="dt"/>
          </p:nvPr>
        </p:nvSpPr>
        <p:spPr>
          <a:xfrm>
            <a:off x="1042988" y="9535996"/>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7" name="Google Shape;27;p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8" name="Google Shape;28;p2"/>
          <p:cNvGrpSpPr/>
          <p:nvPr/>
        </p:nvGrpSpPr>
        <p:grpSpPr>
          <a:xfrm>
            <a:off x="16311697" y="-799989"/>
            <a:ext cx="3953014" cy="4041090"/>
            <a:chOff x="9414500" y="3211685"/>
            <a:chExt cx="1939368" cy="1982287"/>
          </a:xfrm>
        </p:grpSpPr>
        <p:sp>
          <p:nvSpPr>
            <p:cNvPr id="29" name="Google Shape;29;p2"/>
            <p:cNvSpPr/>
            <p:nvPr/>
          </p:nvSpPr>
          <p:spPr>
            <a:xfrm>
              <a:off x="9414500" y="3673801"/>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0" name="Google Shape;30;p2"/>
            <p:cNvSpPr/>
            <p:nvPr/>
          </p:nvSpPr>
          <p:spPr>
            <a:xfrm>
              <a:off x="10429568" y="3211685"/>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1" name="Google Shape;31;p2"/>
            <p:cNvSpPr/>
            <p:nvPr/>
          </p:nvSpPr>
          <p:spPr>
            <a:xfrm>
              <a:off x="10338732" y="4269672"/>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32" name="Google Shape;32;p2"/>
          <p:cNvPicPr preferRelativeResize="0"/>
          <p:nvPr/>
        </p:nvPicPr>
        <p:blipFill rotWithShape="1">
          <a:blip r:embed="rId3">
            <a:alphaModFix/>
          </a:blip>
          <a:srcRect b="0" l="0" r="0" t="0"/>
          <a:stretch/>
        </p:blipFill>
        <p:spPr>
          <a:xfrm>
            <a:off x="1042883" y="1998957"/>
            <a:ext cx="4817871" cy="12420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p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3"/>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36" name="Google Shape;36;p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7" name="Google Shape;37;p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8" name="Google Shape;38;p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3"/>
          <p:cNvSpPr txBox="1"/>
          <p:nvPr>
            <p:ph idx="2"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40" name="Shape 40"/>
        <p:cNvGrpSpPr/>
        <p:nvPr/>
      </p:nvGrpSpPr>
      <p:grpSpPr>
        <a:xfrm>
          <a:off x="0" y="0"/>
          <a:ext cx="0" cy="0"/>
          <a:chOff x="0" y="0"/>
          <a:chExt cx="0" cy="0"/>
        </a:xfrm>
      </p:grpSpPr>
      <p:sp>
        <p:nvSpPr>
          <p:cNvPr id="41" name="Google Shape;41;p4"/>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42" name="Google Shape;42;p4"/>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43" name="Google Shape;43;p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 name="Google Shape;44;p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5" name="Google Shape;45;p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6" name="Google Shape;46;p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4"/>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48" name="Google Shape;48;p4"/>
          <p:cNvPicPr preferRelativeResize="0"/>
          <p:nvPr/>
        </p:nvPicPr>
        <p:blipFill rotWithShape="1">
          <a:blip r:embed="rId2">
            <a:alphaModFix/>
          </a:blip>
          <a:srcRect b="0" l="0" r="0" t="0"/>
          <a:stretch/>
        </p:blipFill>
        <p:spPr>
          <a:xfrm>
            <a:off x="162161" y="9535996"/>
            <a:ext cx="1761650" cy="398927"/>
          </a:xfrm>
          <a:prstGeom prst="rect">
            <a:avLst/>
          </a:prstGeom>
          <a:noFill/>
          <a:ln>
            <a:noFill/>
          </a:ln>
        </p:spPr>
      </p:pic>
      <p:cxnSp>
        <p:nvCxnSpPr>
          <p:cNvPr id="49" name="Google Shape;49;p4"/>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50" name="Google Shape;50;p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51" name="Shape 51"/>
        <p:cNvGrpSpPr/>
        <p:nvPr/>
      </p:nvGrpSpPr>
      <p:grpSpPr>
        <a:xfrm>
          <a:off x="0" y="0"/>
          <a:ext cx="0" cy="0"/>
          <a:chOff x="0" y="0"/>
          <a:chExt cx="0" cy="0"/>
        </a:xfrm>
      </p:grpSpPr>
      <p:sp>
        <p:nvSpPr>
          <p:cNvPr id="52" name="Google Shape;52;p5"/>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53" name="Google Shape;53;p5"/>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54" name="Google Shape;54;p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5" name="Google Shape;55;p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 name="Google Shape;57;p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
          <p:cNvSpPr/>
          <p:nvPr/>
        </p:nvSpPr>
        <p:spPr>
          <a:xfrm>
            <a:off x="-1810397" y="8478191"/>
            <a:ext cx="3620700" cy="36207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59" name="Google Shape;59;p5"/>
          <p:cNvPicPr preferRelativeResize="0"/>
          <p:nvPr/>
        </p:nvPicPr>
        <p:blipFill rotWithShape="1">
          <a:blip r:embed="rId2">
            <a:alphaModFix/>
          </a:blip>
          <a:srcRect b="0" l="0" r="0" t="0"/>
          <a:stretch/>
        </p:blipFill>
        <p:spPr>
          <a:xfrm>
            <a:off x="15457823" y="441265"/>
            <a:ext cx="2472744" cy="559952"/>
          </a:xfrm>
          <a:prstGeom prst="rect">
            <a:avLst/>
          </a:prstGeom>
          <a:noFill/>
          <a:ln>
            <a:noFill/>
          </a:ln>
        </p:spPr>
      </p:pic>
      <p:cxnSp>
        <p:nvCxnSpPr>
          <p:cNvPr id="60" name="Google Shape;60;p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61" name="Google Shape;61;p5"/>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6"/>
          <p:cNvSpPr txBox="1"/>
          <p:nvPr>
            <p:ph idx="1" type="body"/>
          </p:nvPr>
        </p:nvSpPr>
        <p:spPr>
          <a:xfrm>
            <a:off x="1042988" y="2522134"/>
            <a:ext cx="77367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4" name="Google Shape;64;p6"/>
          <p:cNvSpPr txBox="1"/>
          <p:nvPr>
            <p:ph idx="2" type="body"/>
          </p:nvPr>
        </p:nvSpPr>
        <p:spPr>
          <a:xfrm>
            <a:off x="1042988" y="3758193"/>
            <a:ext cx="77367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5" name="Google Shape;65;p6"/>
          <p:cNvSpPr txBox="1"/>
          <p:nvPr>
            <p:ph idx="3" type="body"/>
          </p:nvPr>
        </p:nvSpPr>
        <p:spPr>
          <a:xfrm>
            <a:off x="9147690" y="2522134"/>
            <a:ext cx="77748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6" name="Google Shape;66;p6"/>
          <p:cNvSpPr txBox="1"/>
          <p:nvPr>
            <p:ph idx="4" type="body"/>
          </p:nvPr>
        </p:nvSpPr>
        <p:spPr>
          <a:xfrm>
            <a:off x="9147690" y="3758193"/>
            <a:ext cx="77748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7" name="Google Shape;67;p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6"/>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1" name="Google Shape;71;p6"/>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72" name="Shape 72"/>
        <p:cNvGrpSpPr/>
        <p:nvPr/>
      </p:nvGrpSpPr>
      <p:grpSpPr>
        <a:xfrm>
          <a:off x="0" y="0"/>
          <a:ext cx="0" cy="0"/>
          <a:chOff x="0" y="0"/>
          <a:chExt cx="0" cy="0"/>
        </a:xfrm>
      </p:grpSpPr>
      <p:sp>
        <p:nvSpPr>
          <p:cNvPr id="73" name="Google Shape;73;p7"/>
          <p:cNvSpPr/>
          <p:nvPr/>
        </p:nvSpPr>
        <p:spPr>
          <a:xfrm>
            <a:off x="1" y="0"/>
            <a:ext cx="61197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74" name="Google Shape;74;p7"/>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7"/>
          <p:cNvSpPr txBox="1"/>
          <p:nvPr>
            <p:ph idx="1" type="body"/>
          </p:nvPr>
        </p:nvSpPr>
        <p:spPr>
          <a:xfrm>
            <a:off x="450057" y="5144295"/>
            <a:ext cx="5191200" cy="1529100"/>
          </a:xfrm>
          <a:prstGeom prst="rect">
            <a:avLst/>
          </a:prstGeom>
          <a:noFill/>
          <a:ln>
            <a:noFill/>
          </a:ln>
        </p:spPr>
        <p:txBody>
          <a:bodyPr anchorCtr="0" anchor="t" bIns="45700" lIns="91425" spcFirstLastPara="1" rIns="91425" wrap="square" tIns="45700">
            <a:normAutofit/>
          </a:bodyPr>
          <a:lstStyle>
            <a:lvl1pPr indent="-495300" lvl="0" marL="457200" rtl="0" algn="l">
              <a:lnSpc>
                <a:spcPct val="90000"/>
              </a:lnSpc>
              <a:spcBef>
                <a:spcPts val="1500"/>
              </a:spcBef>
              <a:spcAft>
                <a:spcPts val="0"/>
              </a:spcAft>
              <a:buClr>
                <a:schemeClr val="lt1"/>
              </a:buClr>
              <a:buSzPts val="4200"/>
              <a:buChar char="•"/>
              <a:defRPr>
                <a:solidFill>
                  <a:schemeClr val="lt1"/>
                </a:solidFill>
              </a:defRPr>
            </a:lvl1pPr>
            <a:lvl2pPr indent="-457200" lvl="1" marL="914400" rtl="0" algn="l">
              <a:lnSpc>
                <a:spcPct val="90000"/>
              </a:lnSpc>
              <a:spcBef>
                <a:spcPts val="750"/>
              </a:spcBef>
              <a:spcAft>
                <a:spcPts val="0"/>
              </a:spcAft>
              <a:buClr>
                <a:schemeClr val="lt1"/>
              </a:buClr>
              <a:buSzPts val="3600"/>
              <a:buChar char="•"/>
              <a:defRPr>
                <a:solidFill>
                  <a:schemeClr val="lt1"/>
                </a:solidFill>
              </a:defRPr>
            </a:lvl2pPr>
            <a:lvl3pPr indent="-419100" lvl="2" marL="1371600" rtl="0" algn="l">
              <a:lnSpc>
                <a:spcPct val="90000"/>
              </a:lnSpc>
              <a:spcBef>
                <a:spcPts val="750"/>
              </a:spcBef>
              <a:spcAft>
                <a:spcPts val="0"/>
              </a:spcAft>
              <a:buClr>
                <a:schemeClr val="lt1"/>
              </a:buClr>
              <a:buSzPts val="3000"/>
              <a:buChar char="•"/>
              <a:defRPr>
                <a:solidFill>
                  <a:schemeClr val="lt1"/>
                </a:solidFill>
              </a:defRPr>
            </a:lvl3pPr>
            <a:lvl4pPr indent="-400050" lvl="3" marL="1828800" rtl="0" algn="l">
              <a:lnSpc>
                <a:spcPct val="90000"/>
              </a:lnSpc>
              <a:spcBef>
                <a:spcPts val="750"/>
              </a:spcBef>
              <a:spcAft>
                <a:spcPts val="0"/>
              </a:spcAft>
              <a:buClr>
                <a:schemeClr val="lt1"/>
              </a:buClr>
              <a:buSzPts val="2700"/>
              <a:buChar char="•"/>
              <a:defRPr>
                <a:solidFill>
                  <a:schemeClr val="lt1"/>
                </a:solidFill>
              </a:defRPr>
            </a:lvl4pPr>
            <a:lvl5pPr indent="-400050" lvl="4" marL="2286000" rtl="0" algn="l">
              <a:lnSpc>
                <a:spcPct val="90000"/>
              </a:lnSpc>
              <a:spcBef>
                <a:spcPts val="750"/>
              </a:spcBef>
              <a:spcAft>
                <a:spcPts val="0"/>
              </a:spcAft>
              <a:buClr>
                <a:schemeClr val="lt1"/>
              </a:buClr>
              <a:buSzPts val="2700"/>
              <a:buChar char="•"/>
              <a:defRPr>
                <a:solidFill>
                  <a:schemeClr val="lt1"/>
                </a:solidFill>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76" name="Google Shape;76;p7"/>
          <p:cNvSpPr txBox="1"/>
          <p:nvPr>
            <p:ph type="title"/>
          </p:nvPr>
        </p:nvSpPr>
        <p:spPr>
          <a:xfrm>
            <a:off x="450057" y="3087345"/>
            <a:ext cx="5191200" cy="1988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5400"/>
              <a:buFont typeface="Playfair Display"/>
              <a:buNone/>
              <a:defRPr sz="5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7" name="Google Shape;77;p7"/>
          <p:cNvSpPr txBox="1"/>
          <p:nvPr>
            <p:ph idx="2" type="body"/>
          </p:nvPr>
        </p:nvSpPr>
        <p:spPr>
          <a:xfrm>
            <a:off x="6119814" y="0"/>
            <a:ext cx="1216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pic>
        <p:nvPicPr>
          <p:cNvPr id="78" name="Google Shape;78;p7"/>
          <p:cNvPicPr preferRelativeResize="0"/>
          <p:nvPr/>
        </p:nvPicPr>
        <p:blipFill rotWithShape="1">
          <a:blip r:embed="rId2">
            <a:alphaModFix/>
          </a:blip>
          <a:srcRect b="0" l="0" r="0" t="0"/>
          <a:stretch/>
        </p:blipFill>
        <p:spPr>
          <a:xfrm>
            <a:off x="1823535" y="441265"/>
            <a:ext cx="2472744" cy="559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showMasterSp="0" type="objTx">
  <p:cSld name="OBJECT_WITH_CAPTION_TEXT">
    <p:spTree>
      <p:nvGrpSpPr>
        <p:cNvPr id="79" name="Shape 79"/>
        <p:cNvGrpSpPr/>
        <p:nvPr/>
      </p:nvGrpSpPr>
      <p:grpSpPr>
        <a:xfrm>
          <a:off x="0" y="0"/>
          <a:ext cx="0" cy="0"/>
          <a:chOff x="0" y="0"/>
          <a:chExt cx="0" cy="0"/>
        </a:xfrm>
      </p:grpSpPr>
      <p:sp>
        <p:nvSpPr>
          <p:cNvPr id="80" name="Google Shape;80;p8"/>
          <p:cNvSpPr/>
          <p:nvPr/>
        </p:nvSpPr>
        <p:spPr>
          <a:xfrm>
            <a:off x="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81" name="Google Shape;81;p8"/>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 name="Google Shape;82;p8"/>
          <p:cNvSpPr txBox="1"/>
          <p:nvPr>
            <p:ph idx="1" type="body"/>
          </p:nvPr>
        </p:nvSpPr>
        <p:spPr>
          <a:xfrm>
            <a:off x="914400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83" name="Google Shape;83;p8"/>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sp>
        <p:nvSpPr>
          <p:cNvPr id="84" name="Google Shape;84;p8"/>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8"/>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6" name="Shape 86"/>
        <p:cNvGrpSpPr/>
        <p:nvPr/>
      </p:nvGrpSpPr>
      <p:grpSpPr>
        <a:xfrm>
          <a:off x="0" y="0"/>
          <a:ext cx="0" cy="0"/>
          <a:chOff x="0" y="0"/>
          <a:chExt cx="0" cy="0"/>
        </a:xfrm>
      </p:grpSpPr>
      <p:sp>
        <p:nvSpPr>
          <p:cNvPr id="87" name="Google Shape;87;p9"/>
          <p:cNvSpPr txBox="1"/>
          <p:nvPr>
            <p:ph idx="1" type="body"/>
          </p:nvPr>
        </p:nvSpPr>
        <p:spPr>
          <a:xfrm>
            <a:off x="1042988"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8" name="Google Shape;88;p9"/>
          <p:cNvSpPr txBox="1"/>
          <p:nvPr>
            <p:ph idx="2" type="body"/>
          </p:nvPr>
        </p:nvSpPr>
        <p:spPr>
          <a:xfrm>
            <a:off x="9144000"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9" name="Google Shape;89;p9"/>
          <p:cNvSpPr txBox="1"/>
          <p:nvPr>
            <p:ph idx="10" type="dt"/>
          </p:nvPr>
        </p:nvSpPr>
        <p:spPr>
          <a:xfrm>
            <a:off x="1257300" y="9535998"/>
            <a:ext cx="411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0" name="Google Shape;90;p9"/>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1" name="Google Shape;91;p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9"/>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3" name="Google Shape;93;p9"/>
          <p:cNvSpPr txBox="1"/>
          <p:nvPr>
            <p:ph idx="3"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94" name="Shape 94"/>
        <p:cNvGrpSpPr/>
        <p:nvPr/>
      </p:nvGrpSpPr>
      <p:grpSpPr>
        <a:xfrm>
          <a:off x="0" y="0"/>
          <a:ext cx="0" cy="0"/>
          <a:chOff x="0" y="0"/>
          <a:chExt cx="0" cy="0"/>
        </a:xfrm>
      </p:grpSpPr>
      <p:sp>
        <p:nvSpPr>
          <p:cNvPr id="95" name="Google Shape;95;p10"/>
          <p:cNvSpPr txBox="1"/>
          <p:nvPr>
            <p:ph idx="1" type="body"/>
          </p:nvPr>
        </p:nvSpPr>
        <p:spPr>
          <a:xfrm>
            <a:off x="1042989" y="2522134"/>
            <a:ext cx="50673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6" name="Google Shape;96;p10"/>
          <p:cNvSpPr txBox="1"/>
          <p:nvPr>
            <p:ph idx="2" type="body"/>
          </p:nvPr>
        </p:nvSpPr>
        <p:spPr>
          <a:xfrm>
            <a:off x="1042989" y="3758193"/>
            <a:ext cx="50673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7" name="Google Shape;97;p10"/>
          <p:cNvSpPr txBox="1"/>
          <p:nvPr>
            <p:ph idx="3" type="body"/>
          </p:nvPr>
        </p:nvSpPr>
        <p:spPr>
          <a:xfrm>
            <a:off x="659785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8" name="Google Shape;98;p10"/>
          <p:cNvSpPr txBox="1"/>
          <p:nvPr>
            <p:ph idx="4" type="body"/>
          </p:nvPr>
        </p:nvSpPr>
        <p:spPr>
          <a:xfrm>
            <a:off x="659785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9" name="Google Shape;99;p1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1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1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0"/>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3" name="Google Shape;103;p10"/>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04" name="Google Shape;104;p10"/>
          <p:cNvSpPr txBox="1"/>
          <p:nvPr>
            <p:ph idx="6" type="body"/>
          </p:nvPr>
        </p:nvSpPr>
        <p:spPr>
          <a:xfrm>
            <a:off x="1217767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105" name="Google Shape;105;p10"/>
          <p:cNvSpPr txBox="1"/>
          <p:nvPr>
            <p:ph idx="7" type="body"/>
          </p:nvPr>
        </p:nvSpPr>
        <p:spPr>
          <a:xfrm>
            <a:off x="1217767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1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8" name="Google Shape;108;p1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9" name="Google Shape;109;p1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0" name="Google Shape;110;p1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111" name="Shape 111"/>
        <p:cNvGrpSpPr/>
        <p:nvPr/>
      </p:nvGrpSpPr>
      <p:grpSpPr>
        <a:xfrm>
          <a:off x="0" y="0"/>
          <a:ext cx="0" cy="0"/>
          <a:chOff x="0" y="0"/>
          <a:chExt cx="0" cy="0"/>
        </a:xfrm>
      </p:grpSpPr>
      <p:sp>
        <p:nvSpPr>
          <p:cNvPr id="112" name="Google Shape;112;p12"/>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13" name="Google Shape;113;p12"/>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14" name="Google Shape;114;p12"/>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 name="Google Shape;115;p12"/>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6" name="Google Shape;116;p12"/>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7" name="Google Shape;117;p1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12"/>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119" name="Google Shape;119;p12"/>
          <p:cNvPicPr preferRelativeResize="0"/>
          <p:nvPr/>
        </p:nvPicPr>
        <p:blipFill rotWithShape="1">
          <a:blip r:embed="rId2">
            <a:alphaModFix/>
          </a:blip>
          <a:srcRect b="0" l="0" r="0" t="0"/>
          <a:stretch/>
        </p:blipFill>
        <p:spPr>
          <a:xfrm>
            <a:off x="15469112" y="455589"/>
            <a:ext cx="2563975" cy="580613"/>
          </a:xfrm>
          <a:prstGeom prst="rect">
            <a:avLst/>
          </a:prstGeom>
          <a:noFill/>
          <a:ln>
            <a:noFill/>
          </a:ln>
        </p:spPr>
      </p:pic>
      <p:cxnSp>
        <p:nvCxnSpPr>
          <p:cNvPr id="120" name="Google Shape;120;p12"/>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121" name="Google Shape;121;p12"/>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122" name="Shape 122"/>
        <p:cNvGrpSpPr/>
        <p:nvPr/>
      </p:nvGrpSpPr>
      <p:grpSpPr>
        <a:xfrm>
          <a:off x="0" y="0"/>
          <a:ext cx="0" cy="0"/>
          <a:chOff x="0" y="0"/>
          <a:chExt cx="0" cy="0"/>
        </a:xfrm>
      </p:grpSpPr>
      <p:sp>
        <p:nvSpPr>
          <p:cNvPr id="123" name="Google Shape;123;p1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2"/>
              </a:buClr>
              <a:buSzPts val="6600"/>
              <a:buFont typeface="Playfair Display"/>
              <a:buNone/>
              <a:defRPr>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4" name="Google Shape;124;p1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5" name="Google Shape;125;p1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6" name="Google Shape;126;p1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13"/>
          <p:cNvSpPr txBox="1"/>
          <p:nvPr>
            <p:ph idx="1" type="body"/>
          </p:nvPr>
        </p:nvSpPr>
        <p:spPr>
          <a:xfrm>
            <a:off x="1042988" y="1781698"/>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28" name="Google Shape;128;p13"/>
          <p:cNvSpPr/>
          <p:nvPr/>
        </p:nvSpPr>
        <p:spPr>
          <a:xfrm>
            <a:off x="1" y="5144295"/>
            <a:ext cx="99900" cy="5144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29" name="Google Shape;129;p13"/>
          <p:cNvSpPr/>
          <p:nvPr/>
        </p:nvSpPr>
        <p:spPr>
          <a:xfrm>
            <a:off x="1" y="-1"/>
            <a:ext cx="99900" cy="5144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MIDDLE">
  <p:cSld name="DARK MIDDLE">
    <p:spTree>
      <p:nvGrpSpPr>
        <p:cNvPr id="130" name="Shape 130"/>
        <p:cNvGrpSpPr/>
        <p:nvPr/>
      </p:nvGrpSpPr>
      <p:grpSpPr>
        <a:xfrm>
          <a:off x="0" y="0"/>
          <a:ext cx="0" cy="0"/>
          <a:chOff x="0" y="0"/>
          <a:chExt cx="0" cy="0"/>
        </a:xfrm>
      </p:grpSpPr>
      <p:sp>
        <p:nvSpPr>
          <p:cNvPr id="131" name="Google Shape;131;p1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2" name="Google Shape;132;p1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3" name="Google Shape;133;p1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4" name="Google Shape;134;p1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14"/>
          <p:cNvSpPr/>
          <p:nvPr/>
        </p:nvSpPr>
        <p:spPr>
          <a:xfrm>
            <a:off x="0" y="2400300"/>
            <a:ext cx="18288000"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OP SLIDE">
  <p:cSld name="DARK TOP SLIDE">
    <p:spTree>
      <p:nvGrpSpPr>
        <p:cNvPr id="136" name="Shape 136"/>
        <p:cNvGrpSpPr/>
        <p:nvPr/>
      </p:nvGrpSpPr>
      <p:grpSpPr>
        <a:xfrm>
          <a:off x="0" y="0"/>
          <a:ext cx="0" cy="0"/>
          <a:chOff x="0" y="0"/>
          <a:chExt cx="0" cy="0"/>
        </a:xfrm>
      </p:grpSpPr>
      <p:sp>
        <p:nvSpPr>
          <p:cNvPr id="137" name="Google Shape;137;p15"/>
          <p:cNvSpPr/>
          <p:nvPr/>
        </p:nvSpPr>
        <p:spPr>
          <a:xfrm>
            <a:off x="0" y="1587"/>
            <a:ext cx="18288000" cy="5317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38" name="Google Shape;138;p1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9" name="Google Shape;139;p1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0" name="Google Shape;140;p1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1" name="Google Shape;141;p1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2" name="Google Shape;142;p1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43" name="Shape 143"/>
        <p:cNvGrpSpPr/>
        <p:nvPr/>
      </p:nvGrpSpPr>
      <p:grpSpPr>
        <a:xfrm>
          <a:off x="0" y="0"/>
          <a:ext cx="0" cy="0"/>
          <a:chOff x="0" y="0"/>
          <a:chExt cx="0" cy="0"/>
        </a:xfrm>
      </p:grpSpPr>
      <p:sp>
        <p:nvSpPr>
          <p:cNvPr id="144" name="Google Shape;144;p1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5" name="Google Shape;145;p1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6" name="Google Shape;146;p1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nner" showMasterSp="0">
  <p:cSld name="banner">
    <p:spTree>
      <p:nvGrpSpPr>
        <p:cNvPr id="147" name="Shape 147"/>
        <p:cNvGrpSpPr/>
        <p:nvPr/>
      </p:nvGrpSpPr>
      <p:grpSpPr>
        <a:xfrm>
          <a:off x="0" y="0"/>
          <a:ext cx="0" cy="0"/>
          <a:chOff x="0" y="0"/>
          <a:chExt cx="0" cy="0"/>
        </a:xfrm>
      </p:grpSpPr>
      <p:sp>
        <p:nvSpPr>
          <p:cNvPr id="148" name="Google Shape;148;p17"/>
          <p:cNvSpPr/>
          <p:nvPr/>
        </p:nvSpPr>
        <p:spPr>
          <a:xfrm>
            <a:off x="5923722" y="8825948"/>
            <a:ext cx="3896100" cy="993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spTree>
      <p:nvGrpSpPr>
        <p:cNvPr id="149" name="Shape 149"/>
        <p:cNvGrpSpPr/>
        <p:nvPr/>
      </p:nvGrpSpPr>
      <p:grpSpPr>
        <a:xfrm>
          <a:off x="0" y="0"/>
          <a:ext cx="0" cy="0"/>
          <a:chOff x="0" y="0"/>
          <a:chExt cx="0" cy="0"/>
        </a:xfrm>
      </p:grpSpPr>
      <p:sp>
        <p:nvSpPr>
          <p:cNvPr id="150" name="Google Shape;150;p18"/>
          <p:cNvSpPr/>
          <p:nvPr>
            <p:ph idx="2" type="pic"/>
          </p:nvPr>
        </p:nvSpPr>
        <p:spPr>
          <a:xfrm>
            <a:off x="0" y="0"/>
            <a:ext cx="18288000" cy="10288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howMasterSp="0">
  <p:cSld name="Title ">
    <p:spTree>
      <p:nvGrpSpPr>
        <p:cNvPr id="151" name="Shape 151"/>
        <p:cNvGrpSpPr/>
        <p:nvPr/>
      </p:nvGrpSpPr>
      <p:grpSpPr>
        <a:xfrm>
          <a:off x="0" y="0"/>
          <a:ext cx="0" cy="0"/>
          <a:chOff x="0" y="0"/>
          <a:chExt cx="0" cy="0"/>
        </a:xfrm>
      </p:grpSpPr>
      <p:sp>
        <p:nvSpPr>
          <p:cNvPr id="152" name="Google Shape;152;p19"/>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3" name="Google Shape;153;p1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19"/>
          <p:cNvSpPr/>
          <p:nvPr/>
        </p:nvSpPr>
        <p:spPr>
          <a:xfrm>
            <a:off x="7905136" y="0"/>
            <a:ext cx="2477700" cy="2498400"/>
          </a:xfrm>
          <a:prstGeom prst="rect">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5" name="Google Shape;155;p19"/>
          <p:cNvSpPr/>
          <p:nvPr/>
        </p:nvSpPr>
        <p:spPr>
          <a:xfrm>
            <a:off x="7905136" y="9535996"/>
            <a:ext cx="2477700" cy="752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6" name="Google Shape;156;p19"/>
          <p:cNvSpPr txBox="1"/>
          <p:nvPr>
            <p:ph idx="1" type="body"/>
          </p:nvPr>
        </p:nvSpPr>
        <p:spPr>
          <a:xfrm>
            <a:off x="7905749" y="0"/>
            <a:ext cx="2477100" cy="2498400"/>
          </a:xfrm>
          <a:prstGeom prst="rect">
            <a:avLst/>
          </a:prstGeom>
          <a:solidFill>
            <a:srgbClr val="018146"/>
          </a:solid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14400"/>
              <a:buNone/>
              <a:defRPr sz="14400">
                <a:solidFill>
                  <a:schemeClr val="lt1"/>
                </a:solidFill>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57" name="Google Shape;157;p19"/>
          <p:cNvSpPr txBox="1"/>
          <p:nvPr>
            <p:ph type="title"/>
          </p:nvPr>
        </p:nvSpPr>
        <p:spPr>
          <a:xfrm>
            <a:off x="734096" y="4749399"/>
            <a:ext cx="16819800" cy="7914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dk1"/>
              </a:buClr>
              <a:buSzPts val="8100"/>
              <a:buFont typeface="Playfair Display"/>
              <a:buNone/>
              <a:defRPr sz="8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8" name="Google Shape;158;p19"/>
          <p:cNvSpPr txBox="1"/>
          <p:nvPr>
            <p:ph idx="2" type="body"/>
          </p:nvPr>
        </p:nvSpPr>
        <p:spPr>
          <a:xfrm>
            <a:off x="4360069" y="6009482"/>
            <a:ext cx="9567900" cy="12870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3600"/>
              <a:buNone/>
              <a:defRPr sz="3600"/>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grpSp>
        <p:nvGrpSpPr>
          <p:cNvPr id="159" name="Google Shape;159;p19"/>
          <p:cNvGrpSpPr/>
          <p:nvPr/>
        </p:nvGrpSpPr>
        <p:grpSpPr>
          <a:xfrm>
            <a:off x="15035298" y="6804554"/>
            <a:ext cx="3814543" cy="3899555"/>
            <a:chOff x="9414500" y="3211685"/>
            <a:chExt cx="1939368" cy="1982287"/>
          </a:xfrm>
        </p:grpSpPr>
        <p:sp>
          <p:nvSpPr>
            <p:cNvPr id="160" name="Google Shape;160;p19"/>
            <p:cNvSpPr/>
            <p:nvPr/>
          </p:nvSpPr>
          <p:spPr>
            <a:xfrm>
              <a:off x="9414500" y="3673801"/>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1" name="Google Shape;161;p19"/>
            <p:cNvSpPr/>
            <p:nvPr/>
          </p:nvSpPr>
          <p:spPr>
            <a:xfrm>
              <a:off x="10429568" y="3211685"/>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2" name="Google Shape;162;p19"/>
            <p:cNvSpPr/>
            <p:nvPr/>
          </p:nvSpPr>
          <p:spPr>
            <a:xfrm>
              <a:off x="10338732" y="4269672"/>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Only" showMasterSp="0">
  <p:cSld name="Caption Only">
    <p:spTree>
      <p:nvGrpSpPr>
        <p:cNvPr id="163" name="Shape 163"/>
        <p:cNvGrpSpPr/>
        <p:nvPr/>
      </p:nvGrpSpPr>
      <p:grpSpPr>
        <a:xfrm>
          <a:off x="0" y="0"/>
          <a:ext cx="0" cy="0"/>
          <a:chOff x="0" y="0"/>
          <a:chExt cx="0" cy="0"/>
        </a:xfrm>
      </p:grpSpPr>
      <p:sp>
        <p:nvSpPr>
          <p:cNvPr id="164" name="Google Shape;164;p2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5" name="Google Shape;165;p2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6" name="Google Shape;166;p2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20"/>
          <p:cNvSpPr txBox="1"/>
          <p:nvPr>
            <p:ph idx="1" type="body"/>
          </p:nvPr>
        </p:nvSpPr>
        <p:spPr>
          <a:xfrm>
            <a:off x="3078956" y="3715154"/>
            <a:ext cx="12425400" cy="2858400"/>
          </a:xfrm>
          <a:prstGeom prst="rect">
            <a:avLst/>
          </a:prstGeom>
          <a:no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4200"/>
              <a:buNone/>
              <a:defRPr/>
            </a:lvl1pPr>
            <a:lvl2pPr indent="-228600" lvl="1" marL="914400" rtl="0" algn="l">
              <a:lnSpc>
                <a:spcPct val="90000"/>
              </a:lnSpc>
              <a:spcBef>
                <a:spcPts val="750"/>
              </a:spcBef>
              <a:spcAft>
                <a:spcPts val="0"/>
              </a:spcAft>
              <a:buClr>
                <a:schemeClr val="dk1"/>
              </a:buClr>
              <a:buSzPts val="3600"/>
              <a:buNone/>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68" name="Google Shape;168;p20"/>
          <p:cNvSpPr/>
          <p:nvPr/>
        </p:nvSpPr>
        <p:spPr>
          <a:xfrm>
            <a:off x="3060700" y="3696270"/>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
        <p:nvSpPr>
          <p:cNvPr id="169" name="Google Shape;169;p20"/>
          <p:cNvSpPr/>
          <p:nvPr/>
        </p:nvSpPr>
        <p:spPr>
          <a:xfrm rot="10800000">
            <a:off x="14601919" y="5670735"/>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showMasterSp="0">
  <p:cSld name="Content with Caption - RIGHT">
    <p:spTree>
      <p:nvGrpSpPr>
        <p:cNvPr id="170" name="Shape 170"/>
        <p:cNvGrpSpPr/>
        <p:nvPr/>
      </p:nvGrpSpPr>
      <p:grpSpPr>
        <a:xfrm>
          <a:off x="0" y="0"/>
          <a:ext cx="0" cy="0"/>
          <a:chOff x="0" y="0"/>
          <a:chExt cx="0" cy="0"/>
        </a:xfrm>
      </p:grpSpPr>
      <p:sp>
        <p:nvSpPr>
          <p:cNvPr id="171" name="Google Shape;171;p21"/>
          <p:cNvSpPr/>
          <p:nvPr/>
        </p:nvSpPr>
        <p:spPr>
          <a:xfrm>
            <a:off x="914400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2" name="Google Shape;172;p21"/>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73" name="Google Shape;173;p2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21"/>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5" name="Google Shape;175;p21"/>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76" name="Google Shape;176;p21"/>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BLACK" showMasterSp="0">
  <p:cSld name="Content with Caption -LEFT BLACK">
    <p:spTree>
      <p:nvGrpSpPr>
        <p:cNvPr id="177" name="Shape 177"/>
        <p:cNvGrpSpPr/>
        <p:nvPr/>
      </p:nvGrpSpPr>
      <p:grpSpPr>
        <a:xfrm>
          <a:off x="0" y="0"/>
          <a:ext cx="0" cy="0"/>
          <a:chOff x="0" y="0"/>
          <a:chExt cx="0" cy="0"/>
        </a:xfrm>
      </p:grpSpPr>
      <p:sp>
        <p:nvSpPr>
          <p:cNvPr id="178" name="Google Shape;178;p22"/>
          <p:cNvSpPr/>
          <p:nvPr/>
        </p:nvSpPr>
        <p:spPr>
          <a:xfrm>
            <a:off x="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9" name="Google Shape;179;p22"/>
          <p:cNvSpPr txBox="1"/>
          <p:nvPr>
            <p:ph idx="1" type="body"/>
          </p:nvPr>
        </p:nvSpPr>
        <p:spPr>
          <a:xfrm>
            <a:off x="9144000" y="0"/>
            <a:ext cx="925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0" name="Google Shape;180;p2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22"/>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22"/>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83" name="Google Shape;183;p22"/>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BLACK" showMasterSp="0">
  <p:cSld name="Content with Caption - RIGHT BLACK">
    <p:spTree>
      <p:nvGrpSpPr>
        <p:cNvPr id="184" name="Shape 184"/>
        <p:cNvGrpSpPr/>
        <p:nvPr/>
      </p:nvGrpSpPr>
      <p:grpSpPr>
        <a:xfrm>
          <a:off x="0" y="0"/>
          <a:ext cx="0" cy="0"/>
          <a:chOff x="0" y="0"/>
          <a:chExt cx="0" cy="0"/>
        </a:xfrm>
      </p:grpSpPr>
      <p:sp>
        <p:nvSpPr>
          <p:cNvPr id="185" name="Google Shape;185;p23"/>
          <p:cNvSpPr/>
          <p:nvPr/>
        </p:nvSpPr>
        <p:spPr>
          <a:xfrm>
            <a:off x="914400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6" name="Google Shape;186;p23"/>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7" name="Google Shape;187;p2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23"/>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 name="Google Shape;189;p23"/>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90" name="Google Shape;190;p23"/>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91" name="Shape 191"/>
        <p:cNvGrpSpPr/>
        <p:nvPr/>
      </p:nvGrpSpPr>
      <p:grpSpPr>
        <a:xfrm>
          <a:off x="0" y="0"/>
          <a:ext cx="0" cy="0"/>
          <a:chOff x="0" y="0"/>
          <a:chExt cx="0" cy="0"/>
        </a:xfrm>
      </p:grpSpPr>
      <p:sp>
        <p:nvSpPr>
          <p:cNvPr id="192" name="Google Shape;192;p2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3" name="Google Shape;193;p2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94" name="Google Shape;194;p2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5" name="Google Shape;195;p2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6" name="Google Shape;196;p2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1800">
                <a:solidFill>
                  <a:srgbClr val="919091"/>
                </a:solidFill>
              </a:defRPr>
            </a:lvl1pPr>
            <a:lvl2pPr indent="0" lvl="1" marL="0" rtl="0" algn="r">
              <a:spcBef>
                <a:spcPts val="0"/>
              </a:spcBef>
              <a:buNone/>
              <a:defRPr sz="1800">
                <a:solidFill>
                  <a:srgbClr val="919091"/>
                </a:solidFill>
              </a:defRPr>
            </a:lvl2pPr>
            <a:lvl3pPr indent="0" lvl="2" marL="0" rtl="0" algn="r">
              <a:spcBef>
                <a:spcPts val="0"/>
              </a:spcBef>
              <a:buNone/>
              <a:defRPr sz="1800">
                <a:solidFill>
                  <a:srgbClr val="919091"/>
                </a:solidFill>
              </a:defRPr>
            </a:lvl3pPr>
            <a:lvl4pPr indent="0" lvl="3" marL="0" rtl="0" algn="r">
              <a:spcBef>
                <a:spcPts val="0"/>
              </a:spcBef>
              <a:buNone/>
              <a:defRPr sz="1800">
                <a:solidFill>
                  <a:srgbClr val="919091"/>
                </a:solidFill>
              </a:defRPr>
            </a:lvl4pPr>
            <a:lvl5pPr indent="0" lvl="4" marL="0" rtl="0" algn="r">
              <a:spcBef>
                <a:spcPts val="0"/>
              </a:spcBef>
              <a:buNone/>
              <a:defRPr sz="1800">
                <a:solidFill>
                  <a:srgbClr val="919091"/>
                </a:solidFill>
              </a:defRPr>
            </a:lvl5pPr>
            <a:lvl6pPr indent="0" lvl="5" marL="0" rtl="0" algn="r">
              <a:spcBef>
                <a:spcPts val="0"/>
              </a:spcBef>
              <a:buNone/>
              <a:defRPr sz="1800">
                <a:solidFill>
                  <a:srgbClr val="919091"/>
                </a:solidFill>
              </a:defRPr>
            </a:lvl6pPr>
            <a:lvl7pPr indent="0" lvl="6" marL="0" rtl="0" algn="r">
              <a:spcBef>
                <a:spcPts val="0"/>
              </a:spcBef>
              <a:buNone/>
              <a:defRPr sz="1800">
                <a:solidFill>
                  <a:srgbClr val="919091"/>
                </a:solidFill>
              </a:defRPr>
            </a:lvl7pPr>
            <a:lvl8pPr indent="0" lvl="7" marL="0" rtl="0" algn="r">
              <a:spcBef>
                <a:spcPts val="0"/>
              </a:spcBef>
              <a:buNone/>
              <a:defRPr sz="1800">
                <a:solidFill>
                  <a:srgbClr val="919091"/>
                </a:solidFill>
              </a:defRPr>
            </a:lvl8pPr>
            <a:lvl9pPr indent="0" lvl="8" marL="0" rtl="0" algn="r">
              <a:spcBef>
                <a:spcPts val="0"/>
              </a:spcBef>
              <a:buNone/>
              <a:defRPr sz="1800">
                <a:solidFill>
                  <a:srgbClr val="91909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0" name="Shape 200"/>
        <p:cNvGrpSpPr/>
        <p:nvPr/>
      </p:nvGrpSpPr>
      <p:grpSpPr>
        <a:xfrm>
          <a:off x="0" y="0"/>
          <a:ext cx="0" cy="0"/>
          <a:chOff x="0" y="0"/>
          <a:chExt cx="0" cy="0"/>
        </a:xfrm>
      </p:grpSpPr>
      <p:grpSp>
        <p:nvGrpSpPr>
          <p:cNvPr id="201" name="Google Shape;201;p26"/>
          <p:cNvGrpSpPr/>
          <p:nvPr/>
        </p:nvGrpSpPr>
        <p:grpSpPr>
          <a:xfrm>
            <a:off x="0" y="-1"/>
            <a:ext cx="18288000" cy="10288845"/>
            <a:chOff x="0" y="-1"/>
            <a:chExt cx="9144000" cy="5143651"/>
          </a:xfrm>
        </p:grpSpPr>
        <p:sp>
          <p:nvSpPr>
            <p:cNvPr id="202" name="Google Shape;202;p26"/>
            <p:cNvSpPr/>
            <p:nvPr/>
          </p:nvSpPr>
          <p:spPr>
            <a:xfrm>
              <a:off x="72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3" name="Google Shape;203;p26"/>
            <p:cNvSpPr/>
            <p:nvPr/>
          </p:nvSpPr>
          <p:spPr>
            <a:xfrm>
              <a:off x="720000" y="96440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4" name="Google Shape;204;p26"/>
            <p:cNvSpPr/>
            <p:nvPr/>
          </p:nvSpPr>
          <p:spPr>
            <a:xfrm>
              <a:off x="720000" y="1285873"/>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5" name="Google Shape;205;p26"/>
            <p:cNvSpPr/>
            <p:nvPr/>
          </p:nvSpPr>
          <p:spPr>
            <a:xfrm>
              <a:off x="720000" y="160734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6" name="Google Shape;206;p26"/>
            <p:cNvSpPr/>
            <p:nvPr/>
          </p:nvSpPr>
          <p:spPr>
            <a:xfrm>
              <a:off x="720000" y="192881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7" name="Google Shape;207;p26"/>
            <p:cNvSpPr/>
            <p:nvPr/>
          </p:nvSpPr>
          <p:spPr>
            <a:xfrm>
              <a:off x="720000" y="225027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8" name="Google Shape;208;p26"/>
            <p:cNvSpPr/>
            <p:nvPr/>
          </p:nvSpPr>
          <p:spPr>
            <a:xfrm>
              <a:off x="720000" y="257174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9" name="Google Shape;209;p26"/>
            <p:cNvSpPr/>
            <p:nvPr/>
          </p:nvSpPr>
          <p:spPr>
            <a:xfrm>
              <a:off x="720000" y="289321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0" name="Google Shape;210;p26"/>
            <p:cNvSpPr/>
            <p:nvPr/>
          </p:nvSpPr>
          <p:spPr>
            <a:xfrm>
              <a:off x="720000" y="321468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1" name="Google Shape;211;p26"/>
            <p:cNvSpPr/>
            <p:nvPr/>
          </p:nvSpPr>
          <p:spPr>
            <a:xfrm>
              <a:off x="720000" y="353615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2" name="Google Shape;212;p26"/>
            <p:cNvSpPr/>
            <p:nvPr/>
          </p:nvSpPr>
          <p:spPr>
            <a:xfrm>
              <a:off x="720000" y="385762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3" name="Google Shape;213;p26"/>
            <p:cNvSpPr/>
            <p:nvPr/>
          </p:nvSpPr>
          <p:spPr>
            <a:xfrm>
              <a:off x="720000" y="417908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4" name="Google Shape;214;p26"/>
            <p:cNvSpPr/>
            <p:nvPr/>
          </p:nvSpPr>
          <p:spPr>
            <a:xfrm>
              <a:off x="720000" y="321468"/>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5" name="Google Shape;215;p26"/>
            <p:cNvSpPr/>
            <p:nvPr/>
          </p:nvSpPr>
          <p:spPr>
            <a:xfrm>
              <a:off x="720000" y="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6" name="Google Shape;216;p26"/>
            <p:cNvSpPr/>
            <p:nvPr/>
          </p:nvSpPr>
          <p:spPr>
            <a:xfrm>
              <a:off x="720000" y="450055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7" name="Google Shape;217;p26"/>
            <p:cNvSpPr/>
            <p:nvPr/>
          </p:nvSpPr>
          <p:spPr>
            <a:xfrm>
              <a:off x="720000" y="482202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8" name="Google Shape;218;p26"/>
            <p:cNvSpPr/>
            <p:nvPr/>
          </p:nvSpPr>
          <p:spPr>
            <a:xfrm>
              <a:off x="104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9" name="Google Shape;219;p26"/>
            <p:cNvSpPr/>
            <p:nvPr/>
          </p:nvSpPr>
          <p:spPr>
            <a:xfrm>
              <a:off x="200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0" name="Google Shape;220;p26"/>
            <p:cNvSpPr/>
            <p:nvPr/>
          </p:nvSpPr>
          <p:spPr>
            <a:xfrm>
              <a:off x="168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1" name="Google Shape;221;p26"/>
            <p:cNvSpPr/>
            <p:nvPr/>
          </p:nvSpPr>
          <p:spPr>
            <a:xfrm>
              <a:off x="136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2" name="Google Shape;222;p26"/>
            <p:cNvSpPr/>
            <p:nvPr/>
          </p:nvSpPr>
          <p:spPr>
            <a:xfrm>
              <a:off x="232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3" name="Google Shape;223;p26"/>
            <p:cNvSpPr/>
            <p:nvPr/>
          </p:nvSpPr>
          <p:spPr>
            <a:xfrm>
              <a:off x="328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4" name="Google Shape;224;p26"/>
            <p:cNvSpPr/>
            <p:nvPr/>
          </p:nvSpPr>
          <p:spPr>
            <a:xfrm>
              <a:off x="296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5" name="Google Shape;225;p26"/>
            <p:cNvSpPr/>
            <p:nvPr/>
          </p:nvSpPr>
          <p:spPr>
            <a:xfrm>
              <a:off x="264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6" name="Google Shape;226;p26"/>
            <p:cNvSpPr/>
            <p:nvPr/>
          </p:nvSpPr>
          <p:spPr>
            <a:xfrm>
              <a:off x="360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7" name="Google Shape;227;p26"/>
            <p:cNvSpPr/>
            <p:nvPr/>
          </p:nvSpPr>
          <p:spPr>
            <a:xfrm>
              <a:off x="457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8" name="Google Shape;228;p26"/>
            <p:cNvSpPr/>
            <p:nvPr/>
          </p:nvSpPr>
          <p:spPr>
            <a:xfrm>
              <a:off x="425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9" name="Google Shape;229;p26"/>
            <p:cNvSpPr/>
            <p:nvPr/>
          </p:nvSpPr>
          <p:spPr>
            <a:xfrm>
              <a:off x="393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0" name="Google Shape;230;p26"/>
            <p:cNvSpPr/>
            <p:nvPr/>
          </p:nvSpPr>
          <p:spPr>
            <a:xfrm>
              <a:off x="489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1" name="Google Shape;231;p26"/>
            <p:cNvSpPr/>
            <p:nvPr/>
          </p:nvSpPr>
          <p:spPr>
            <a:xfrm>
              <a:off x="585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2" name="Google Shape;232;p26"/>
            <p:cNvSpPr/>
            <p:nvPr/>
          </p:nvSpPr>
          <p:spPr>
            <a:xfrm>
              <a:off x="553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3" name="Google Shape;233;p26"/>
            <p:cNvSpPr/>
            <p:nvPr/>
          </p:nvSpPr>
          <p:spPr>
            <a:xfrm>
              <a:off x="521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4" name="Google Shape;234;p26"/>
            <p:cNvSpPr/>
            <p:nvPr/>
          </p:nvSpPr>
          <p:spPr>
            <a:xfrm>
              <a:off x="617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5" name="Google Shape;235;p26"/>
            <p:cNvSpPr/>
            <p:nvPr/>
          </p:nvSpPr>
          <p:spPr>
            <a:xfrm>
              <a:off x="714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6" name="Google Shape;236;p26"/>
            <p:cNvSpPr/>
            <p:nvPr/>
          </p:nvSpPr>
          <p:spPr>
            <a:xfrm>
              <a:off x="681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7" name="Google Shape;237;p26"/>
            <p:cNvSpPr/>
            <p:nvPr/>
          </p:nvSpPr>
          <p:spPr>
            <a:xfrm>
              <a:off x="649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8" name="Google Shape;238;p26"/>
            <p:cNvSpPr/>
            <p:nvPr/>
          </p:nvSpPr>
          <p:spPr>
            <a:xfrm>
              <a:off x="746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9" name="Google Shape;239;p26"/>
            <p:cNvSpPr/>
            <p:nvPr/>
          </p:nvSpPr>
          <p:spPr>
            <a:xfrm>
              <a:off x="810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0" name="Google Shape;240;p26"/>
            <p:cNvSpPr/>
            <p:nvPr/>
          </p:nvSpPr>
          <p:spPr>
            <a:xfrm>
              <a:off x="778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1" name="Google Shape;241;p26"/>
            <p:cNvSpPr/>
            <p:nvPr/>
          </p:nvSpPr>
          <p:spPr>
            <a:xfrm>
              <a:off x="842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2" name="Google Shape;242;p26"/>
            <p:cNvSpPr/>
            <p:nvPr/>
          </p:nvSpPr>
          <p:spPr>
            <a:xfrm>
              <a:off x="874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3" name="Google Shape;243;p26"/>
            <p:cNvSpPr/>
            <p:nvPr/>
          </p:nvSpPr>
          <p:spPr>
            <a:xfrm>
              <a:off x="39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4" name="Google Shape;244;p26"/>
            <p:cNvSpPr/>
            <p:nvPr/>
          </p:nvSpPr>
          <p:spPr>
            <a:xfrm>
              <a:off x="7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5" name="Google Shape;245;p26"/>
            <p:cNvSpPr/>
            <p:nvPr/>
          </p:nvSpPr>
          <p:spPr>
            <a:xfrm>
              <a:off x="104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6" name="Google Shape;246;p26"/>
            <p:cNvSpPr/>
            <p:nvPr/>
          </p:nvSpPr>
          <p:spPr>
            <a:xfrm>
              <a:off x="200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7" name="Google Shape;247;p26"/>
            <p:cNvSpPr/>
            <p:nvPr/>
          </p:nvSpPr>
          <p:spPr>
            <a:xfrm>
              <a:off x="168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8" name="Google Shape;248;p26"/>
            <p:cNvSpPr/>
            <p:nvPr/>
          </p:nvSpPr>
          <p:spPr>
            <a:xfrm>
              <a:off x="136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9" name="Google Shape;249;p26"/>
            <p:cNvSpPr/>
            <p:nvPr/>
          </p:nvSpPr>
          <p:spPr>
            <a:xfrm>
              <a:off x="232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0" name="Google Shape;250;p26"/>
            <p:cNvSpPr/>
            <p:nvPr/>
          </p:nvSpPr>
          <p:spPr>
            <a:xfrm>
              <a:off x="328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1" name="Google Shape;251;p26"/>
            <p:cNvSpPr/>
            <p:nvPr/>
          </p:nvSpPr>
          <p:spPr>
            <a:xfrm>
              <a:off x="296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2" name="Google Shape;252;p26"/>
            <p:cNvSpPr/>
            <p:nvPr/>
          </p:nvSpPr>
          <p:spPr>
            <a:xfrm>
              <a:off x="264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3" name="Google Shape;253;p26"/>
            <p:cNvSpPr/>
            <p:nvPr/>
          </p:nvSpPr>
          <p:spPr>
            <a:xfrm>
              <a:off x="360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4" name="Google Shape;254;p26"/>
            <p:cNvSpPr/>
            <p:nvPr/>
          </p:nvSpPr>
          <p:spPr>
            <a:xfrm>
              <a:off x="457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5" name="Google Shape;255;p26"/>
            <p:cNvSpPr/>
            <p:nvPr/>
          </p:nvSpPr>
          <p:spPr>
            <a:xfrm>
              <a:off x="425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6" name="Google Shape;256;p26"/>
            <p:cNvSpPr/>
            <p:nvPr/>
          </p:nvSpPr>
          <p:spPr>
            <a:xfrm>
              <a:off x="393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7" name="Google Shape;257;p26"/>
            <p:cNvSpPr/>
            <p:nvPr/>
          </p:nvSpPr>
          <p:spPr>
            <a:xfrm>
              <a:off x="489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8" name="Google Shape;258;p26"/>
            <p:cNvSpPr/>
            <p:nvPr/>
          </p:nvSpPr>
          <p:spPr>
            <a:xfrm>
              <a:off x="585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9" name="Google Shape;259;p26"/>
            <p:cNvSpPr/>
            <p:nvPr/>
          </p:nvSpPr>
          <p:spPr>
            <a:xfrm>
              <a:off x="553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0" name="Google Shape;260;p26"/>
            <p:cNvSpPr/>
            <p:nvPr/>
          </p:nvSpPr>
          <p:spPr>
            <a:xfrm>
              <a:off x="521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1" name="Google Shape;261;p26"/>
            <p:cNvSpPr/>
            <p:nvPr/>
          </p:nvSpPr>
          <p:spPr>
            <a:xfrm>
              <a:off x="617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2" name="Google Shape;262;p26"/>
            <p:cNvSpPr/>
            <p:nvPr/>
          </p:nvSpPr>
          <p:spPr>
            <a:xfrm>
              <a:off x="714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3" name="Google Shape;263;p26"/>
            <p:cNvSpPr/>
            <p:nvPr/>
          </p:nvSpPr>
          <p:spPr>
            <a:xfrm>
              <a:off x="681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4" name="Google Shape;264;p26"/>
            <p:cNvSpPr/>
            <p:nvPr/>
          </p:nvSpPr>
          <p:spPr>
            <a:xfrm>
              <a:off x="649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5" name="Google Shape;265;p26"/>
            <p:cNvSpPr/>
            <p:nvPr/>
          </p:nvSpPr>
          <p:spPr>
            <a:xfrm>
              <a:off x="746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6" name="Google Shape;266;p26"/>
            <p:cNvSpPr/>
            <p:nvPr/>
          </p:nvSpPr>
          <p:spPr>
            <a:xfrm>
              <a:off x="810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7" name="Google Shape;267;p26"/>
            <p:cNvSpPr/>
            <p:nvPr/>
          </p:nvSpPr>
          <p:spPr>
            <a:xfrm>
              <a:off x="778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8" name="Google Shape;268;p26"/>
            <p:cNvSpPr/>
            <p:nvPr/>
          </p:nvSpPr>
          <p:spPr>
            <a:xfrm>
              <a:off x="842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9" name="Google Shape;269;p26"/>
            <p:cNvSpPr/>
            <p:nvPr/>
          </p:nvSpPr>
          <p:spPr>
            <a:xfrm>
              <a:off x="874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0" name="Google Shape;270;p26"/>
            <p:cNvSpPr/>
            <p:nvPr/>
          </p:nvSpPr>
          <p:spPr>
            <a:xfrm>
              <a:off x="39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1" name="Google Shape;271;p26"/>
            <p:cNvSpPr/>
            <p:nvPr/>
          </p:nvSpPr>
          <p:spPr>
            <a:xfrm>
              <a:off x="7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2" name="Google Shape;272;p26"/>
            <p:cNvSpPr/>
            <p:nvPr/>
          </p:nvSpPr>
          <p:spPr>
            <a:xfrm>
              <a:off x="104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3" name="Google Shape;273;p26"/>
            <p:cNvSpPr/>
            <p:nvPr/>
          </p:nvSpPr>
          <p:spPr>
            <a:xfrm>
              <a:off x="200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4" name="Google Shape;274;p26"/>
            <p:cNvSpPr/>
            <p:nvPr/>
          </p:nvSpPr>
          <p:spPr>
            <a:xfrm>
              <a:off x="168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5" name="Google Shape;275;p26"/>
            <p:cNvSpPr/>
            <p:nvPr/>
          </p:nvSpPr>
          <p:spPr>
            <a:xfrm>
              <a:off x="136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6" name="Google Shape;276;p26"/>
            <p:cNvSpPr/>
            <p:nvPr/>
          </p:nvSpPr>
          <p:spPr>
            <a:xfrm>
              <a:off x="232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7" name="Google Shape;277;p26"/>
            <p:cNvSpPr/>
            <p:nvPr/>
          </p:nvSpPr>
          <p:spPr>
            <a:xfrm>
              <a:off x="328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8" name="Google Shape;278;p26"/>
            <p:cNvSpPr/>
            <p:nvPr/>
          </p:nvSpPr>
          <p:spPr>
            <a:xfrm>
              <a:off x="296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9" name="Google Shape;279;p26"/>
            <p:cNvSpPr/>
            <p:nvPr/>
          </p:nvSpPr>
          <p:spPr>
            <a:xfrm>
              <a:off x="264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0" name="Google Shape;280;p26"/>
            <p:cNvSpPr/>
            <p:nvPr/>
          </p:nvSpPr>
          <p:spPr>
            <a:xfrm>
              <a:off x="360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1" name="Google Shape;281;p26"/>
            <p:cNvSpPr/>
            <p:nvPr/>
          </p:nvSpPr>
          <p:spPr>
            <a:xfrm>
              <a:off x="457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2" name="Google Shape;282;p26"/>
            <p:cNvSpPr/>
            <p:nvPr/>
          </p:nvSpPr>
          <p:spPr>
            <a:xfrm>
              <a:off x="425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3" name="Google Shape;283;p26"/>
            <p:cNvSpPr/>
            <p:nvPr/>
          </p:nvSpPr>
          <p:spPr>
            <a:xfrm>
              <a:off x="393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4" name="Google Shape;284;p26"/>
            <p:cNvSpPr/>
            <p:nvPr/>
          </p:nvSpPr>
          <p:spPr>
            <a:xfrm>
              <a:off x="489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5" name="Google Shape;285;p26"/>
            <p:cNvSpPr/>
            <p:nvPr/>
          </p:nvSpPr>
          <p:spPr>
            <a:xfrm>
              <a:off x="585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6" name="Google Shape;286;p26"/>
            <p:cNvSpPr/>
            <p:nvPr/>
          </p:nvSpPr>
          <p:spPr>
            <a:xfrm>
              <a:off x="553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7" name="Google Shape;287;p26"/>
            <p:cNvSpPr/>
            <p:nvPr/>
          </p:nvSpPr>
          <p:spPr>
            <a:xfrm>
              <a:off x="521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8" name="Google Shape;288;p26"/>
            <p:cNvSpPr/>
            <p:nvPr/>
          </p:nvSpPr>
          <p:spPr>
            <a:xfrm>
              <a:off x="617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9" name="Google Shape;289;p26"/>
            <p:cNvSpPr/>
            <p:nvPr/>
          </p:nvSpPr>
          <p:spPr>
            <a:xfrm>
              <a:off x="714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0" name="Google Shape;290;p26"/>
            <p:cNvSpPr/>
            <p:nvPr/>
          </p:nvSpPr>
          <p:spPr>
            <a:xfrm>
              <a:off x="681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1" name="Google Shape;291;p26"/>
            <p:cNvSpPr/>
            <p:nvPr/>
          </p:nvSpPr>
          <p:spPr>
            <a:xfrm>
              <a:off x="649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2" name="Google Shape;292;p26"/>
            <p:cNvSpPr/>
            <p:nvPr/>
          </p:nvSpPr>
          <p:spPr>
            <a:xfrm>
              <a:off x="746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3" name="Google Shape;293;p26"/>
            <p:cNvSpPr/>
            <p:nvPr/>
          </p:nvSpPr>
          <p:spPr>
            <a:xfrm>
              <a:off x="810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4" name="Google Shape;294;p26"/>
            <p:cNvSpPr/>
            <p:nvPr/>
          </p:nvSpPr>
          <p:spPr>
            <a:xfrm>
              <a:off x="778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5" name="Google Shape;295;p26"/>
            <p:cNvSpPr/>
            <p:nvPr/>
          </p:nvSpPr>
          <p:spPr>
            <a:xfrm>
              <a:off x="842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6" name="Google Shape;296;p26"/>
            <p:cNvSpPr/>
            <p:nvPr/>
          </p:nvSpPr>
          <p:spPr>
            <a:xfrm>
              <a:off x="874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7" name="Google Shape;297;p26"/>
            <p:cNvSpPr/>
            <p:nvPr/>
          </p:nvSpPr>
          <p:spPr>
            <a:xfrm>
              <a:off x="39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8" name="Google Shape;298;p26"/>
            <p:cNvSpPr/>
            <p:nvPr/>
          </p:nvSpPr>
          <p:spPr>
            <a:xfrm>
              <a:off x="7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9" name="Google Shape;299;p26"/>
            <p:cNvSpPr/>
            <p:nvPr/>
          </p:nvSpPr>
          <p:spPr>
            <a:xfrm>
              <a:off x="104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0" name="Google Shape;300;p26"/>
            <p:cNvSpPr/>
            <p:nvPr/>
          </p:nvSpPr>
          <p:spPr>
            <a:xfrm>
              <a:off x="200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1" name="Google Shape;301;p26"/>
            <p:cNvSpPr/>
            <p:nvPr/>
          </p:nvSpPr>
          <p:spPr>
            <a:xfrm>
              <a:off x="168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2" name="Google Shape;302;p26"/>
            <p:cNvSpPr/>
            <p:nvPr/>
          </p:nvSpPr>
          <p:spPr>
            <a:xfrm>
              <a:off x="136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3" name="Google Shape;303;p26"/>
            <p:cNvSpPr/>
            <p:nvPr/>
          </p:nvSpPr>
          <p:spPr>
            <a:xfrm>
              <a:off x="232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4" name="Google Shape;304;p26"/>
            <p:cNvSpPr/>
            <p:nvPr/>
          </p:nvSpPr>
          <p:spPr>
            <a:xfrm>
              <a:off x="328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5" name="Google Shape;305;p26"/>
            <p:cNvSpPr/>
            <p:nvPr/>
          </p:nvSpPr>
          <p:spPr>
            <a:xfrm>
              <a:off x="296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6" name="Google Shape;306;p26"/>
            <p:cNvSpPr/>
            <p:nvPr/>
          </p:nvSpPr>
          <p:spPr>
            <a:xfrm>
              <a:off x="264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7" name="Google Shape;307;p26"/>
            <p:cNvSpPr/>
            <p:nvPr/>
          </p:nvSpPr>
          <p:spPr>
            <a:xfrm>
              <a:off x="360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8" name="Google Shape;308;p26"/>
            <p:cNvSpPr/>
            <p:nvPr/>
          </p:nvSpPr>
          <p:spPr>
            <a:xfrm>
              <a:off x="457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9" name="Google Shape;309;p26"/>
            <p:cNvSpPr/>
            <p:nvPr/>
          </p:nvSpPr>
          <p:spPr>
            <a:xfrm>
              <a:off x="425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0" name="Google Shape;310;p26"/>
            <p:cNvSpPr/>
            <p:nvPr/>
          </p:nvSpPr>
          <p:spPr>
            <a:xfrm>
              <a:off x="393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1" name="Google Shape;311;p26"/>
            <p:cNvSpPr/>
            <p:nvPr/>
          </p:nvSpPr>
          <p:spPr>
            <a:xfrm>
              <a:off x="489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2" name="Google Shape;312;p26"/>
            <p:cNvSpPr/>
            <p:nvPr/>
          </p:nvSpPr>
          <p:spPr>
            <a:xfrm>
              <a:off x="585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3" name="Google Shape;313;p26"/>
            <p:cNvSpPr/>
            <p:nvPr/>
          </p:nvSpPr>
          <p:spPr>
            <a:xfrm>
              <a:off x="553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4" name="Google Shape;314;p26"/>
            <p:cNvSpPr/>
            <p:nvPr/>
          </p:nvSpPr>
          <p:spPr>
            <a:xfrm>
              <a:off x="521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5" name="Google Shape;315;p26"/>
            <p:cNvSpPr/>
            <p:nvPr/>
          </p:nvSpPr>
          <p:spPr>
            <a:xfrm>
              <a:off x="617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6" name="Google Shape;316;p26"/>
            <p:cNvSpPr/>
            <p:nvPr/>
          </p:nvSpPr>
          <p:spPr>
            <a:xfrm>
              <a:off x="714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7" name="Google Shape;317;p26"/>
            <p:cNvSpPr/>
            <p:nvPr/>
          </p:nvSpPr>
          <p:spPr>
            <a:xfrm>
              <a:off x="681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8" name="Google Shape;318;p26"/>
            <p:cNvSpPr/>
            <p:nvPr/>
          </p:nvSpPr>
          <p:spPr>
            <a:xfrm>
              <a:off x="649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9" name="Google Shape;319;p26"/>
            <p:cNvSpPr/>
            <p:nvPr/>
          </p:nvSpPr>
          <p:spPr>
            <a:xfrm>
              <a:off x="746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0" name="Google Shape;320;p26"/>
            <p:cNvSpPr/>
            <p:nvPr/>
          </p:nvSpPr>
          <p:spPr>
            <a:xfrm>
              <a:off x="810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1" name="Google Shape;321;p26"/>
            <p:cNvSpPr/>
            <p:nvPr/>
          </p:nvSpPr>
          <p:spPr>
            <a:xfrm>
              <a:off x="778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2" name="Google Shape;322;p26"/>
            <p:cNvSpPr/>
            <p:nvPr/>
          </p:nvSpPr>
          <p:spPr>
            <a:xfrm>
              <a:off x="842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3" name="Google Shape;323;p26"/>
            <p:cNvSpPr/>
            <p:nvPr/>
          </p:nvSpPr>
          <p:spPr>
            <a:xfrm>
              <a:off x="874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4" name="Google Shape;324;p26"/>
            <p:cNvSpPr/>
            <p:nvPr/>
          </p:nvSpPr>
          <p:spPr>
            <a:xfrm>
              <a:off x="39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5" name="Google Shape;325;p26"/>
            <p:cNvSpPr/>
            <p:nvPr/>
          </p:nvSpPr>
          <p:spPr>
            <a:xfrm>
              <a:off x="7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6" name="Google Shape;326;p26"/>
            <p:cNvSpPr/>
            <p:nvPr/>
          </p:nvSpPr>
          <p:spPr>
            <a:xfrm>
              <a:off x="104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7" name="Google Shape;327;p26"/>
            <p:cNvSpPr/>
            <p:nvPr/>
          </p:nvSpPr>
          <p:spPr>
            <a:xfrm>
              <a:off x="200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8" name="Google Shape;328;p26"/>
            <p:cNvSpPr/>
            <p:nvPr/>
          </p:nvSpPr>
          <p:spPr>
            <a:xfrm>
              <a:off x="168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9" name="Google Shape;329;p26"/>
            <p:cNvSpPr/>
            <p:nvPr/>
          </p:nvSpPr>
          <p:spPr>
            <a:xfrm>
              <a:off x="136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0" name="Google Shape;330;p26"/>
            <p:cNvSpPr/>
            <p:nvPr/>
          </p:nvSpPr>
          <p:spPr>
            <a:xfrm>
              <a:off x="232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1" name="Google Shape;331;p26"/>
            <p:cNvSpPr/>
            <p:nvPr/>
          </p:nvSpPr>
          <p:spPr>
            <a:xfrm>
              <a:off x="328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2" name="Google Shape;332;p26"/>
            <p:cNvSpPr/>
            <p:nvPr/>
          </p:nvSpPr>
          <p:spPr>
            <a:xfrm>
              <a:off x="296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3" name="Google Shape;333;p26"/>
            <p:cNvSpPr/>
            <p:nvPr/>
          </p:nvSpPr>
          <p:spPr>
            <a:xfrm>
              <a:off x="264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4" name="Google Shape;334;p26"/>
            <p:cNvSpPr/>
            <p:nvPr/>
          </p:nvSpPr>
          <p:spPr>
            <a:xfrm>
              <a:off x="360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5" name="Google Shape;335;p26"/>
            <p:cNvSpPr/>
            <p:nvPr/>
          </p:nvSpPr>
          <p:spPr>
            <a:xfrm>
              <a:off x="457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6" name="Google Shape;336;p26"/>
            <p:cNvSpPr/>
            <p:nvPr/>
          </p:nvSpPr>
          <p:spPr>
            <a:xfrm>
              <a:off x="425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7" name="Google Shape;337;p26"/>
            <p:cNvSpPr/>
            <p:nvPr/>
          </p:nvSpPr>
          <p:spPr>
            <a:xfrm>
              <a:off x="393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8" name="Google Shape;338;p26"/>
            <p:cNvSpPr/>
            <p:nvPr/>
          </p:nvSpPr>
          <p:spPr>
            <a:xfrm>
              <a:off x="489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9" name="Google Shape;339;p26"/>
            <p:cNvSpPr/>
            <p:nvPr/>
          </p:nvSpPr>
          <p:spPr>
            <a:xfrm>
              <a:off x="585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0" name="Google Shape;340;p26"/>
            <p:cNvSpPr/>
            <p:nvPr/>
          </p:nvSpPr>
          <p:spPr>
            <a:xfrm>
              <a:off x="553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1" name="Google Shape;341;p26"/>
            <p:cNvSpPr/>
            <p:nvPr/>
          </p:nvSpPr>
          <p:spPr>
            <a:xfrm>
              <a:off x="521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2" name="Google Shape;342;p26"/>
            <p:cNvSpPr/>
            <p:nvPr/>
          </p:nvSpPr>
          <p:spPr>
            <a:xfrm>
              <a:off x="617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3" name="Google Shape;343;p26"/>
            <p:cNvSpPr/>
            <p:nvPr/>
          </p:nvSpPr>
          <p:spPr>
            <a:xfrm>
              <a:off x="714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4" name="Google Shape;344;p26"/>
            <p:cNvSpPr/>
            <p:nvPr/>
          </p:nvSpPr>
          <p:spPr>
            <a:xfrm>
              <a:off x="681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5" name="Google Shape;345;p26"/>
            <p:cNvSpPr/>
            <p:nvPr/>
          </p:nvSpPr>
          <p:spPr>
            <a:xfrm>
              <a:off x="649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6" name="Google Shape;346;p26"/>
            <p:cNvSpPr/>
            <p:nvPr/>
          </p:nvSpPr>
          <p:spPr>
            <a:xfrm>
              <a:off x="746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7" name="Google Shape;347;p26"/>
            <p:cNvSpPr/>
            <p:nvPr/>
          </p:nvSpPr>
          <p:spPr>
            <a:xfrm>
              <a:off x="810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8" name="Google Shape;348;p26"/>
            <p:cNvSpPr/>
            <p:nvPr/>
          </p:nvSpPr>
          <p:spPr>
            <a:xfrm>
              <a:off x="778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9" name="Google Shape;349;p26"/>
            <p:cNvSpPr/>
            <p:nvPr/>
          </p:nvSpPr>
          <p:spPr>
            <a:xfrm>
              <a:off x="842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0" name="Google Shape;350;p26"/>
            <p:cNvSpPr/>
            <p:nvPr/>
          </p:nvSpPr>
          <p:spPr>
            <a:xfrm>
              <a:off x="874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1" name="Google Shape;351;p26"/>
            <p:cNvSpPr/>
            <p:nvPr/>
          </p:nvSpPr>
          <p:spPr>
            <a:xfrm>
              <a:off x="39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2" name="Google Shape;352;p26"/>
            <p:cNvSpPr/>
            <p:nvPr/>
          </p:nvSpPr>
          <p:spPr>
            <a:xfrm>
              <a:off x="7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3" name="Google Shape;353;p26"/>
            <p:cNvSpPr/>
            <p:nvPr/>
          </p:nvSpPr>
          <p:spPr>
            <a:xfrm>
              <a:off x="104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4" name="Google Shape;354;p26"/>
            <p:cNvSpPr/>
            <p:nvPr/>
          </p:nvSpPr>
          <p:spPr>
            <a:xfrm>
              <a:off x="200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5" name="Google Shape;355;p26"/>
            <p:cNvSpPr/>
            <p:nvPr/>
          </p:nvSpPr>
          <p:spPr>
            <a:xfrm>
              <a:off x="168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6" name="Google Shape;356;p26"/>
            <p:cNvSpPr/>
            <p:nvPr/>
          </p:nvSpPr>
          <p:spPr>
            <a:xfrm>
              <a:off x="136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7" name="Google Shape;357;p26"/>
            <p:cNvSpPr/>
            <p:nvPr/>
          </p:nvSpPr>
          <p:spPr>
            <a:xfrm>
              <a:off x="232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8" name="Google Shape;358;p26"/>
            <p:cNvSpPr/>
            <p:nvPr/>
          </p:nvSpPr>
          <p:spPr>
            <a:xfrm>
              <a:off x="328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9" name="Google Shape;359;p26"/>
            <p:cNvSpPr/>
            <p:nvPr/>
          </p:nvSpPr>
          <p:spPr>
            <a:xfrm>
              <a:off x="296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0" name="Google Shape;360;p26"/>
            <p:cNvSpPr/>
            <p:nvPr/>
          </p:nvSpPr>
          <p:spPr>
            <a:xfrm>
              <a:off x="264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1" name="Google Shape;361;p26"/>
            <p:cNvSpPr/>
            <p:nvPr/>
          </p:nvSpPr>
          <p:spPr>
            <a:xfrm>
              <a:off x="360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2" name="Google Shape;362;p26"/>
            <p:cNvSpPr/>
            <p:nvPr/>
          </p:nvSpPr>
          <p:spPr>
            <a:xfrm>
              <a:off x="457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3" name="Google Shape;363;p26"/>
            <p:cNvSpPr/>
            <p:nvPr/>
          </p:nvSpPr>
          <p:spPr>
            <a:xfrm>
              <a:off x="425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4" name="Google Shape;364;p26"/>
            <p:cNvSpPr/>
            <p:nvPr/>
          </p:nvSpPr>
          <p:spPr>
            <a:xfrm>
              <a:off x="393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5" name="Google Shape;365;p26"/>
            <p:cNvSpPr/>
            <p:nvPr/>
          </p:nvSpPr>
          <p:spPr>
            <a:xfrm>
              <a:off x="489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6" name="Google Shape;366;p26"/>
            <p:cNvSpPr/>
            <p:nvPr/>
          </p:nvSpPr>
          <p:spPr>
            <a:xfrm>
              <a:off x="585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7" name="Google Shape;367;p26"/>
            <p:cNvSpPr/>
            <p:nvPr/>
          </p:nvSpPr>
          <p:spPr>
            <a:xfrm>
              <a:off x="553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8" name="Google Shape;368;p26"/>
            <p:cNvSpPr/>
            <p:nvPr/>
          </p:nvSpPr>
          <p:spPr>
            <a:xfrm>
              <a:off x="521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9" name="Google Shape;369;p26"/>
            <p:cNvSpPr/>
            <p:nvPr/>
          </p:nvSpPr>
          <p:spPr>
            <a:xfrm>
              <a:off x="617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0" name="Google Shape;370;p26"/>
            <p:cNvSpPr/>
            <p:nvPr/>
          </p:nvSpPr>
          <p:spPr>
            <a:xfrm>
              <a:off x="714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1" name="Google Shape;371;p26"/>
            <p:cNvSpPr/>
            <p:nvPr/>
          </p:nvSpPr>
          <p:spPr>
            <a:xfrm>
              <a:off x="681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2" name="Google Shape;372;p26"/>
            <p:cNvSpPr/>
            <p:nvPr/>
          </p:nvSpPr>
          <p:spPr>
            <a:xfrm>
              <a:off x="649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3" name="Google Shape;373;p26"/>
            <p:cNvSpPr/>
            <p:nvPr/>
          </p:nvSpPr>
          <p:spPr>
            <a:xfrm>
              <a:off x="746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4" name="Google Shape;374;p26"/>
            <p:cNvSpPr/>
            <p:nvPr/>
          </p:nvSpPr>
          <p:spPr>
            <a:xfrm>
              <a:off x="810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5" name="Google Shape;375;p26"/>
            <p:cNvSpPr/>
            <p:nvPr/>
          </p:nvSpPr>
          <p:spPr>
            <a:xfrm>
              <a:off x="778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6" name="Google Shape;376;p26"/>
            <p:cNvSpPr/>
            <p:nvPr/>
          </p:nvSpPr>
          <p:spPr>
            <a:xfrm>
              <a:off x="842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7" name="Google Shape;377;p26"/>
            <p:cNvSpPr/>
            <p:nvPr/>
          </p:nvSpPr>
          <p:spPr>
            <a:xfrm>
              <a:off x="874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8" name="Google Shape;378;p26"/>
            <p:cNvSpPr/>
            <p:nvPr/>
          </p:nvSpPr>
          <p:spPr>
            <a:xfrm>
              <a:off x="39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9" name="Google Shape;379;p26"/>
            <p:cNvSpPr/>
            <p:nvPr/>
          </p:nvSpPr>
          <p:spPr>
            <a:xfrm>
              <a:off x="7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0" name="Google Shape;380;p26"/>
            <p:cNvSpPr/>
            <p:nvPr/>
          </p:nvSpPr>
          <p:spPr>
            <a:xfrm>
              <a:off x="104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1" name="Google Shape;381;p26"/>
            <p:cNvSpPr/>
            <p:nvPr/>
          </p:nvSpPr>
          <p:spPr>
            <a:xfrm>
              <a:off x="200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2" name="Google Shape;382;p26"/>
            <p:cNvSpPr/>
            <p:nvPr/>
          </p:nvSpPr>
          <p:spPr>
            <a:xfrm>
              <a:off x="168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3" name="Google Shape;383;p26"/>
            <p:cNvSpPr/>
            <p:nvPr/>
          </p:nvSpPr>
          <p:spPr>
            <a:xfrm>
              <a:off x="136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4" name="Google Shape;384;p26"/>
            <p:cNvSpPr/>
            <p:nvPr/>
          </p:nvSpPr>
          <p:spPr>
            <a:xfrm>
              <a:off x="232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5" name="Google Shape;385;p26"/>
            <p:cNvSpPr/>
            <p:nvPr/>
          </p:nvSpPr>
          <p:spPr>
            <a:xfrm>
              <a:off x="328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6" name="Google Shape;386;p26"/>
            <p:cNvSpPr/>
            <p:nvPr/>
          </p:nvSpPr>
          <p:spPr>
            <a:xfrm>
              <a:off x="296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7" name="Google Shape;387;p26"/>
            <p:cNvSpPr/>
            <p:nvPr/>
          </p:nvSpPr>
          <p:spPr>
            <a:xfrm>
              <a:off x="264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8" name="Google Shape;388;p26"/>
            <p:cNvSpPr/>
            <p:nvPr/>
          </p:nvSpPr>
          <p:spPr>
            <a:xfrm>
              <a:off x="360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9" name="Google Shape;389;p26"/>
            <p:cNvSpPr/>
            <p:nvPr/>
          </p:nvSpPr>
          <p:spPr>
            <a:xfrm>
              <a:off x="457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0" name="Google Shape;390;p26"/>
            <p:cNvSpPr/>
            <p:nvPr/>
          </p:nvSpPr>
          <p:spPr>
            <a:xfrm>
              <a:off x="425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1" name="Google Shape;391;p26"/>
            <p:cNvSpPr/>
            <p:nvPr/>
          </p:nvSpPr>
          <p:spPr>
            <a:xfrm>
              <a:off x="393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2" name="Google Shape;392;p26"/>
            <p:cNvSpPr/>
            <p:nvPr/>
          </p:nvSpPr>
          <p:spPr>
            <a:xfrm>
              <a:off x="489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3" name="Google Shape;393;p26"/>
            <p:cNvSpPr/>
            <p:nvPr/>
          </p:nvSpPr>
          <p:spPr>
            <a:xfrm>
              <a:off x="585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4" name="Google Shape;394;p26"/>
            <p:cNvSpPr/>
            <p:nvPr/>
          </p:nvSpPr>
          <p:spPr>
            <a:xfrm>
              <a:off x="553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5" name="Google Shape;395;p26"/>
            <p:cNvSpPr/>
            <p:nvPr/>
          </p:nvSpPr>
          <p:spPr>
            <a:xfrm>
              <a:off x="521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6" name="Google Shape;396;p26"/>
            <p:cNvSpPr/>
            <p:nvPr/>
          </p:nvSpPr>
          <p:spPr>
            <a:xfrm>
              <a:off x="617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7" name="Google Shape;397;p26"/>
            <p:cNvSpPr/>
            <p:nvPr/>
          </p:nvSpPr>
          <p:spPr>
            <a:xfrm>
              <a:off x="714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8" name="Google Shape;398;p26"/>
            <p:cNvSpPr/>
            <p:nvPr/>
          </p:nvSpPr>
          <p:spPr>
            <a:xfrm>
              <a:off x="681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9" name="Google Shape;399;p26"/>
            <p:cNvSpPr/>
            <p:nvPr/>
          </p:nvSpPr>
          <p:spPr>
            <a:xfrm>
              <a:off x="649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0" name="Google Shape;400;p26"/>
            <p:cNvSpPr/>
            <p:nvPr/>
          </p:nvSpPr>
          <p:spPr>
            <a:xfrm>
              <a:off x="746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1" name="Google Shape;401;p26"/>
            <p:cNvSpPr/>
            <p:nvPr/>
          </p:nvSpPr>
          <p:spPr>
            <a:xfrm>
              <a:off x="810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2" name="Google Shape;402;p26"/>
            <p:cNvSpPr/>
            <p:nvPr/>
          </p:nvSpPr>
          <p:spPr>
            <a:xfrm>
              <a:off x="778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3" name="Google Shape;403;p26"/>
            <p:cNvSpPr/>
            <p:nvPr/>
          </p:nvSpPr>
          <p:spPr>
            <a:xfrm>
              <a:off x="842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4" name="Google Shape;404;p26"/>
            <p:cNvSpPr/>
            <p:nvPr/>
          </p:nvSpPr>
          <p:spPr>
            <a:xfrm>
              <a:off x="874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5" name="Google Shape;405;p26"/>
            <p:cNvSpPr/>
            <p:nvPr/>
          </p:nvSpPr>
          <p:spPr>
            <a:xfrm>
              <a:off x="39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6" name="Google Shape;406;p26"/>
            <p:cNvSpPr/>
            <p:nvPr/>
          </p:nvSpPr>
          <p:spPr>
            <a:xfrm>
              <a:off x="7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7" name="Google Shape;407;p26"/>
            <p:cNvSpPr/>
            <p:nvPr/>
          </p:nvSpPr>
          <p:spPr>
            <a:xfrm>
              <a:off x="104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8" name="Google Shape;408;p26"/>
            <p:cNvSpPr/>
            <p:nvPr/>
          </p:nvSpPr>
          <p:spPr>
            <a:xfrm>
              <a:off x="200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9" name="Google Shape;409;p26"/>
            <p:cNvSpPr/>
            <p:nvPr/>
          </p:nvSpPr>
          <p:spPr>
            <a:xfrm>
              <a:off x="168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0" name="Google Shape;410;p26"/>
            <p:cNvSpPr/>
            <p:nvPr/>
          </p:nvSpPr>
          <p:spPr>
            <a:xfrm>
              <a:off x="136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1" name="Google Shape;411;p26"/>
            <p:cNvSpPr/>
            <p:nvPr/>
          </p:nvSpPr>
          <p:spPr>
            <a:xfrm>
              <a:off x="232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2" name="Google Shape;412;p26"/>
            <p:cNvSpPr/>
            <p:nvPr/>
          </p:nvSpPr>
          <p:spPr>
            <a:xfrm>
              <a:off x="328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3" name="Google Shape;413;p26"/>
            <p:cNvSpPr/>
            <p:nvPr/>
          </p:nvSpPr>
          <p:spPr>
            <a:xfrm>
              <a:off x="296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4" name="Google Shape;414;p26"/>
            <p:cNvSpPr/>
            <p:nvPr/>
          </p:nvSpPr>
          <p:spPr>
            <a:xfrm>
              <a:off x="264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5" name="Google Shape;415;p26"/>
            <p:cNvSpPr/>
            <p:nvPr/>
          </p:nvSpPr>
          <p:spPr>
            <a:xfrm>
              <a:off x="360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6" name="Google Shape;416;p26"/>
            <p:cNvSpPr/>
            <p:nvPr/>
          </p:nvSpPr>
          <p:spPr>
            <a:xfrm>
              <a:off x="457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7" name="Google Shape;417;p26"/>
            <p:cNvSpPr/>
            <p:nvPr/>
          </p:nvSpPr>
          <p:spPr>
            <a:xfrm>
              <a:off x="425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8" name="Google Shape;418;p26"/>
            <p:cNvSpPr/>
            <p:nvPr/>
          </p:nvSpPr>
          <p:spPr>
            <a:xfrm>
              <a:off x="393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9" name="Google Shape;419;p26"/>
            <p:cNvSpPr/>
            <p:nvPr/>
          </p:nvSpPr>
          <p:spPr>
            <a:xfrm>
              <a:off x="489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0" name="Google Shape;420;p26"/>
            <p:cNvSpPr/>
            <p:nvPr/>
          </p:nvSpPr>
          <p:spPr>
            <a:xfrm>
              <a:off x="585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1" name="Google Shape;421;p26"/>
            <p:cNvSpPr/>
            <p:nvPr/>
          </p:nvSpPr>
          <p:spPr>
            <a:xfrm>
              <a:off x="553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2" name="Google Shape;422;p26"/>
            <p:cNvSpPr/>
            <p:nvPr/>
          </p:nvSpPr>
          <p:spPr>
            <a:xfrm>
              <a:off x="521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3" name="Google Shape;423;p26"/>
            <p:cNvSpPr/>
            <p:nvPr/>
          </p:nvSpPr>
          <p:spPr>
            <a:xfrm>
              <a:off x="617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4" name="Google Shape;424;p26"/>
            <p:cNvSpPr/>
            <p:nvPr/>
          </p:nvSpPr>
          <p:spPr>
            <a:xfrm>
              <a:off x="714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5" name="Google Shape;425;p26"/>
            <p:cNvSpPr/>
            <p:nvPr/>
          </p:nvSpPr>
          <p:spPr>
            <a:xfrm>
              <a:off x="681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6" name="Google Shape;426;p26"/>
            <p:cNvSpPr/>
            <p:nvPr/>
          </p:nvSpPr>
          <p:spPr>
            <a:xfrm>
              <a:off x="649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7" name="Google Shape;427;p26"/>
            <p:cNvSpPr/>
            <p:nvPr/>
          </p:nvSpPr>
          <p:spPr>
            <a:xfrm>
              <a:off x="746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8" name="Google Shape;428;p26"/>
            <p:cNvSpPr/>
            <p:nvPr/>
          </p:nvSpPr>
          <p:spPr>
            <a:xfrm>
              <a:off x="810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9" name="Google Shape;429;p26"/>
            <p:cNvSpPr/>
            <p:nvPr/>
          </p:nvSpPr>
          <p:spPr>
            <a:xfrm>
              <a:off x="778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0" name="Google Shape;430;p26"/>
            <p:cNvSpPr/>
            <p:nvPr/>
          </p:nvSpPr>
          <p:spPr>
            <a:xfrm>
              <a:off x="842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1" name="Google Shape;431;p26"/>
            <p:cNvSpPr/>
            <p:nvPr/>
          </p:nvSpPr>
          <p:spPr>
            <a:xfrm>
              <a:off x="874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2" name="Google Shape;432;p26"/>
            <p:cNvSpPr/>
            <p:nvPr/>
          </p:nvSpPr>
          <p:spPr>
            <a:xfrm>
              <a:off x="39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3" name="Google Shape;433;p26"/>
            <p:cNvSpPr/>
            <p:nvPr/>
          </p:nvSpPr>
          <p:spPr>
            <a:xfrm>
              <a:off x="7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4" name="Google Shape;434;p26"/>
            <p:cNvSpPr/>
            <p:nvPr/>
          </p:nvSpPr>
          <p:spPr>
            <a:xfrm>
              <a:off x="104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5" name="Google Shape;435;p26"/>
            <p:cNvSpPr/>
            <p:nvPr/>
          </p:nvSpPr>
          <p:spPr>
            <a:xfrm>
              <a:off x="200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6" name="Google Shape;436;p26"/>
            <p:cNvSpPr/>
            <p:nvPr/>
          </p:nvSpPr>
          <p:spPr>
            <a:xfrm>
              <a:off x="168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7" name="Google Shape;437;p26"/>
            <p:cNvSpPr/>
            <p:nvPr/>
          </p:nvSpPr>
          <p:spPr>
            <a:xfrm>
              <a:off x="136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8" name="Google Shape;438;p26"/>
            <p:cNvSpPr/>
            <p:nvPr/>
          </p:nvSpPr>
          <p:spPr>
            <a:xfrm>
              <a:off x="232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9" name="Google Shape;439;p26"/>
            <p:cNvSpPr/>
            <p:nvPr/>
          </p:nvSpPr>
          <p:spPr>
            <a:xfrm>
              <a:off x="328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0" name="Google Shape;440;p26"/>
            <p:cNvSpPr/>
            <p:nvPr/>
          </p:nvSpPr>
          <p:spPr>
            <a:xfrm>
              <a:off x="296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1" name="Google Shape;441;p26"/>
            <p:cNvSpPr/>
            <p:nvPr/>
          </p:nvSpPr>
          <p:spPr>
            <a:xfrm>
              <a:off x="264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2" name="Google Shape;442;p26"/>
            <p:cNvSpPr/>
            <p:nvPr/>
          </p:nvSpPr>
          <p:spPr>
            <a:xfrm>
              <a:off x="360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3" name="Google Shape;443;p26"/>
            <p:cNvSpPr/>
            <p:nvPr/>
          </p:nvSpPr>
          <p:spPr>
            <a:xfrm>
              <a:off x="457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4" name="Google Shape;444;p26"/>
            <p:cNvSpPr/>
            <p:nvPr/>
          </p:nvSpPr>
          <p:spPr>
            <a:xfrm>
              <a:off x="425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5" name="Google Shape;445;p26"/>
            <p:cNvSpPr/>
            <p:nvPr/>
          </p:nvSpPr>
          <p:spPr>
            <a:xfrm>
              <a:off x="393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6" name="Google Shape;446;p26"/>
            <p:cNvSpPr/>
            <p:nvPr/>
          </p:nvSpPr>
          <p:spPr>
            <a:xfrm>
              <a:off x="489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7" name="Google Shape;447;p26"/>
            <p:cNvSpPr/>
            <p:nvPr/>
          </p:nvSpPr>
          <p:spPr>
            <a:xfrm>
              <a:off x="585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8" name="Google Shape;448;p26"/>
            <p:cNvSpPr/>
            <p:nvPr/>
          </p:nvSpPr>
          <p:spPr>
            <a:xfrm>
              <a:off x="553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9" name="Google Shape;449;p26"/>
            <p:cNvSpPr/>
            <p:nvPr/>
          </p:nvSpPr>
          <p:spPr>
            <a:xfrm>
              <a:off x="521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0" name="Google Shape;450;p26"/>
            <p:cNvSpPr/>
            <p:nvPr/>
          </p:nvSpPr>
          <p:spPr>
            <a:xfrm>
              <a:off x="617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1" name="Google Shape;451;p26"/>
            <p:cNvSpPr/>
            <p:nvPr/>
          </p:nvSpPr>
          <p:spPr>
            <a:xfrm>
              <a:off x="714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2" name="Google Shape;452;p26"/>
            <p:cNvSpPr/>
            <p:nvPr/>
          </p:nvSpPr>
          <p:spPr>
            <a:xfrm>
              <a:off x="681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3" name="Google Shape;453;p26"/>
            <p:cNvSpPr/>
            <p:nvPr/>
          </p:nvSpPr>
          <p:spPr>
            <a:xfrm>
              <a:off x="649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4" name="Google Shape;454;p26"/>
            <p:cNvSpPr/>
            <p:nvPr/>
          </p:nvSpPr>
          <p:spPr>
            <a:xfrm>
              <a:off x="746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5" name="Google Shape;455;p26"/>
            <p:cNvSpPr/>
            <p:nvPr/>
          </p:nvSpPr>
          <p:spPr>
            <a:xfrm>
              <a:off x="810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6" name="Google Shape;456;p26"/>
            <p:cNvSpPr/>
            <p:nvPr/>
          </p:nvSpPr>
          <p:spPr>
            <a:xfrm>
              <a:off x="778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7" name="Google Shape;457;p26"/>
            <p:cNvSpPr/>
            <p:nvPr/>
          </p:nvSpPr>
          <p:spPr>
            <a:xfrm>
              <a:off x="842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8" name="Google Shape;458;p26"/>
            <p:cNvSpPr/>
            <p:nvPr/>
          </p:nvSpPr>
          <p:spPr>
            <a:xfrm>
              <a:off x="874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9" name="Google Shape;459;p26"/>
            <p:cNvSpPr/>
            <p:nvPr/>
          </p:nvSpPr>
          <p:spPr>
            <a:xfrm>
              <a:off x="39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0" name="Google Shape;460;p26"/>
            <p:cNvSpPr/>
            <p:nvPr/>
          </p:nvSpPr>
          <p:spPr>
            <a:xfrm>
              <a:off x="7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1" name="Google Shape;461;p26"/>
            <p:cNvSpPr/>
            <p:nvPr/>
          </p:nvSpPr>
          <p:spPr>
            <a:xfrm>
              <a:off x="104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2" name="Google Shape;462;p26"/>
            <p:cNvSpPr/>
            <p:nvPr/>
          </p:nvSpPr>
          <p:spPr>
            <a:xfrm>
              <a:off x="200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3" name="Google Shape;463;p26"/>
            <p:cNvSpPr/>
            <p:nvPr/>
          </p:nvSpPr>
          <p:spPr>
            <a:xfrm>
              <a:off x="168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4" name="Google Shape;464;p26"/>
            <p:cNvSpPr/>
            <p:nvPr/>
          </p:nvSpPr>
          <p:spPr>
            <a:xfrm>
              <a:off x="136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5" name="Google Shape;465;p26"/>
            <p:cNvSpPr/>
            <p:nvPr/>
          </p:nvSpPr>
          <p:spPr>
            <a:xfrm>
              <a:off x="232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6" name="Google Shape;466;p26"/>
            <p:cNvSpPr/>
            <p:nvPr/>
          </p:nvSpPr>
          <p:spPr>
            <a:xfrm>
              <a:off x="328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7" name="Google Shape;467;p26"/>
            <p:cNvSpPr/>
            <p:nvPr/>
          </p:nvSpPr>
          <p:spPr>
            <a:xfrm>
              <a:off x="296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8" name="Google Shape;468;p26"/>
            <p:cNvSpPr/>
            <p:nvPr/>
          </p:nvSpPr>
          <p:spPr>
            <a:xfrm>
              <a:off x="264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9" name="Google Shape;469;p26"/>
            <p:cNvSpPr/>
            <p:nvPr/>
          </p:nvSpPr>
          <p:spPr>
            <a:xfrm>
              <a:off x="360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0" name="Google Shape;470;p26"/>
            <p:cNvSpPr/>
            <p:nvPr/>
          </p:nvSpPr>
          <p:spPr>
            <a:xfrm>
              <a:off x="457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1" name="Google Shape;471;p26"/>
            <p:cNvSpPr/>
            <p:nvPr/>
          </p:nvSpPr>
          <p:spPr>
            <a:xfrm>
              <a:off x="425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2" name="Google Shape;472;p26"/>
            <p:cNvSpPr/>
            <p:nvPr/>
          </p:nvSpPr>
          <p:spPr>
            <a:xfrm>
              <a:off x="393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3" name="Google Shape;473;p26"/>
            <p:cNvSpPr/>
            <p:nvPr/>
          </p:nvSpPr>
          <p:spPr>
            <a:xfrm>
              <a:off x="489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4" name="Google Shape;474;p26"/>
            <p:cNvSpPr/>
            <p:nvPr/>
          </p:nvSpPr>
          <p:spPr>
            <a:xfrm>
              <a:off x="585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5" name="Google Shape;475;p26"/>
            <p:cNvSpPr/>
            <p:nvPr/>
          </p:nvSpPr>
          <p:spPr>
            <a:xfrm>
              <a:off x="553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6" name="Google Shape;476;p26"/>
            <p:cNvSpPr/>
            <p:nvPr/>
          </p:nvSpPr>
          <p:spPr>
            <a:xfrm>
              <a:off x="521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7" name="Google Shape;477;p26"/>
            <p:cNvSpPr/>
            <p:nvPr/>
          </p:nvSpPr>
          <p:spPr>
            <a:xfrm>
              <a:off x="617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8" name="Google Shape;478;p26"/>
            <p:cNvSpPr/>
            <p:nvPr/>
          </p:nvSpPr>
          <p:spPr>
            <a:xfrm>
              <a:off x="714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9" name="Google Shape;479;p26"/>
            <p:cNvSpPr/>
            <p:nvPr/>
          </p:nvSpPr>
          <p:spPr>
            <a:xfrm>
              <a:off x="681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0" name="Google Shape;480;p26"/>
            <p:cNvSpPr/>
            <p:nvPr/>
          </p:nvSpPr>
          <p:spPr>
            <a:xfrm>
              <a:off x="649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1" name="Google Shape;481;p26"/>
            <p:cNvSpPr/>
            <p:nvPr/>
          </p:nvSpPr>
          <p:spPr>
            <a:xfrm>
              <a:off x="746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2" name="Google Shape;482;p26"/>
            <p:cNvSpPr/>
            <p:nvPr/>
          </p:nvSpPr>
          <p:spPr>
            <a:xfrm>
              <a:off x="810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3" name="Google Shape;483;p26"/>
            <p:cNvSpPr/>
            <p:nvPr/>
          </p:nvSpPr>
          <p:spPr>
            <a:xfrm>
              <a:off x="778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4" name="Google Shape;484;p26"/>
            <p:cNvSpPr/>
            <p:nvPr/>
          </p:nvSpPr>
          <p:spPr>
            <a:xfrm>
              <a:off x="842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5" name="Google Shape;485;p26"/>
            <p:cNvSpPr/>
            <p:nvPr/>
          </p:nvSpPr>
          <p:spPr>
            <a:xfrm>
              <a:off x="874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6" name="Google Shape;486;p26"/>
            <p:cNvSpPr/>
            <p:nvPr/>
          </p:nvSpPr>
          <p:spPr>
            <a:xfrm>
              <a:off x="39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7" name="Google Shape;487;p26"/>
            <p:cNvSpPr/>
            <p:nvPr/>
          </p:nvSpPr>
          <p:spPr>
            <a:xfrm>
              <a:off x="7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8" name="Google Shape;488;p26"/>
            <p:cNvSpPr/>
            <p:nvPr/>
          </p:nvSpPr>
          <p:spPr>
            <a:xfrm>
              <a:off x="104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9" name="Google Shape;489;p26"/>
            <p:cNvSpPr/>
            <p:nvPr/>
          </p:nvSpPr>
          <p:spPr>
            <a:xfrm>
              <a:off x="200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0" name="Google Shape;490;p26"/>
            <p:cNvSpPr/>
            <p:nvPr/>
          </p:nvSpPr>
          <p:spPr>
            <a:xfrm>
              <a:off x="168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1" name="Google Shape;491;p26"/>
            <p:cNvSpPr/>
            <p:nvPr/>
          </p:nvSpPr>
          <p:spPr>
            <a:xfrm>
              <a:off x="136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2" name="Google Shape;492;p26"/>
            <p:cNvSpPr/>
            <p:nvPr/>
          </p:nvSpPr>
          <p:spPr>
            <a:xfrm>
              <a:off x="232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3" name="Google Shape;493;p26"/>
            <p:cNvSpPr/>
            <p:nvPr/>
          </p:nvSpPr>
          <p:spPr>
            <a:xfrm>
              <a:off x="328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4" name="Google Shape;494;p26"/>
            <p:cNvSpPr/>
            <p:nvPr/>
          </p:nvSpPr>
          <p:spPr>
            <a:xfrm>
              <a:off x="296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5" name="Google Shape;495;p26"/>
            <p:cNvSpPr/>
            <p:nvPr/>
          </p:nvSpPr>
          <p:spPr>
            <a:xfrm>
              <a:off x="264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6" name="Google Shape;496;p26"/>
            <p:cNvSpPr/>
            <p:nvPr/>
          </p:nvSpPr>
          <p:spPr>
            <a:xfrm>
              <a:off x="360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7" name="Google Shape;497;p26"/>
            <p:cNvSpPr/>
            <p:nvPr/>
          </p:nvSpPr>
          <p:spPr>
            <a:xfrm>
              <a:off x="457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8" name="Google Shape;498;p26"/>
            <p:cNvSpPr/>
            <p:nvPr/>
          </p:nvSpPr>
          <p:spPr>
            <a:xfrm>
              <a:off x="425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9" name="Google Shape;499;p26"/>
            <p:cNvSpPr/>
            <p:nvPr/>
          </p:nvSpPr>
          <p:spPr>
            <a:xfrm>
              <a:off x="393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0" name="Google Shape;500;p26"/>
            <p:cNvSpPr/>
            <p:nvPr/>
          </p:nvSpPr>
          <p:spPr>
            <a:xfrm>
              <a:off x="489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1" name="Google Shape;501;p26"/>
            <p:cNvSpPr/>
            <p:nvPr/>
          </p:nvSpPr>
          <p:spPr>
            <a:xfrm>
              <a:off x="585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2" name="Google Shape;502;p26"/>
            <p:cNvSpPr/>
            <p:nvPr/>
          </p:nvSpPr>
          <p:spPr>
            <a:xfrm>
              <a:off x="553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3" name="Google Shape;503;p26"/>
            <p:cNvSpPr/>
            <p:nvPr/>
          </p:nvSpPr>
          <p:spPr>
            <a:xfrm>
              <a:off x="521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4" name="Google Shape;504;p26"/>
            <p:cNvSpPr/>
            <p:nvPr/>
          </p:nvSpPr>
          <p:spPr>
            <a:xfrm>
              <a:off x="617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5" name="Google Shape;505;p26"/>
            <p:cNvSpPr/>
            <p:nvPr/>
          </p:nvSpPr>
          <p:spPr>
            <a:xfrm>
              <a:off x="714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6" name="Google Shape;506;p26"/>
            <p:cNvSpPr/>
            <p:nvPr/>
          </p:nvSpPr>
          <p:spPr>
            <a:xfrm>
              <a:off x="681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7" name="Google Shape;507;p26"/>
            <p:cNvSpPr/>
            <p:nvPr/>
          </p:nvSpPr>
          <p:spPr>
            <a:xfrm>
              <a:off x="649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8" name="Google Shape;508;p26"/>
            <p:cNvSpPr/>
            <p:nvPr/>
          </p:nvSpPr>
          <p:spPr>
            <a:xfrm>
              <a:off x="746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9" name="Google Shape;509;p26"/>
            <p:cNvSpPr/>
            <p:nvPr/>
          </p:nvSpPr>
          <p:spPr>
            <a:xfrm>
              <a:off x="810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0" name="Google Shape;510;p26"/>
            <p:cNvSpPr/>
            <p:nvPr/>
          </p:nvSpPr>
          <p:spPr>
            <a:xfrm>
              <a:off x="778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1" name="Google Shape;511;p26"/>
            <p:cNvSpPr/>
            <p:nvPr/>
          </p:nvSpPr>
          <p:spPr>
            <a:xfrm>
              <a:off x="842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2" name="Google Shape;512;p26"/>
            <p:cNvSpPr/>
            <p:nvPr/>
          </p:nvSpPr>
          <p:spPr>
            <a:xfrm>
              <a:off x="874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3" name="Google Shape;513;p26"/>
            <p:cNvSpPr/>
            <p:nvPr/>
          </p:nvSpPr>
          <p:spPr>
            <a:xfrm>
              <a:off x="39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4" name="Google Shape;514;p26"/>
            <p:cNvSpPr/>
            <p:nvPr/>
          </p:nvSpPr>
          <p:spPr>
            <a:xfrm>
              <a:off x="7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5" name="Google Shape;515;p26"/>
            <p:cNvSpPr/>
            <p:nvPr/>
          </p:nvSpPr>
          <p:spPr>
            <a:xfrm>
              <a:off x="104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6" name="Google Shape;516;p26"/>
            <p:cNvSpPr/>
            <p:nvPr/>
          </p:nvSpPr>
          <p:spPr>
            <a:xfrm>
              <a:off x="200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7" name="Google Shape;517;p26"/>
            <p:cNvSpPr/>
            <p:nvPr/>
          </p:nvSpPr>
          <p:spPr>
            <a:xfrm>
              <a:off x="168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8" name="Google Shape;518;p26"/>
            <p:cNvSpPr/>
            <p:nvPr/>
          </p:nvSpPr>
          <p:spPr>
            <a:xfrm>
              <a:off x="136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9" name="Google Shape;519;p26"/>
            <p:cNvSpPr/>
            <p:nvPr/>
          </p:nvSpPr>
          <p:spPr>
            <a:xfrm>
              <a:off x="232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0" name="Google Shape;520;p26"/>
            <p:cNvSpPr/>
            <p:nvPr/>
          </p:nvSpPr>
          <p:spPr>
            <a:xfrm>
              <a:off x="328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1" name="Google Shape;521;p26"/>
            <p:cNvSpPr/>
            <p:nvPr/>
          </p:nvSpPr>
          <p:spPr>
            <a:xfrm>
              <a:off x="296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2" name="Google Shape;522;p26"/>
            <p:cNvSpPr/>
            <p:nvPr/>
          </p:nvSpPr>
          <p:spPr>
            <a:xfrm>
              <a:off x="264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3" name="Google Shape;523;p26"/>
            <p:cNvSpPr/>
            <p:nvPr/>
          </p:nvSpPr>
          <p:spPr>
            <a:xfrm>
              <a:off x="360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4" name="Google Shape;524;p26"/>
            <p:cNvSpPr/>
            <p:nvPr/>
          </p:nvSpPr>
          <p:spPr>
            <a:xfrm>
              <a:off x="457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5" name="Google Shape;525;p26"/>
            <p:cNvSpPr/>
            <p:nvPr/>
          </p:nvSpPr>
          <p:spPr>
            <a:xfrm>
              <a:off x="425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6" name="Google Shape;526;p26"/>
            <p:cNvSpPr/>
            <p:nvPr/>
          </p:nvSpPr>
          <p:spPr>
            <a:xfrm>
              <a:off x="393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7" name="Google Shape;527;p26"/>
            <p:cNvSpPr/>
            <p:nvPr/>
          </p:nvSpPr>
          <p:spPr>
            <a:xfrm>
              <a:off x="489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8" name="Google Shape;528;p26"/>
            <p:cNvSpPr/>
            <p:nvPr/>
          </p:nvSpPr>
          <p:spPr>
            <a:xfrm>
              <a:off x="585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9" name="Google Shape;529;p26"/>
            <p:cNvSpPr/>
            <p:nvPr/>
          </p:nvSpPr>
          <p:spPr>
            <a:xfrm>
              <a:off x="553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0" name="Google Shape;530;p26"/>
            <p:cNvSpPr/>
            <p:nvPr/>
          </p:nvSpPr>
          <p:spPr>
            <a:xfrm>
              <a:off x="521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1" name="Google Shape;531;p26"/>
            <p:cNvSpPr/>
            <p:nvPr/>
          </p:nvSpPr>
          <p:spPr>
            <a:xfrm>
              <a:off x="617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2" name="Google Shape;532;p26"/>
            <p:cNvSpPr/>
            <p:nvPr/>
          </p:nvSpPr>
          <p:spPr>
            <a:xfrm>
              <a:off x="714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3" name="Google Shape;533;p26"/>
            <p:cNvSpPr/>
            <p:nvPr/>
          </p:nvSpPr>
          <p:spPr>
            <a:xfrm>
              <a:off x="681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4" name="Google Shape;534;p26"/>
            <p:cNvSpPr/>
            <p:nvPr/>
          </p:nvSpPr>
          <p:spPr>
            <a:xfrm>
              <a:off x="649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5" name="Google Shape;535;p26"/>
            <p:cNvSpPr/>
            <p:nvPr/>
          </p:nvSpPr>
          <p:spPr>
            <a:xfrm>
              <a:off x="746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6" name="Google Shape;536;p26"/>
            <p:cNvSpPr/>
            <p:nvPr/>
          </p:nvSpPr>
          <p:spPr>
            <a:xfrm>
              <a:off x="810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7" name="Google Shape;537;p26"/>
            <p:cNvSpPr/>
            <p:nvPr/>
          </p:nvSpPr>
          <p:spPr>
            <a:xfrm>
              <a:off x="778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8" name="Google Shape;538;p26"/>
            <p:cNvSpPr/>
            <p:nvPr/>
          </p:nvSpPr>
          <p:spPr>
            <a:xfrm>
              <a:off x="842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9" name="Google Shape;539;p26"/>
            <p:cNvSpPr/>
            <p:nvPr/>
          </p:nvSpPr>
          <p:spPr>
            <a:xfrm>
              <a:off x="874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0" name="Google Shape;540;p26"/>
            <p:cNvSpPr/>
            <p:nvPr/>
          </p:nvSpPr>
          <p:spPr>
            <a:xfrm>
              <a:off x="39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1" name="Google Shape;541;p26"/>
            <p:cNvSpPr/>
            <p:nvPr/>
          </p:nvSpPr>
          <p:spPr>
            <a:xfrm>
              <a:off x="7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2" name="Google Shape;542;p26"/>
            <p:cNvSpPr/>
            <p:nvPr/>
          </p:nvSpPr>
          <p:spPr>
            <a:xfrm>
              <a:off x="104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3" name="Google Shape;543;p26"/>
            <p:cNvSpPr/>
            <p:nvPr/>
          </p:nvSpPr>
          <p:spPr>
            <a:xfrm>
              <a:off x="200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4" name="Google Shape;544;p26"/>
            <p:cNvSpPr/>
            <p:nvPr/>
          </p:nvSpPr>
          <p:spPr>
            <a:xfrm>
              <a:off x="168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5" name="Google Shape;545;p26"/>
            <p:cNvSpPr/>
            <p:nvPr/>
          </p:nvSpPr>
          <p:spPr>
            <a:xfrm>
              <a:off x="136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6" name="Google Shape;546;p26"/>
            <p:cNvSpPr/>
            <p:nvPr/>
          </p:nvSpPr>
          <p:spPr>
            <a:xfrm>
              <a:off x="232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7" name="Google Shape;547;p26"/>
            <p:cNvSpPr/>
            <p:nvPr/>
          </p:nvSpPr>
          <p:spPr>
            <a:xfrm>
              <a:off x="328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8" name="Google Shape;548;p26"/>
            <p:cNvSpPr/>
            <p:nvPr/>
          </p:nvSpPr>
          <p:spPr>
            <a:xfrm>
              <a:off x="296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9" name="Google Shape;549;p26"/>
            <p:cNvSpPr/>
            <p:nvPr/>
          </p:nvSpPr>
          <p:spPr>
            <a:xfrm>
              <a:off x="264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0" name="Google Shape;550;p26"/>
            <p:cNvSpPr/>
            <p:nvPr/>
          </p:nvSpPr>
          <p:spPr>
            <a:xfrm>
              <a:off x="360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1" name="Google Shape;551;p26"/>
            <p:cNvSpPr/>
            <p:nvPr/>
          </p:nvSpPr>
          <p:spPr>
            <a:xfrm>
              <a:off x="457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2" name="Google Shape;552;p26"/>
            <p:cNvSpPr/>
            <p:nvPr/>
          </p:nvSpPr>
          <p:spPr>
            <a:xfrm>
              <a:off x="425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3" name="Google Shape;553;p26"/>
            <p:cNvSpPr/>
            <p:nvPr/>
          </p:nvSpPr>
          <p:spPr>
            <a:xfrm>
              <a:off x="393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4" name="Google Shape;554;p26"/>
            <p:cNvSpPr/>
            <p:nvPr/>
          </p:nvSpPr>
          <p:spPr>
            <a:xfrm>
              <a:off x="489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5" name="Google Shape;555;p26"/>
            <p:cNvSpPr/>
            <p:nvPr/>
          </p:nvSpPr>
          <p:spPr>
            <a:xfrm>
              <a:off x="585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6" name="Google Shape;556;p26"/>
            <p:cNvSpPr/>
            <p:nvPr/>
          </p:nvSpPr>
          <p:spPr>
            <a:xfrm>
              <a:off x="553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7" name="Google Shape;557;p26"/>
            <p:cNvSpPr/>
            <p:nvPr/>
          </p:nvSpPr>
          <p:spPr>
            <a:xfrm>
              <a:off x="521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8" name="Google Shape;558;p26"/>
            <p:cNvSpPr/>
            <p:nvPr/>
          </p:nvSpPr>
          <p:spPr>
            <a:xfrm>
              <a:off x="617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9" name="Google Shape;559;p26"/>
            <p:cNvSpPr/>
            <p:nvPr/>
          </p:nvSpPr>
          <p:spPr>
            <a:xfrm>
              <a:off x="714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0" name="Google Shape;560;p26"/>
            <p:cNvSpPr/>
            <p:nvPr/>
          </p:nvSpPr>
          <p:spPr>
            <a:xfrm>
              <a:off x="681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1" name="Google Shape;561;p26"/>
            <p:cNvSpPr/>
            <p:nvPr/>
          </p:nvSpPr>
          <p:spPr>
            <a:xfrm>
              <a:off x="649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2" name="Google Shape;562;p26"/>
            <p:cNvSpPr/>
            <p:nvPr/>
          </p:nvSpPr>
          <p:spPr>
            <a:xfrm>
              <a:off x="746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3" name="Google Shape;563;p26"/>
            <p:cNvSpPr/>
            <p:nvPr/>
          </p:nvSpPr>
          <p:spPr>
            <a:xfrm>
              <a:off x="810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4" name="Google Shape;564;p26"/>
            <p:cNvSpPr/>
            <p:nvPr/>
          </p:nvSpPr>
          <p:spPr>
            <a:xfrm>
              <a:off x="778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5" name="Google Shape;565;p26"/>
            <p:cNvSpPr/>
            <p:nvPr/>
          </p:nvSpPr>
          <p:spPr>
            <a:xfrm>
              <a:off x="842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6" name="Google Shape;566;p26"/>
            <p:cNvSpPr/>
            <p:nvPr/>
          </p:nvSpPr>
          <p:spPr>
            <a:xfrm>
              <a:off x="874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7" name="Google Shape;567;p26"/>
            <p:cNvSpPr/>
            <p:nvPr/>
          </p:nvSpPr>
          <p:spPr>
            <a:xfrm>
              <a:off x="39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8" name="Google Shape;568;p26"/>
            <p:cNvSpPr/>
            <p:nvPr/>
          </p:nvSpPr>
          <p:spPr>
            <a:xfrm>
              <a:off x="7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9" name="Google Shape;569;p26"/>
            <p:cNvSpPr/>
            <p:nvPr/>
          </p:nvSpPr>
          <p:spPr>
            <a:xfrm>
              <a:off x="104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0" name="Google Shape;570;p26"/>
            <p:cNvSpPr/>
            <p:nvPr/>
          </p:nvSpPr>
          <p:spPr>
            <a:xfrm>
              <a:off x="200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1" name="Google Shape;571;p26"/>
            <p:cNvSpPr/>
            <p:nvPr/>
          </p:nvSpPr>
          <p:spPr>
            <a:xfrm>
              <a:off x="168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2" name="Google Shape;572;p26"/>
            <p:cNvSpPr/>
            <p:nvPr/>
          </p:nvSpPr>
          <p:spPr>
            <a:xfrm>
              <a:off x="136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3" name="Google Shape;573;p26"/>
            <p:cNvSpPr/>
            <p:nvPr/>
          </p:nvSpPr>
          <p:spPr>
            <a:xfrm>
              <a:off x="232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4" name="Google Shape;574;p26"/>
            <p:cNvSpPr/>
            <p:nvPr/>
          </p:nvSpPr>
          <p:spPr>
            <a:xfrm>
              <a:off x="328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5" name="Google Shape;575;p26"/>
            <p:cNvSpPr/>
            <p:nvPr/>
          </p:nvSpPr>
          <p:spPr>
            <a:xfrm>
              <a:off x="296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6" name="Google Shape;576;p26"/>
            <p:cNvSpPr/>
            <p:nvPr/>
          </p:nvSpPr>
          <p:spPr>
            <a:xfrm>
              <a:off x="264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7" name="Google Shape;577;p26"/>
            <p:cNvSpPr/>
            <p:nvPr/>
          </p:nvSpPr>
          <p:spPr>
            <a:xfrm>
              <a:off x="360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8" name="Google Shape;578;p26"/>
            <p:cNvSpPr/>
            <p:nvPr/>
          </p:nvSpPr>
          <p:spPr>
            <a:xfrm>
              <a:off x="457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9" name="Google Shape;579;p26"/>
            <p:cNvSpPr/>
            <p:nvPr/>
          </p:nvSpPr>
          <p:spPr>
            <a:xfrm>
              <a:off x="425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0" name="Google Shape;580;p26"/>
            <p:cNvSpPr/>
            <p:nvPr/>
          </p:nvSpPr>
          <p:spPr>
            <a:xfrm>
              <a:off x="393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1" name="Google Shape;581;p26"/>
            <p:cNvSpPr/>
            <p:nvPr/>
          </p:nvSpPr>
          <p:spPr>
            <a:xfrm>
              <a:off x="489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2" name="Google Shape;582;p26"/>
            <p:cNvSpPr/>
            <p:nvPr/>
          </p:nvSpPr>
          <p:spPr>
            <a:xfrm>
              <a:off x="585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3" name="Google Shape;583;p26"/>
            <p:cNvSpPr/>
            <p:nvPr/>
          </p:nvSpPr>
          <p:spPr>
            <a:xfrm>
              <a:off x="553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4" name="Google Shape;584;p26"/>
            <p:cNvSpPr/>
            <p:nvPr/>
          </p:nvSpPr>
          <p:spPr>
            <a:xfrm>
              <a:off x="521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5" name="Google Shape;585;p26"/>
            <p:cNvSpPr/>
            <p:nvPr/>
          </p:nvSpPr>
          <p:spPr>
            <a:xfrm>
              <a:off x="617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6" name="Google Shape;586;p26"/>
            <p:cNvSpPr/>
            <p:nvPr/>
          </p:nvSpPr>
          <p:spPr>
            <a:xfrm>
              <a:off x="714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7" name="Google Shape;587;p26"/>
            <p:cNvSpPr/>
            <p:nvPr/>
          </p:nvSpPr>
          <p:spPr>
            <a:xfrm>
              <a:off x="681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8" name="Google Shape;588;p26"/>
            <p:cNvSpPr/>
            <p:nvPr/>
          </p:nvSpPr>
          <p:spPr>
            <a:xfrm>
              <a:off x="649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9" name="Google Shape;589;p26"/>
            <p:cNvSpPr/>
            <p:nvPr/>
          </p:nvSpPr>
          <p:spPr>
            <a:xfrm>
              <a:off x="746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0" name="Google Shape;590;p26"/>
            <p:cNvSpPr/>
            <p:nvPr/>
          </p:nvSpPr>
          <p:spPr>
            <a:xfrm>
              <a:off x="810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1" name="Google Shape;591;p26"/>
            <p:cNvSpPr/>
            <p:nvPr/>
          </p:nvSpPr>
          <p:spPr>
            <a:xfrm>
              <a:off x="778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2" name="Google Shape;592;p26"/>
            <p:cNvSpPr/>
            <p:nvPr/>
          </p:nvSpPr>
          <p:spPr>
            <a:xfrm>
              <a:off x="842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3" name="Google Shape;593;p26"/>
            <p:cNvSpPr/>
            <p:nvPr/>
          </p:nvSpPr>
          <p:spPr>
            <a:xfrm>
              <a:off x="874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4" name="Google Shape;594;p26"/>
            <p:cNvSpPr/>
            <p:nvPr/>
          </p:nvSpPr>
          <p:spPr>
            <a:xfrm>
              <a:off x="39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5" name="Google Shape;595;p26"/>
            <p:cNvSpPr/>
            <p:nvPr/>
          </p:nvSpPr>
          <p:spPr>
            <a:xfrm>
              <a:off x="7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6" name="Google Shape;596;p26"/>
            <p:cNvSpPr/>
            <p:nvPr/>
          </p:nvSpPr>
          <p:spPr>
            <a:xfrm>
              <a:off x="104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7" name="Google Shape;597;p26"/>
            <p:cNvSpPr/>
            <p:nvPr/>
          </p:nvSpPr>
          <p:spPr>
            <a:xfrm>
              <a:off x="200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8" name="Google Shape;598;p26"/>
            <p:cNvSpPr/>
            <p:nvPr/>
          </p:nvSpPr>
          <p:spPr>
            <a:xfrm>
              <a:off x="168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9" name="Google Shape;599;p26"/>
            <p:cNvSpPr/>
            <p:nvPr/>
          </p:nvSpPr>
          <p:spPr>
            <a:xfrm>
              <a:off x="136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0" name="Google Shape;600;p26"/>
            <p:cNvSpPr/>
            <p:nvPr/>
          </p:nvSpPr>
          <p:spPr>
            <a:xfrm>
              <a:off x="232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1" name="Google Shape;601;p26"/>
            <p:cNvSpPr/>
            <p:nvPr/>
          </p:nvSpPr>
          <p:spPr>
            <a:xfrm>
              <a:off x="328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2" name="Google Shape;602;p26"/>
            <p:cNvSpPr/>
            <p:nvPr/>
          </p:nvSpPr>
          <p:spPr>
            <a:xfrm>
              <a:off x="296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3" name="Google Shape;603;p26"/>
            <p:cNvSpPr/>
            <p:nvPr/>
          </p:nvSpPr>
          <p:spPr>
            <a:xfrm>
              <a:off x="264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4" name="Google Shape;604;p26"/>
            <p:cNvSpPr/>
            <p:nvPr/>
          </p:nvSpPr>
          <p:spPr>
            <a:xfrm>
              <a:off x="360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5" name="Google Shape;605;p26"/>
            <p:cNvSpPr/>
            <p:nvPr/>
          </p:nvSpPr>
          <p:spPr>
            <a:xfrm>
              <a:off x="457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6" name="Google Shape;606;p26"/>
            <p:cNvSpPr/>
            <p:nvPr/>
          </p:nvSpPr>
          <p:spPr>
            <a:xfrm>
              <a:off x="425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7" name="Google Shape;607;p26"/>
            <p:cNvSpPr/>
            <p:nvPr/>
          </p:nvSpPr>
          <p:spPr>
            <a:xfrm>
              <a:off x="393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8" name="Google Shape;608;p26"/>
            <p:cNvSpPr/>
            <p:nvPr/>
          </p:nvSpPr>
          <p:spPr>
            <a:xfrm>
              <a:off x="489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9" name="Google Shape;609;p26"/>
            <p:cNvSpPr/>
            <p:nvPr/>
          </p:nvSpPr>
          <p:spPr>
            <a:xfrm>
              <a:off x="585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0" name="Google Shape;610;p26"/>
            <p:cNvSpPr/>
            <p:nvPr/>
          </p:nvSpPr>
          <p:spPr>
            <a:xfrm>
              <a:off x="553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1" name="Google Shape;611;p26"/>
            <p:cNvSpPr/>
            <p:nvPr/>
          </p:nvSpPr>
          <p:spPr>
            <a:xfrm>
              <a:off x="521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2" name="Google Shape;612;p26"/>
            <p:cNvSpPr/>
            <p:nvPr/>
          </p:nvSpPr>
          <p:spPr>
            <a:xfrm>
              <a:off x="617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3" name="Google Shape;613;p26"/>
            <p:cNvSpPr/>
            <p:nvPr/>
          </p:nvSpPr>
          <p:spPr>
            <a:xfrm>
              <a:off x="714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4" name="Google Shape;614;p26"/>
            <p:cNvSpPr/>
            <p:nvPr/>
          </p:nvSpPr>
          <p:spPr>
            <a:xfrm>
              <a:off x="681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5" name="Google Shape;615;p26"/>
            <p:cNvSpPr/>
            <p:nvPr/>
          </p:nvSpPr>
          <p:spPr>
            <a:xfrm>
              <a:off x="649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6" name="Google Shape;616;p26"/>
            <p:cNvSpPr/>
            <p:nvPr/>
          </p:nvSpPr>
          <p:spPr>
            <a:xfrm>
              <a:off x="746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7" name="Google Shape;617;p26"/>
            <p:cNvSpPr/>
            <p:nvPr/>
          </p:nvSpPr>
          <p:spPr>
            <a:xfrm>
              <a:off x="810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8" name="Google Shape;618;p26"/>
            <p:cNvSpPr/>
            <p:nvPr/>
          </p:nvSpPr>
          <p:spPr>
            <a:xfrm>
              <a:off x="778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9" name="Google Shape;619;p26"/>
            <p:cNvSpPr/>
            <p:nvPr/>
          </p:nvSpPr>
          <p:spPr>
            <a:xfrm>
              <a:off x="842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0" name="Google Shape;620;p26"/>
            <p:cNvSpPr/>
            <p:nvPr/>
          </p:nvSpPr>
          <p:spPr>
            <a:xfrm>
              <a:off x="874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1" name="Google Shape;621;p26"/>
            <p:cNvSpPr/>
            <p:nvPr/>
          </p:nvSpPr>
          <p:spPr>
            <a:xfrm>
              <a:off x="39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2" name="Google Shape;622;p26"/>
            <p:cNvSpPr/>
            <p:nvPr/>
          </p:nvSpPr>
          <p:spPr>
            <a:xfrm>
              <a:off x="7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3" name="Google Shape;623;p26"/>
            <p:cNvSpPr/>
            <p:nvPr/>
          </p:nvSpPr>
          <p:spPr>
            <a:xfrm>
              <a:off x="104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4" name="Google Shape;624;p26"/>
            <p:cNvSpPr/>
            <p:nvPr/>
          </p:nvSpPr>
          <p:spPr>
            <a:xfrm>
              <a:off x="200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5" name="Google Shape;625;p26"/>
            <p:cNvSpPr/>
            <p:nvPr/>
          </p:nvSpPr>
          <p:spPr>
            <a:xfrm>
              <a:off x="168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6" name="Google Shape;626;p26"/>
            <p:cNvSpPr/>
            <p:nvPr/>
          </p:nvSpPr>
          <p:spPr>
            <a:xfrm>
              <a:off x="136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7" name="Google Shape;627;p26"/>
            <p:cNvSpPr/>
            <p:nvPr/>
          </p:nvSpPr>
          <p:spPr>
            <a:xfrm>
              <a:off x="232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8" name="Google Shape;628;p26"/>
            <p:cNvSpPr/>
            <p:nvPr/>
          </p:nvSpPr>
          <p:spPr>
            <a:xfrm>
              <a:off x="328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9" name="Google Shape;629;p26"/>
            <p:cNvSpPr/>
            <p:nvPr/>
          </p:nvSpPr>
          <p:spPr>
            <a:xfrm>
              <a:off x="296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0" name="Google Shape;630;p26"/>
            <p:cNvSpPr/>
            <p:nvPr/>
          </p:nvSpPr>
          <p:spPr>
            <a:xfrm>
              <a:off x="264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1" name="Google Shape;631;p26"/>
            <p:cNvSpPr/>
            <p:nvPr/>
          </p:nvSpPr>
          <p:spPr>
            <a:xfrm>
              <a:off x="360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2" name="Google Shape;632;p26"/>
            <p:cNvSpPr/>
            <p:nvPr/>
          </p:nvSpPr>
          <p:spPr>
            <a:xfrm>
              <a:off x="457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3" name="Google Shape;633;p26"/>
            <p:cNvSpPr/>
            <p:nvPr/>
          </p:nvSpPr>
          <p:spPr>
            <a:xfrm>
              <a:off x="425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4" name="Google Shape;634;p26"/>
            <p:cNvSpPr/>
            <p:nvPr/>
          </p:nvSpPr>
          <p:spPr>
            <a:xfrm>
              <a:off x="393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5" name="Google Shape;635;p26"/>
            <p:cNvSpPr/>
            <p:nvPr/>
          </p:nvSpPr>
          <p:spPr>
            <a:xfrm>
              <a:off x="489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6" name="Google Shape;636;p26"/>
            <p:cNvSpPr/>
            <p:nvPr/>
          </p:nvSpPr>
          <p:spPr>
            <a:xfrm>
              <a:off x="585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7" name="Google Shape;637;p26"/>
            <p:cNvSpPr/>
            <p:nvPr/>
          </p:nvSpPr>
          <p:spPr>
            <a:xfrm>
              <a:off x="553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8" name="Google Shape;638;p26"/>
            <p:cNvSpPr/>
            <p:nvPr/>
          </p:nvSpPr>
          <p:spPr>
            <a:xfrm>
              <a:off x="521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9" name="Google Shape;639;p26"/>
            <p:cNvSpPr/>
            <p:nvPr/>
          </p:nvSpPr>
          <p:spPr>
            <a:xfrm>
              <a:off x="617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0" name="Google Shape;640;p26"/>
            <p:cNvSpPr/>
            <p:nvPr/>
          </p:nvSpPr>
          <p:spPr>
            <a:xfrm>
              <a:off x="714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1" name="Google Shape;641;p26"/>
            <p:cNvSpPr/>
            <p:nvPr/>
          </p:nvSpPr>
          <p:spPr>
            <a:xfrm>
              <a:off x="681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2" name="Google Shape;642;p26"/>
            <p:cNvSpPr/>
            <p:nvPr/>
          </p:nvSpPr>
          <p:spPr>
            <a:xfrm>
              <a:off x="649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3" name="Google Shape;643;p26"/>
            <p:cNvSpPr/>
            <p:nvPr/>
          </p:nvSpPr>
          <p:spPr>
            <a:xfrm>
              <a:off x="746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4" name="Google Shape;644;p26"/>
            <p:cNvSpPr/>
            <p:nvPr/>
          </p:nvSpPr>
          <p:spPr>
            <a:xfrm>
              <a:off x="810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5" name="Google Shape;645;p26"/>
            <p:cNvSpPr/>
            <p:nvPr/>
          </p:nvSpPr>
          <p:spPr>
            <a:xfrm>
              <a:off x="778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6" name="Google Shape;646;p26"/>
            <p:cNvSpPr/>
            <p:nvPr/>
          </p:nvSpPr>
          <p:spPr>
            <a:xfrm>
              <a:off x="842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7" name="Google Shape;647;p26"/>
            <p:cNvSpPr/>
            <p:nvPr/>
          </p:nvSpPr>
          <p:spPr>
            <a:xfrm>
              <a:off x="874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8" name="Google Shape;648;p26"/>
            <p:cNvSpPr/>
            <p:nvPr/>
          </p:nvSpPr>
          <p:spPr>
            <a:xfrm>
              <a:off x="39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9" name="Google Shape;649;p26"/>
            <p:cNvSpPr/>
            <p:nvPr/>
          </p:nvSpPr>
          <p:spPr>
            <a:xfrm>
              <a:off x="7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0" name="Google Shape;650;p26"/>
            <p:cNvSpPr/>
            <p:nvPr/>
          </p:nvSpPr>
          <p:spPr>
            <a:xfrm>
              <a:off x="906600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1" name="Google Shape;651;p26"/>
            <p:cNvSpPr/>
            <p:nvPr/>
          </p:nvSpPr>
          <p:spPr>
            <a:xfrm>
              <a:off x="906600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2" name="Google Shape;652;p26"/>
            <p:cNvSpPr/>
            <p:nvPr/>
          </p:nvSpPr>
          <p:spPr>
            <a:xfrm>
              <a:off x="906600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3" name="Google Shape;653;p26"/>
            <p:cNvSpPr/>
            <p:nvPr/>
          </p:nvSpPr>
          <p:spPr>
            <a:xfrm>
              <a:off x="906600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4" name="Google Shape;654;p26"/>
            <p:cNvSpPr/>
            <p:nvPr/>
          </p:nvSpPr>
          <p:spPr>
            <a:xfrm>
              <a:off x="906600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5" name="Google Shape;655;p26"/>
            <p:cNvSpPr/>
            <p:nvPr/>
          </p:nvSpPr>
          <p:spPr>
            <a:xfrm>
              <a:off x="906600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6" name="Google Shape;656;p26"/>
            <p:cNvSpPr/>
            <p:nvPr/>
          </p:nvSpPr>
          <p:spPr>
            <a:xfrm>
              <a:off x="906600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7" name="Google Shape;657;p26"/>
            <p:cNvSpPr/>
            <p:nvPr/>
          </p:nvSpPr>
          <p:spPr>
            <a:xfrm>
              <a:off x="906600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8" name="Google Shape;658;p26"/>
            <p:cNvSpPr/>
            <p:nvPr/>
          </p:nvSpPr>
          <p:spPr>
            <a:xfrm>
              <a:off x="906600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9" name="Google Shape;659;p26"/>
            <p:cNvSpPr/>
            <p:nvPr/>
          </p:nvSpPr>
          <p:spPr>
            <a:xfrm>
              <a:off x="906600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0" name="Google Shape;660;p26"/>
            <p:cNvSpPr/>
            <p:nvPr/>
          </p:nvSpPr>
          <p:spPr>
            <a:xfrm>
              <a:off x="906600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1" name="Google Shape;661;p26"/>
            <p:cNvSpPr/>
            <p:nvPr/>
          </p:nvSpPr>
          <p:spPr>
            <a:xfrm>
              <a:off x="906600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2" name="Google Shape;662;p26"/>
            <p:cNvSpPr/>
            <p:nvPr/>
          </p:nvSpPr>
          <p:spPr>
            <a:xfrm>
              <a:off x="906600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3" name="Google Shape;663;p26"/>
            <p:cNvSpPr/>
            <p:nvPr/>
          </p:nvSpPr>
          <p:spPr>
            <a:xfrm>
              <a:off x="906600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4" name="Google Shape;664;p26"/>
            <p:cNvSpPr/>
            <p:nvPr/>
          </p:nvSpPr>
          <p:spPr>
            <a:xfrm>
              <a:off x="906600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5" name="Google Shape;665;p26"/>
            <p:cNvSpPr/>
            <p:nvPr/>
          </p:nvSpPr>
          <p:spPr>
            <a:xfrm>
              <a:off x="906600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6" name="Google Shape;666;p26"/>
            <p:cNvSpPr/>
            <p:nvPr/>
          </p:nvSpPr>
          <p:spPr>
            <a:xfrm>
              <a:off x="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7" name="Google Shape;667;p26"/>
            <p:cNvSpPr/>
            <p:nvPr/>
          </p:nvSpPr>
          <p:spPr>
            <a:xfrm>
              <a:off x="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8" name="Google Shape;668;p26"/>
            <p:cNvSpPr/>
            <p:nvPr/>
          </p:nvSpPr>
          <p:spPr>
            <a:xfrm>
              <a:off x="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9" name="Google Shape;669;p26"/>
            <p:cNvSpPr/>
            <p:nvPr/>
          </p:nvSpPr>
          <p:spPr>
            <a:xfrm>
              <a:off x="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0" name="Google Shape;670;p26"/>
            <p:cNvSpPr/>
            <p:nvPr/>
          </p:nvSpPr>
          <p:spPr>
            <a:xfrm>
              <a:off x="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1" name="Google Shape;671;p26"/>
            <p:cNvSpPr/>
            <p:nvPr/>
          </p:nvSpPr>
          <p:spPr>
            <a:xfrm>
              <a:off x="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2" name="Google Shape;672;p26"/>
            <p:cNvSpPr/>
            <p:nvPr/>
          </p:nvSpPr>
          <p:spPr>
            <a:xfrm>
              <a:off x="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3" name="Google Shape;673;p26"/>
            <p:cNvSpPr/>
            <p:nvPr/>
          </p:nvSpPr>
          <p:spPr>
            <a:xfrm>
              <a:off x="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4" name="Google Shape;674;p26"/>
            <p:cNvSpPr/>
            <p:nvPr/>
          </p:nvSpPr>
          <p:spPr>
            <a:xfrm>
              <a:off x="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5" name="Google Shape;675;p26"/>
            <p:cNvSpPr/>
            <p:nvPr/>
          </p:nvSpPr>
          <p:spPr>
            <a:xfrm>
              <a:off x="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6" name="Google Shape;676;p26"/>
            <p:cNvSpPr/>
            <p:nvPr/>
          </p:nvSpPr>
          <p:spPr>
            <a:xfrm>
              <a:off x="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7" name="Google Shape;677;p26"/>
            <p:cNvSpPr/>
            <p:nvPr/>
          </p:nvSpPr>
          <p:spPr>
            <a:xfrm>
              <a:off x="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8" name="Google Shape;678;p26"/>
            <p:cNvSpPr/>
            <p:nvPr/>
          </p:nvSpPr>
          <p:spPr>
            <a:xfrm>
              <a:off x="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9" name="Google Shape;679;p26"/>
            <p:cNvSpPr/>
            <p:nvPr/>
          </p:nvSpPr>
          <p:spPr>
            <a:xfrm>
              <a:off x="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0" name="Google Shape;680;p26"/>
            <p:cNvSpPr/>
            <p:nvPr/>
          </p:nvSpPr>
          <p:spPr>
            <a:xfrm>
              <a:off x="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1" name="Google Shape;681;p26"/>
            <p:cNvSpPr/>
            <p:nvPr/>
          </p:nvSpPr>
          <p:spPr>
            <a:xfrm>
              <a:off x="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
        <p:nvSpPr>
          <p:cNvPr id="682" name="Google Shape;682;p26"/>
          <p:cNvSpPr/>
          <p:nvPr/>
        </p:nvSpPr>
        <p:spPr>
          <a:xfrm flipH="1">
            <a:off x="15564000" y="-2641268"/>
            <a:ext cx="4819800" cy="4820400"/>
          </a:xfrm>
          <a:prstGeom prst="ellipse">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3" name="Google Shape;683;p26"/>
          <p:cNvSpPr/>
          <p:nvPr/>
        </p:nvSpPr>
        <p:spPr>
          <a:xfrm>
            <a:off x="5657840" y="9028394"/>
            <a:ext cx="7386600" cy="3223200"/>
          </a:xfrm>
          <a:prstGeom prst="roundRect">
            <a:avLst>
              <a:gd fmla="val 50000"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nvGrpSpPr>
          <p:cNvPr id="684" name="Google Shape;684;p26"/>
          <p:cNvGrpSpPr/>
          <p:nvPr/>
        </p:nvGrpSpPr>
        <p:grpSpPr>
          <a:xfrm flipH="1" rot="10800000">
            <a:off x="-788240" y="-877894"/>
            <a:ext cx="8147200" cy="2047107"/>
            <a:chOff x="1073950" y="3718675"/>
            <a:chExt cx="4073600" cy="1023400"/>
          </a:xfrm>
        </p:grpSpPr>
        <p:sp>
          <p:nvSpPr>
            <p:cNvPr id="685" name="Google Shape;685;p26"/>
            <p:cNvSpPr/>
            <p:nvPr/>
          </p:nvSpPr>
          <p:spPr>
            <a:xfrm>
              <a:off x="1073950" y="3718675"/>
              <a:ext cx="4073600" cy="1023400"/>
            </a:xfrm>
            <a:custGeom>
              <a:rect b="b" l="l" r="r" t="t"/>
              <a:pathLst>
                <a:path extrusionOk="0" h="409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36099"/>
                  </a:lnTo>
                  <a:lnTo>
                    <a:pt x="40" y="36579"/>
                  </a:lnTo>
                  <a:lnTo>
                    <a:pt x="80" y="37058"/>
                  </a:lnTo>
                  <a:lnTo>
                    <a:pt x="200" y="37538"/>
                  </a:lnTo>
                  <a:lnTo>
                    <a:pt x="400" y="37978"/>
                  </a:lnTo>
                  <a:lnTo>
                    <a:pt x="600" y="38418"/>
                  </a:lnTo>
                  <a:lnTo>
                    <a:pt x="840" y="38817"/>
                  </a:lnTo>
                  <a:lnTo>
                    <a:pt x="1119" y="39177"/>
                  </a:lnTo>
                  <a:lnTo>
                    <a:pt x="1399" y="39537"/>
                  </a:lnTo>
                  <a:lnTo>
                    <a:pt x="1759" y="39817"/>
                  </a:lnTo>
                  <a:lnTo>
                    <a:pt x="2119" y="40097"/>
                  </a:lnTo>
                  <a:lnTo>
                    <a:pt x="2519" y="40336"/>
                  </a:lnTo>
                  <a:lnTo>
                    <a:pt x="2958" y="40536"/>
                  </a:lnTo>
                  <a:lnTo>
                    <a:pt x="3398" y="40736"/>
                  </a:lnTo>
                  <a:lnTo>
                    <a:pt x="3878" y="40856"/>
                  </a:lnTo>
                  <a:lnTo>
                    <a:pt x="4357" y="40896"/>
                  </a:lnTo>
                  <a:lnTo>
                    <a:pt x="4837" y="40936"/>
                  </a:lnTo>
                  <a:lnTo>
                    <a:pt x="158106" y="40936"/>
                  </a:lnTo>
                  <a:lnTo>
                    <a:pt x="158586" y="40896"/>
                  </a:lnTo>
                  <a:lnTo>
                    <a:pt x="159065" y="40856"/>
                  </a:lnTo>
                  <a:lnTo>
                    <a:pt x="159545" y="40736"/>
                  </a:lnTo>
                  <a:lnTo>
                    <a:pt x="159985" y="40536"/>
                  </a:lnTo>
                  <a:lnTo>
                    <a:pt x="160425" y="40336"/>
                  </a:lnTo>
                  <a:lnTo>
                    <a:pt x="160824" y="40097"/>
                  </a:lnTo>
                  <a:lnTo>
                    <a:pt x="161184" y="39817"/>
                  </a:lnTo>
                  <a:lnTo>
                    <a:pt x="161544" y="39537"/>
                  </a:lnTo>
                  <a:lnTo>
                    <a:pt x="161824" y="39177"/>
                  </a:lnTo>
                  <a:lnTo>
                    <a:pt x="162104" y="38817"/>
                  </a:lnTo>
                  <a:lnTo>
                    <a:pt x="162343" y="38418"/>
                  </a:lnTo>
                  <a:lnTo>
                    <a:pt x="162543" y="37978"/>
                  </a:lnTo>
                  <a:lnTo>
                    <a:pt x="162743" y="37538"/>
                  </a:lnTo>
                  <a:lnTo>
                    <a:pt x="162863" y="37058"/>
                  </a:lnTo>
                  <a:lnTo>
                    <a:pt x="162903" y="36579"/>
                  </a:lnTo>
                  <a:lnTo>
                    <a:pt x="162943" y="36099"/>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6" name="Google Shape;686;p26"/>
            <p:cNvSpPr/>
            <p:nvPr/>
          </p:nvSpPr>
          <p:spPr>
            <a:xfrm>
              <a:off x="1073950" y="3718675"/>
              <a:ext cx="4073600" cy="230900"/>
            </a:xfrm>
            <a:custGeom>
              <a:rect b="b" l="l" r="r" t="t"/>
              <a:pathLst>
                <a:path extrusionOk="0" h="92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9235"/>
                  </a:lnTo>
                  <a:lnTo>
                    <a:pt x="162943" y="9235"/>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87" name="Google Shape;687;p26"/>
          <p:cNvGrpSpPr/>
          <p:nvPr/>
        </p:nvGrpSpPr>
        <p:grpSpPr>
          <a:xfrm flipH="1">
            <a:off x="-2795128" y="6985080"/>
            <a:ext cx="5244509" cy="3416559"/>
            <a:chOff x="7686124" y="3128689"/>
            <a:chExt cx="2622254" cy="1708023"/>
          </a:xfrm>
        </p:grpSpPr>
        <p:grpSp>
          <p:nvGrpSpPr>
            <p:cNvPr id="688" name="Google Shape;688;p26"/>
            <p:cNvGrpSpPr/>
            <p:nvPr/>
          </p:nvGrpSpPr>
          <p:grpSpPr>
            <a:xfrm>
              <a:off x="7686124" y="3760914"/>
              <a:ext cx="1979304" cy="1075798"/>
              <a:chOff x="1073950" y="1380100"/>
              <a:chExt cx="1882900" cy="1023400"/>
            </a:xfrm>
          </p:grpSpPr>
          <p:sp>
            <p:nvSpPr>
              <p:cNvPr id="689" name="Google Shape;689;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0" name="Google Shape;690;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1" name="Google Shape;691;p26"/>
            <p:cNvGrpSpPr/>
            <p:nvPr/>
          </p:nvGrpSpPr>
          <p:grpSpPr>
            <a:xfrm>
              <a:off x="7986174" y="3428739"/>
              <a:ext cx="1979304" cy="1075798"/>
              <a:chOff x="1073950" y="1380100"/>
              <a:chExt cx="1882900" cy="1023400"/>
            </a:xfrm>
          </p:grpSpPr>
          <p:sp>
            <p:nvSpPr>
              <p:cNvPr id="692" name="Google Shape;692;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3" name="Google Shape;693;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4" name="Google Shape;694;p26"/>
            <p:cNvGrpSpPr/>
            <p:nvPr/>
          </p:nvGrpSpPr>
          <p:grpSpPr>
            <a:xfrm>
              <a:off x="8329074" y="3128689"/>
              <a:ext cx="1979304" cy="1075798"/>
              <a:chOff x="1073950" y="1380100"/>
              <a:chExt cx="1882900" cy="1023400"/>
            </a:xfrm>
          </p:grpSpPr>
          <p:sp>
            <p:nvSpPr>
              <p:cNvPr id="695" name="Google Shape;695;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6" name="Google Shape;696;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grpSp>
        <p:nvGrpSpPr>
          <p:cNvPr id="697" name="Google Shape;697;p26"/>
          <p:cNvGrpSpPr/>
          <p:nvPr/>
        </p:nvGrpSpPr>
        <p:grpSpPr>
          <a:xfrm>
            <a:off x="16676575" y="4344566"/>
            <a:ext cx="3958609" cy="2151903"/>
            <a:chOff x="1073950" y="1380100"/>
            <a:chExt cx="1882900" cy="1023400"/>
          </a:xfrm>
        </p:grpSpPr>
        <p:sp>
          <p:nvSpPr>
            <p:cNvPr id="698" name="Google Shape;698;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9" name="Google Shape;699;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0" name="Google Shape;700;p26"/>
          <p:cNvGrpSpPr/>
          <p:nvPr/>
        </p:nvGrpSpPr>
        <p:grpSpPr>
          <a:xfrm>
            <a:off x="17276675" y="3680113"/>
            <a:ext cx="3958609" cy="2151903"/>
            <a:chOff x="1073950" y="1380100"/>
            <a:chExt cx="1882900" cy="1023400"/>
          </a:xfrm>
        </p:grpSpPr>
        <p:sp>
          <p:nvSpPr>
            <p:cNvPr id="701" name="Google Shape;701;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2" name="Google Shape;702;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3" name="Google Shape;703;p26"/>
          <p:cNvGrpSpPr/>
          <p:nvPr/>
        </p:nvGrpSpPr>
        <p:grpSpPr>
          <a:xfrm>
            <a:off x="14508833" y="8482378"/>
            <a:ext cx="6610261" cy="4315360"/>
            <a:chOff x="5351400" y="1380100"/>
            <a:chExt cx="2866300" cy="1870875"/>
          </a:xfrm>
        </p:grpSpPr>
        <p:sp>
          <p:nvSpPr>
            <p:cNvPr id="704" name="Google Shape;704;p26"/>
            <p:cNvSpPr/>
            <p:nvPr/>
          </p:nvSpPr>
          <p:spPr>
            <a:xfrm>
              <a:off x="5351400" y="1380100"/>
              <a:ext cx="2866300" cy="1870875"/>
            </a:xfrm>
            <a:custGeom>
              <a:rect b="b" l="l" r="r" t="t"/>
              <a:pathLst>
                <a:path extrusionOk="0" h="748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69998"/>
                  </a:lnTo>
                  <a:lnTo>
                    <a:pt x="40" y="70478"/>
                  </a:lnTo>
                  <a:lnTo>
                    <a:pt x="80" y="70957"/>
                  </a:lnTo>
                  <a:lnTo>
                    <a:pt x="200" y="71437"/>
                  </a:lnTo>
                  <a:lnTo>
                    <a:pt x="400" y="71877"/>
                  </a:lnTo>
                  <a:lnTo>
                    <a:pt x="600" y="72316"/>
                  </a:lnTo>
                  <a:lnTo>
                    <a:pt x="840" y="72716"/>
                  </a:lnTo>
                  <a:lnTo>
                    <a:pt x="1120" y="73076"/>
                  </a:lnTo>
                  <a:lnTo>
                    <a:pt x="1399" y="73436"/>
                  </a:lnTo>
                  <a:lnTo>
                    <a:pt x="1759" y="73716"/>
                  </a:lnTo>
                  <a:lnTo>
                    <a:pt x="2119" y="73995"/>
                  </a:lnTo>
                  <a:lnTo>
                    <a:pt x="2519" y="74235"/>
                  </a:lnTo>
                  <a:lnTo>
                    <a:pt x="2958" y="74435"/>
                  </a:lnTo>
                  <a:lnTo>
                    <a:pt x="3398" y="74635"/>
                  </a:lnTo>
                  <a:lnTo>
                    <a:pt x="3878" y="74755"/>
                  </a:lnTo>
                  <a:lnTo>
                    <a:pt x="4358" y="74795"/>
                  </a:lnTo>
                  <a:lnTo>
                    <a:pt x="4837" y="74835"/>
                  </a:lnTo>
                  <a:lnTo>
                    <a:pt x="109815" y="74835"/>
                  </a:lnTo>
                  <a:lnTo>
                    <a:pt x="110295" y="74795"/>
                  </a:lnTo>
                  <a:lnTo>
                    <a:pt x="110774" y="74755"/>
                  </a:lnTo>
                  <a:lnTo>
                    <a:pt x="111254" y="74635"/>
                  </a:lnTo>
                  <a:lnTo>
                    <a:pt x="111694" y="74435"/>
                  </a:lnTo>
                  <a:lnTo>
                    <a:pt x="112134" y="74235"/>
                  </a:lnTo>
                  <a:lnTo>
                    <a:pt x="112533" y="73995"/>
                  </a:lnTo>
                  <a:lnTo>
                    <a:pt x="112893" y="73716"/>
                  </a:lnTo>
                  <a:lnTo>
                    <a:pt x="113253" y="73436"/>
                  </a:lnTo>
                  <a:lnTo>
                    <a:pt x="113533" y="73076"/>
                  </a:lnTo>
                  <a:lnTo>
                    <a:pt x="113813" y="72716"/>
                  </a:lnTo>
                  <a:lnTo>
                    <a:pt x="114052" y="72316"/>
                  </a:lnTo>
                  <a:lnTo>
                    <a:pt x="114252" y="71877"/>
                  </a:lnTo>
                  <a:lnTo>
                    <a:pt x="114452" y="71437"/>
                  </a:lnTo>
                  <a:lnTo>
                    <a:pt x="114572" y="70957"/>
                  </a:lnTo>
                  <a:lnTo>
                    <a:pt x="114612" y="70478"/>
                  </a:lnTo>
                  <a:lnTo>
                    <a:pt x="114652" y="69998"/>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5" name="Google Shape;705;p26"/>
            <p:cNvSpPr/>
            <p:nvPr/>
          </p:nvSpPr>
          <p:spPr>
            <a:xfrm>
              <a:off x="5351400" y="1380100"/>
              <a:ext cx="2866300" cy="230875"/>
            </a:xfrm>
            <a:custGeom>
              <a:rect b="b" l="l" r="r" t="t"/>
              <a:pathLst>
                <a:path extrusionOk="0" h="92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9234"/>
                  </a:lnTo>
                  <a:lnTo>
                    <a:pt x="114652" y="9234"/>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Playfair Display"/>
              <a:buNone/>
              <a:defRPr b="0" i="0" sz="6600" u="none" cap="none" strike="noStrike">
                <a:solidFill>
                  <a:schemeClr val="dk1"/>
                </a:solidFill>
                <a:latin typeface="Playfair Display"/>
                <a:ea typeface="Playfair Display"/>
                <a:cs typeface="Playfair Display"/>
                <a:sym typeface="Playfair Dis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 name="Google Shape;11;p1"/>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Roboto"/>
                <a:ea typeface="Roboto"/>
                <a:cs typeface="Roboto"/>
                <a:sym typeface="Roboto"/>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12" name="Google Shape;12;p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3" name="Google Shape;13;p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4" name="Google Shape;14;p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800" u="none" cap="none" strike="noStrike">
                <a:solidFill>
                  <a:srgbClr val="919091"/>
                </a:solidFill>
                <a:latin typeface="Roboto"/>
                <a:ea typeface="Roboto"/>
                <a:cs typeface="Roboto"/>
                <a:sym typeface="Roboto"/>
              </a:defRPr>
            </a:lvl1pPr>
            <a:lvl2pPr indent="0" lvl="1" marL="0" marR="0" rtl="0" algn="r">
              <a:spcBef>
                <a:spcPts val="0"/>
              </a:spcBef>
              <a:buNone/>
              <a:defRPr b="0" i="0" sz="1800" u="none" cap="none" strike="noStrike">
                <a:solidFill>
                  <a:srgbClr val="919091"/>
                </a:solidFill>
                <a:latin typeface="Roboto"/>
                <a:ea typeface="Roboto"/>
                <a:cs typeface="Roboto"/>
                <a:sym typeface="Roboto"/>
              </a:defRPr>
            </a:lvl2pPr>
            <a:lvl3pPr indent="0" lvl="2" marL="0" marR="0" rtl="0" algn="r">
              <a:spcBef>
                <a:spcPts val="0"/>
              </a:spcBef>
              <a:buNone/>
              <a:defRPr b="0" i="0" sz="1800" u="none" cap="none" strike="noStrike">
                <a:solidFill>
                  <a:srgbClr val="919091"/>
                </a:solidFill>
                <a:latin typeface="Roboto"/>
                <a:ea typeface="Roboto"/>
                <a:cs typeface="Roboto"/>
                <a:sym typeface="Roboto"/>
              </a:defRPr>
            </a:lvl3pPr>
            <a:lvl4pPr indent="0" lvl="3" marL="0" marR="0" rtl="0" algn="r">
              <a:spcBef>
                <a:spcPts val="0"/>
              </a:spcBef>
              <a:buNone/>
              <a:defRPr b="0" i="0" sz="1800" u="none" cap="none" strike="noStrike">
                <a:solidFill>
                  <a:srgbClr val="919091"/>
                </a:solidFill>
                <a:latin typeface="Roboto"/>
                <a:ea typeface="Roboto"/>
                <a:cs typeface="Roboto"/>
                <a:sym typeface="Roboto"/>
              </a:defRPr>
            </a:lvl4pPr>
            <a:lvl5pPr indent="0" lvl="4" marL="0" marR="0" rtl="0" algn="r">
              <a:spcBef>
                <a:spcPts val="0"/>
              </a:spcBef>
              <a:buNone/>
              <a:defRPr b="0" i="0" sz="1800" u="none" cap="none" strike="noStrike">
                <a:solidFill>
                  <a:srgbClr val="919091"/>
                </a:solidFill>
                <a:latin typeface="Roboto"/>
                <a:ea typeface="Roboto"/>
                <a:cs typeface="Roboto"/>
                <a:sym typeface="Roboto"/>
              </a:defRPr>
            </a:lvl5pPr>
            <a:lvl6pPr indent="0" lvl="5" marL="0" marR="0" rtl="0" algn="r">
              <a:spcBef>
                <a:spcPts val="0"/>
              </a:spcBef>
              <a:buNone/>
              <a:defRPr b="0" i="0" sz="1800" u="none" cap="none" strike="noStrike">
                <a:solidFill>
                  <a:srgbClr val="919091"/>
                </a:solidFill>
                <a:latin typeface="Roboto"/>
                <a:ea typeface="Roboto"/>
                <a:cs typeface="Roboto"/>
                <a:sym typeface="Roboto"/>
              </a:defRPr>
            </a:lvl6pPr>
            <a:lvl7pPr indent="0" lvl="6" marL="0" marR="0" rtl="0" algn="r">
              <a:spcBef>
                <a:spcPts val="0"/>
              </a:spcBef>
              <a:buNone/>
              <a:defRPr b="0" i="0" sz="1800" u="none" cap="none" strike="noStrike">
                <a:solidFill>
                  <a:srgbClr val="919091"/>
                </a:solidFill>
                <a:latin typeface="Roboto"/>
                <a:ea typeface="Roboto"/>
                <a:cs typeface="Roboto"/>
                <a:sym typeface="Roboto"/>
              </a:defRPr>
            </a:lvl7pPr>
            <a:lvl8pPr indent="0" lvl="7" marL="0" marR="0" rtl="0" algn="r">
              <a:spcBef>
                <a:spcPts val="0"/>
              </a:spcBef>
              <a:buNone/>
              <a:defRPr b="0" i="0" sz="1800" u="none" cap="none" strike="noStrike">
                <a:solidFill>
                  <a:srgbClr val="919091"/>
                </a:solidFill>
                <a:latin typeface="Roboto"/>
                <a:ea typeface="Roboto"/>
                <a:cs typeface="Roboto"/>
                <a:sym typeface="Roboto"/>
              </a:defRPr>
            </a:lvl8pPr>
            <a:lvl9pPr indent="0" lvl="8" marL="0" marR="0" rtl="0" algn="r">
              <a:spcBef>
                <a:spcPts val="0"/>
              </a:spcBef>
              <a:buNone/>
              <a:defRPr b="0" i="0" sz="1800" u="none" cap="none" strike="noStrike">
                <a:solidFill>
                  <a:srgbClr val="91909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1"/>
          <p:cNvCxnSpPr/>
          <p:nvPr/>
        </p:nvCxnSpPr>
        <p:spPr>
          <a:xfrm>
            <a:off x="473529" y="395691"/>
            <a:ext cx="0" cy="791400"/>
          </a:xfrm>
          <a:prstGeom prst="straightConnector1">
            <a:avLst/>
          </a:prstGeom>
          <a:noFill/>
          <a:ln cap="flat" cmpd="sng" w="57150">
            <a:solidFill>
              <a:schemeClr val="lt2"/>
            </a:solidFill>
            <a:prstDash val="solid"/>
            <a:miter lim="800000"/>
            <a:headEnd len="sm" w="sm" type="none"/>
            <a:tailEnd len="sm" w="sm" type="none"/>
          </a:ln>
        </p:spPr>
      </p:cxnSp>
      <p:grpSp>
        <p:nvGrpSpPr>
          <p:cNvPr id="16" name="Google Shape;16;p1"/>
          <p:cNvGrpSpPr/>
          <p:nvPr/>
        </p:nvGrpSpPr>
        <p:grpSpPr>
          <a:xfrm>
            <a:off x="15035298" y="6804554"/>
            <a:ext cx="3814543" cy="3899555"/>
            <a:chOff x="9414500" y="3211685"/>
            <a:chExt cx="1939368" cy="1982287"/>
          </a:xfrm>
        </p:grpSpPr>
        <p:sp>
          <p:nvSpPr>
            <p:cNvPr id="17" name="Google Shape;17;p1"/>
            <p:cNvSpPr/>
            <p:nvPr/>
          </p:nvSpPr>
          <p:spPr>
            <a:xfrm>
              <a:off x="9414500" y="3673801"/>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 name="Google Shape;18;p1"/>
            <p:cNvSpPr/>
            <p:nvPr/>
          </p:nvSpPr>
          <p:spPr>
            <a:xfrm>
              <a:off x="10429568" y="3211685"/>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9" name="Google Shape;19;p1"/>
            <p:cNvSpPr/>
            <p:nvPr/>
          </p:nvSpPr>
          <p:spPr>
            <a:xfrm>
              <a:off x="10338732" y="4269672"/>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20" name="Google Shape;20;p1"/>
          <p:cNvPicPr preferRelativeResize="0"/>
          <p:nvPr/>
        </p:nvPicPr>
        <p:blipFill rotWithShape="1">
          <a:blip r:embed="rId1">
            <a:alphaModFix/>
          </a:blip>
          <a:srcRect b="0" l="0" r="0" t="0"/>
          <a:stretch/>
        </p:blipFill>
        <p:spPr>
          <a:xfrm>
            <a:off x="15347287" y="204820"/>
            <a:ext cx="2643364" cy="68144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241">
          <p15:clr>
            <a:srgbClr val="F26B43"/>
          </p15:clr>
        </p15:guide>
        <p15:guide id="2" pos="5760">
          <p15:clr>
            <a:srgbClr val="F26B43"/>
          </p15:clr>
        </p15:guide>
        <p15:guide id="3" orient="horz" pos="1574">
          <p15:clr>
            <a:srgbClr val="F26B43"/>
          </p15:clr>
        </p15:guide>
        <p15:guide id="4" pos="284">
          <p15:clr>
            <a:srgbClr val="F26B43"/>
          </p15:clr>
        </p15:guide>
        <p15:guide id="5" pos="7631">
          <p15:clr>
            <a:srgbClr val="F26B43"/>
          </p15:clr>
        </p15:guide>
        <p15:guide id="6" pos="3855">
          <p15:clr>
            <a:srgbClr val="F26B43"/>
          </p15:clr>
        </p15:guide>
        <p15:guide id="7" pos="657">
          <p15:clr>
            <a:srgbClr val="F26B43"/>
          </p15:clr>
        </p15:guide>
        <p15:guide id="8" pos="11226">
          <p15:clr>
            <a:srgbClr val="F26B43"/>
          </p15:clr>
        </p15:guide>
        <p15:guide id="9" pos="108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97" name="Shape 197"/>
        <p:cNvGrpSpPr/>
        <p:nvPr/>
      </p:nvGrpSpPr>
      <p:grpSpPr>
        <a:xfrm>
          <a:off x="0" y="0"/>
          <a:ext cx="0" cy="0"/>
          <a:chOff x="0" y="0"/>
          <a:chExt cx="0" cy="0"/>
        </a:xfrm>
      </p:grpSpPr>
      <p:sp>
        <p:nvSpPr>
          <p:cNvPr id="198" name="Google Shape;198;p25"/>
          <p:cNvSpPr txBox="1"/>
          <p:nvPr>
            <p:ph type="title"/>
          </p:nvPr>
        </p:nvSpPr>
        <p:spPr>
          <a:xfrm>
            <a:off x="1440000" y="956140"/>
            <a:ext cx="15408000" cy="1130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1pPr>
            <a:lvl2pPr lvl="1"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2pPr>
            <a:lvl3pPr lvl="2"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3pPr>
            <a:lvl4pPr lvl="3"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4pPr>
            <a:lvl5pPr lvl="4"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5pPr>
            <a:lvl6pPr lvl="5"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6pPr>
            <a:lvl7pPr lvl="6"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7pPr>
            <a:lvl8pPr lvl="7"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8pPr>
            <a:lvl9pPr lvl="8"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9pPr>
          </a:lstStyle>
          <a:p/>
        </p:txBody>
      </p:sp>
      <p:sp>
        <p:nvSpPr>
          <p:cNvPr id="199" name="Google Shape;199;p25"/>
          <p:cNvSpPr txBox="1"/>
          <p:nvPr>
            <p:ph idx="1" type="body"/>
          </p:nvPr>
        </p:nvSpPr>
        <p:spPr>
          <a:xfrm>
            <a:off x="1440000" y="2286303"/>
            <a:ext cx="15408000" cy="67419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1pPr>
            <a:lvl2pPr indent="-317500" lvl="1" marL="914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2pPr>
            <a:lvl3pPr indent="-317500" lvl="2" marL="1371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3pPr>
            <a:lvl4pPr indent="-317500" lvl="3" marL="18288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4pPr>
            <a:lvl5pPr indent="-317500" lvl="4" marL="22860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5pPr>
            <a:lvl6pPr indent="-317500" lvl="5" marL="27432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6pPr>
            <a:lvl7pPr indent="-317500" lvl="6" marL="3200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7pPr>
            <a:lvl8pPr indent="-317500" lvl="7" marL="3657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8pPr>
            <a:lvl9pPr indent="-317500" lvl="8" marL="4114800" marR="0" rtl="0" algn="l">
              <a:lnSpc>
                <a:spcPct val="100000"/>
              </a:lnSpc>
              <a:spcBef>
                <a:spcPts val="1600"/>
              </a:spcBef>
              <a:spcAft>
                <a:spcPts val="1600"/>
              </a:spcAft>
              <a:buClr>
                <a:schemeClr val="dk1"/>
              </a:buClr>
              <a:buSzPts val="1400"/>
              <a:buFont typeface="Lexend"/>
              <a:buChar char="■"/>
              <a:defRPr b="0" i="0" sz="2800" u="none" cap="none" strike="noStrike">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709" name="Shape 709"/>
        <p:cNvGrpSpPr/>
        <p:nvPr/>
      </p:nvGrpSpPr>
      <p:grpSpPr>
        <a:xfrm>
          <a:off x="0" y="0"/>
          <a:ext cx="0" cy="0"/>
          <a:chOff x="0" y="0"/>
          <a:chExt cx="0" cy="0"/>
        </a:xfrm>
      </p:grpSpPr>
      <p:sp>
        <p:nvSpPr>
          <p:cNvPr id="710" name="Google Shape;710;p27"/>
          <p:cNvSpPr txBox="1"/>
          <p:nvPr/>
        </p:nvSpPr>
        <p:spPr>
          <a:xfrm>
            <a:off x="2438543" y="1701167"/>
            <a:ext cx="13410900" cy="12621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1" i="0" lang="en-US" sz="8200" u="none" cap="none" strike="noStrike">
                <a:solidFill>
                  <a:srgbClr val="FFFFFF"/>
                </a:solidFill>
              </a:rPr>
              <a:t>VSTEP </a:t>
            </a:r>
            <a:r>
              <a:rPr b="1" lang="en-US" sz="8200">
                <a:solidFill>
                  <a:srgbClr val="FFFFFF"/>
                </a:solidFill>
              </a:rPr>
              <a:t>B1</a:t>
            </a:r>
            <a:r>
              <a:rPr b="1" i="0" lang="en-US" sz="8200" u="none" cap="none" strike="noStrike">
                <a:solidFill>
                  <a:srgbClr val="FFFFFF"/>
                </a:solidFill>
              </a:rPr>
              <a:t> – </a:t>
            </a:r>
            <a:r>
              <a:rPr b="1" lang="en-US" sz="8200">
                <a:solidFill>
                  <a:srgbClr val="FFFFFF"/>
                </a:solidFill>
              </a:rPr>
              <a:t>LESSON 5</a:t>
            </a:r>
            <a:endParaRPr b="1" i="0" sz="8200" u="none" cap="none" strike="noStrike">
              <a:solidFill>
                <a:srgbClr val="000000"/>
              </a:solidFill>
            </a:endParaRPr>
          </a:p>
        </p:txBody>
      </p:sp>
      <p:grpSp>
        <p:nvGrpSpPr>
          <p:cNvPr id="711" name="Google Shape;711;p27"/>
          <p:cNvGrpSpPr/>
          <p:nvPr/>
        </p:nvGrpSpPr>
        <p:grpSpPr>
          <a:xfrm>
            <a:off x="4933938" y="5145099"/>
            <a:ext cx="8594283" cy="2878045"/>
            <a:chOff x="0" y="-38100"/>
            <a:chExt cx="2263500" cy="585373"/>
          </a:xfrm>
        </p:grpSpPr>
        <p:sp>
          <p:nvSpPr>
            <p:cNvPr id="712" name="Google Shape;712;p27"/>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27"/>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14" name="Google Shape;714;p27"/>
          <p:cNvCxnSpPr/>
          <p:nvPr/>
        </p:nvCxnSpPr>
        <p:spPr>
          <a:xfrm>
            <a:off x="3381380" y="3702753"/>
            <a:ext cx="11699400" cy="0"/>
          </a:xfrm>
          <a:prstGeom prst="straightConnector1">
            <a:avLst/>
          </a:prstGeom>
          <a:noFill/>
          <a:ln cap="flat" cmpd="sng" w="38100">
            <a:solidFill>
              <a:srgbClr val="FFFFFF"/>
            </a:solidFill>
            <a:prstDash val="solid"/>
            <a:round/>
            <a:headEnd len="sm" w="sm" type="none"/>
            <a:tailEnd len="sm" w="sm" type="none"/>
          </a:ln>
        </p:spPr>
      </p:cxnSp>
      <p:sp>
        <p:nvSpPr>
          <p:cNvPr id="715" name="Google Shape;715;p27"/>
          <p:cNvSpPr txBox="1"/>
          <p:nvPr/>
        </p:nvSpPr>
        <p:spPr>
          <a:xfrm>
            <a:off x="5000325" y="5428525"/>
            <a:ext cx="8461500" cy="327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460"/>
              <a:buFont typeface="Arial"/>
              <a:buNone/>
            </a:pPr>
            <a:r>
              <a:rPr lang="en-US" sz="9300">
                <a:solidFill>
                  <a:srgbClr val="018345"/>
                </a:solidFill>
              </a:rPr>
              <a:t>WRITING</a:t>
            </a:r>
            <a:endParaRPr sz="9300">
              <a:solidFill>
                <a:srgbClr val="018345"/>
              </a:solidFill>
            </a:endParaRPr>
          </a:p>
          <a:p>
            <a:pPr indent="0" lvl="0" marL="0" rtl="0" algn="ctr">
              <a:lnSpc>
                <a:spcPct val="100000"/>
              </a:lnSpc>
              <a:spcBef>
                <a:spcPts val="0"/>
              </a:spcBef>
              <a:spcAft>
                <a:spcPts val="0"/>
              </a:spcAft>
              <a:buClr>
                <a:srgbClr val="000000"/>
              </a:buClr>
              <a:buSzPts val="12460"/>
              <a:buFont typeface="Arial"/>
              <a:buNone/>
            </a:pPr>
            <a:r>
              <a:rPr lang="en-US" sz="6000">
                <a:solidFill>
                  <a:schemeClr val="dk2"/>
                </a:solidFill>
              </a:rPr>
              <a:t>F</a:t>
            </a:r>
            <a:r>
              <a:rPr lang="en-US" sz="6000">
                <a:solidFill>
                  <a:schemeClr val="dk2"/>
                </a:solidFill>
              </a:rPr>
              <a:t>ormal letter/email </a:t>
            </a:r>
            <a:endParaRPr sz="6000">
              <a:solidFill>
                <a:schemeClr val="dk2"/>
              </a:solidFill>
            </a:endParaRPr>
          </a:p>
          <a:p>
            <a:pPr indent="0" lvl="0" marL="0" marR="0" rtl="0" algn="ctr">
              <a:lnSpc>
                <a:spcPct val="112006"/>
              </a:lnSpc>
              <a:spcBef>
                <a:spcPts val="0"/>
              </a:spcBef>
              <a:spcAft>
                <a:spcPts val="0"/>
              </a:spcAft>
              <a:buClr>
                <a:srgbClr val="000000"/>
              </a:buClr>
              <a:buSzPts val="12460"/>
              <a:buFont typeface="Arial"/>
              <a:buNone/>
            </a:pPr>
            <a:r>
              <a:rPr lang="en-US" sz="6000">
                <a:solidFill>
                  <a:srgbClr val="018345"/>
                </a:solidFill>
              </a:rPr>
              <a:t> </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28"/>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fair Display"/>
              <a:buNone/>
            </a:pPr>
            <a:r>
              <a:rPr b="1" lang="en-US">
                <a:latin typeface="Arial"/>
                <a:ea typeface="Arial"/>
                <a:cs typeface="Arial"/>
                <a:sym typeface="Arial"/>
              </a:rPr>
              <a:t>01. BỐ CỤC THƯ TRANG TRỌNG</a:t>
            </a:r>
            <a:endParaRPr b="1">
              <a:latin typeface="Arial"/>
              <a:ea typeface="Arial"/>
              <a:cs typeface="Arial"/>
              <a:sym typeface="Arial"/>
            </a:endParaRPr>
          </a:p>
        </p:txBody>
      </p:sp>
      <p:graphicFrame>
        <p:nvGraphicFramePr>
          <p:cNvPr id="721" name="Google Shape;721;p28"/>
          <p:cNvGraphicFramePr/>
          <p:nvPr/>
        </p:nvGraphicFramePr>
        <p:xfrm>
          <a:off x="728313" y="2113388"/>
          <a:ext cx="3000000" cy="3000000"/>
        </p:xfrm>
        <a:graphic>
          <a:graphicData uri="http://schemas.openxmlformats.org/drawingml/2006/table">
            <a:tbl>
              <a:tblPr>
                <a:noFill/>
                <a:tableStyleId>{1168440D-A4AB-44A5-AED7-D7F76E54A885}</a:tableStyleId>
              </a:tblPr>
              <a:tblGrid>
                <a:gridCol w="1542225"/>
                <a:gridCol w="7632825"/>
                <a:gridCol w="7911050"/>
              </a:tblGrid>
              <a:tr h="1453500">
                <a:tc>
                  <a:txBody>
                    <a:bodyPr/>
                    <a:lstStyle/>
                    <a:p>
                      <a:pPr indent="0" lvl="0" marL="0" rtl="0" algn="ctr">
                        <a:spcBef>
                          <a:spcPts val="0"/>
                        </a:spcBef>
                        <a:spcAft>
                          <a:spcPts val="0"/>
                        </a:spcAft>
                        <a:buNone/>
                      </a:pPr>
                      <a:r>
                        <a:rPr b="1" lang="en-US" sz="2000"/>
                        <a:t>Phần</a:t>
                      </a:r>
                      <a:endParaRPr b="1"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ctr">
                        <a:spcBef>
                          <a:spcPts val="0"/>
                        </a:spcBef>
                        <a:spcAft>
                          <a:spcPts val="0"/>
                        </a:spcAft>
                        <a:buNone/>
                      </a:pPr>
                      <a:r>
                        <a:rPr b="1" lang="en-US" sz="2000"/>
                        <a:t>Thư trang trọng (formal letter)</a:t>
                      </a:r>
                      <a:endParaRPr b="1"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ctr">
                        <a:spcBef>
                          <a:spcPts val="0"/>
                        </a:spcBef>
                        <a:spcAft>
                          <a:spcPts val="0"/>
                        </a:spcAft>
                        <a:buNone/>
                      </a:pPr>
                      <a:r>
                        <a:rPr b="1" lang="en-US" sz="2000"/>
                        <a:t>Template</a:t>
                      </a:r>
                      <a:endParaRPr b="1"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952550">
                <a:tc>
                  <a:txBody>
                    <a:bodyPr/>
                    <a:lstStyle/>
                    <a:p>
                      <a:pPr indent="0" lvl="0" marL="0" rtl="0" algn="l">
                        <a:spcBef>
                          <a:spcPts val="0"/>
                        </a:spcBef>
                        <a:spcAft>
                          <a:spcPts val="0"/>
                        </a:spcAft>
                        <a:buNone/>
                      </a:pPr>
                      <a:r>
                        <a:rPr lang="en-US" sz="2000"/>
                        <a:t>Mở thư</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355600" lvl="0" marL="457200" rtl="0" algn="l">
                        <a:spcBef>
                          <a:spcPts val="0"/>
                        </a:spcBef>
                        <a:spcAft>
                          <a:spcPts val="0"/>
                        </a:spcAft>
                        <a:buSzPts val="2000"/>
                        <a:buChar char="●"/>
                      </a:pPr>
                      <a:r>
                        <a:rPr lang="en-US" sz="2000"/>
                        <a:t>Dear Sir or Madam, (hoặc Dear Mr.+Họ; Dear Ms.+Họ)</a:t>
                      </a:r>
                      <a:endParaRPr sz="2000"/>
                    </a:p>
                    <a:p>
                      <a:pPr indent="-355600" lvl="0" marL="457200" rtl="0" algn="l">
                        <a:spcBef>
                          <a:spcPts val="0"/>
                        </a:spcBef>
                        <a:spcAft>
                          <a:spcPts val="0"/>
                        </a:spcAft>
                        <a:buSzPts val="2000"/>
                        <a:buChar char="●"/>
                      </a:pPr>
                      <a:r>
                        <a:rPr lang="en-US" sz="2000"/>
                        <a:t>Đưa ra lý do viết thư </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2000"/>
                        <a:t>Dear…,</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1157000">
                <a:tc>
                  <a:txBody>
                    <a:bodyPr/>
                    <a:lstStyle/>
                    <a:p>
                      <a:pPr indent="0" lvl="0" marL="0" rtl="0" algn="l">
                        <a:spcBef>
                          <a:spcPts val="0"/>
                        </a:spcBef>
                        <a:spcAft>
                          <a:spcPts val="0"/>
                        </a:spcAft>
                        <a:buNone/>
                      </a:pPr>
                      <a:r>
                        <a:rPr lang="en-US" sz="2000"/>
                        <a:t>Thân bài</a:t>
                      </a:r>
                      <a:endParaRPr sz="2000"/>
                    </a:p>
                  </a:txBody>
                  <a:tcPr marT="63500" marB="63500" marR="63500" marL="63500" anchor="ctr">
                    <a:lnL cap="flat" cmpd="sng" w="12700">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355600" lvl="0" marL="457200" rtl="0" algn="l">
                        <a:spcBef>
                          <a:spcPts val="0"/>
                        </a:spcBef>
                        <a:spcAft>
                          <a:spcPts val="0"/>
                        </a:spcAft>
                        <a:buSzPts val="2000"/>
                        <a:buChar char="●"/>
                      </a:pPr>
                      <a:r>
                        <a:rPr lang="en-US" sz="2000"/>
                        <a:t>Trả lời các câu hỏi, yêu cầu trong bài</a:t>
                      </a:r>
                      <a:endParaRPr sz="2000"/>
                    </a:p>
                  </a:txBody>
                  <a:tcPr marT="63500" marB="63500" marR="63500" marL="63500" anchor="ctr">
                    <a:lnL cap="flat" cmpd="sng" w="9525">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c>
                  <a:txBody>
                    <a:bodyPr/>
                    <a:lstStyle/>
                    <a:p>
                      <a:pPr indent="-355600" lvl="0" marL="457200" rtl="0" algn="l">
                        <a:lnSpc>
                          <a:spcPct val="150000"/>
                        </a:lnSpc>
                        <a:spcBef>
                          <a:spcPts val="0"/>
                        </a:spcBef>
                        <a:spcAft>
                          <a:spcPts val="0"/>
                        </a:spcAft>
                        <a:buSzPts val="2000"/>
                        <a:buChar char="●"/>
                      </a:pPr>
                      <a:r>
                        <a:rPr lang="en-US" sz="2000"/>
                        <a:t>Một câu trả lời trọng tâm yêu cầu </a:t>
                      </a:r>
                      <a:endParaRPr sz="2000"/>
                    </a:p>
                    <a:p>
                      <a:pPr indent="-355600" lvl="0" marL="457200" rtl="0" algn="l">
                        <a:lnSpc>
                          <a:spcPct val="150000"/>
                        </a:lnSpc>
                        <a:spcBef>
                          <a:spcPts val="0"/>
                        </a:spcBef>
                        <a:spcAft>
                          <a:spcPts val="0"/>
                        </a:spcAft>
                        <a:buSzPts val="2000"/>
                        <a:buChar char="●"/>
                      </a:pPr>
                      <a:r>
                        <a:rPr lang="en-US" sz="2000"/>
                        <a:t>Giải thích</a:t>
                      </a:r>
                      <a:endParaRPr sz="2000"/>
                    </a:p>
                  </a:txBody>
                  <a:tcPr marT="63500" marB="63500" marR="63500" marL="63500" anchor="ctr">
                    <a:lnL cap="flat" cmpd="sng" w="9525">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1416750">
                <a:tc>
                  <a:txBody>
                    <a:bodyPr/>
                    <a:lstStyle/>
                    <a:p>
                      <a:pPr indent="0" lvl="0" marL="0" rtl="0" algn="l">
                        <a:spcBef>
                          <a:spcPts val="0"/>
                        </a:spcBef>
                        <a:spcAft>
                          <a:spcPts val="0"/>
                        </a:spcAft>
                        <a:buNone/>
                      </a:pPr>
                      <a:r>
                        <a:rPr lang="en-US" sz="2000"/>
                        <a:t>Kết thư</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355600" lvl="0" marL="457200" rtl="0" algn="l">
                        <a:spcBef>
                          <a:spcPts val="0"/>
                        </a:spcBef>
                        <a:spcAft>
                          <a:spcPts val="0"/>
                        </a:spcAft>
                        <a:buSzPts val="2000"/>
                        <a:buChar char="●"/>
                      </a:pPr>
                      <a:r>
                        <a:rPr lang="en-US" sz="2000"/>
                        <a:t>Cảm ơn vì đã đọc thư</a:t>
                      </a:r>
                      <a:endParaRPr sz="2000"/>
                    </a:p>
                    <a:p>
                      <a:pPr indent="-355600" lvl="0" marL="457200" rtl="0" algn="l">
                        <a:spcBef>
                          <a:spcPts val="0"/>
                        </a:spcBef>
                        <a:spcAft>
                          <a:spcPts val="0"/>
                        </a:spcAft>
                        <a:buSzPts val="2000"/>
                        <a:buChar char="●"/>
                      </a:pPr>
                      <a:r>
                        <a:rPr lang="en-US" sz="2000"/>
                        <a:t>(Bày tỏ muốn nhận phản hồi từ người nhận thư - nếu cần)</a:t>
                      </a:r>
                      <a:endParaRPr sz="2000"/>
                    </a:p>
                    <a:p>
                      <a:pPr indent="-355600" lvl="0" marL="457200" rtl="0" algn="l">
                        <a:spcBef>
                          <a:spcPts val="0"/>
                        </a:spcBef>
                        <a:spcAft>
                          <a:spcPts val="0"/>
                        </a:spcAft>
                        <a:buSzPts val="2000"/>
                        <a:buChar char="●"/>
                      </a:pPr>
                      <a:r>
                        <a:rPr lang="en-US" sz="2000"/>
                        <a:t>Câu chào</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355600" lvl="0" marL="457200" rtl="0" algn="l">
                        <a:lnSpc>
                          <a:spcPct val="150000"/>
                        </a:lnSpc>
                        <a:spcBef>
                          <a:spcPts val="0"/>
                        </a:spcBef>
                        <a:spcAft>
                          <a:spcPts val="0"/>
                        </a:spcAft>
                        <a:buSzPts val="2000"/>
                        <a:buChar char="●"/>
                      </a:pPr>
                      <a:r>
                        <a:rPr lang="en-US" sz="2000"/>
                        <a:t>Thank you for your time and consideration. [I look forward to your positive reply.]</a:t>
                      </a:r>
                      <a:endParaRPr sz="2000"/>
                    </a:p>
                    <a:p>
                      <a:pPr indent="-355600" lvl="0" marL="457200" rtl="0" algn="l">
                        <a:lnSpc>
                          <a:spcPct val="150000"/>
                        </a:lnSpc>
                        <a:spcBef>
                          <a:spcPts val="0"/>
                        </a:spcBef>
                        <a:spcAft>
                          <a:spcPts val="0"/>
                        </a:spcAft>
                        <a:buSzPts val="2000"/>
                        <a:buChar char="●"/>
                      </a:pPr>
                      <a:r>
                        <a:rPr lang="en-US" sz="2000"/>
                        <a:t>Kind regards,</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r h="792250">
                <a:tc>
                  <a:txBody>
                    <a:bodyPr/>
                    <a:lstStyle/>
                    <a:p>
                      <a:pPr indent="0" lvl="0" marL="0" rtl="0" algn="l">
                        <a:spcBef>
                          <a:spcPts val="0"/>
                        </a:spcBef>
                        <a:spcAft>
                          <a:spcPts val="0"/>
                        </a:spcAft>
                        <a:buNone/>
                      </a:pPr>
                      <a:r>
                        <a:rPr lang="en-US" sz="2000"/>
                        <a:t>Ký tên</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gridSpan="2">
                  <a:txBody>
                    <a:bodyPr/>
                    <a:lstStyle/>
                    <a:p>
                      <a:pPr indent="0" lvl="0" marL="0" rtl="0" algn="l">
                        <a:spcBef>
                          <a:spcPts val="0"/>
                        </a:spcBef>
                        <a:spcAft>
                          <a:spcPts val="0"/>
                        </a:spcAft>
                        <a:buNone/>
                      </a:pPr>
                      <a:r>
                        <a:rPr lang="en-US" sz="2000"/>
                        <a:t>Ký tên tiếng Anh của mình (nếu như đề bài không yêu cầu, thì không cần ký tên)</a:t>
                      </a:r>
                      <a:endParaRPr sz="20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hMerge="1"/>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cxnSp>
        <p:nvCxnSpPr>
          <p:cNvPr id="726" name="Google Shape;726;p29"/>
          <p:cNvCxnSpPr/>
          <p:nvPr/>
        </p:nvCxnSpPr>
        <p:spPr>
          <a:xfrm>
            <a:off x="-249883" y="5125235"/>
            <a:ext cx="5303400" cy="0"/>
          </a:xfrm>
          <a:prstGeom prst="straightConnector1">
            <a:avLst/>
          </a:prstGeom>
          <a:noFill/>
          <a:ln cap="flat" cmpd="sng" w="38100">
            <a:solidFill>
              <a:srgbClr val="FFFFFF"/>
            </a:solidFill>
            <a:prstDash val="solid"/>
            <a:round/>
            <a:headEnd len="sm" w="sm" type="none"/>
            <a:tailEnd len="sm" w="sm" type="none"/>
          </a:ln>
        </p:spPr>
      </p:cxnSp>
      <p:grpSp>
        <p:nvGrpSpPr>
          <p:cNvPr id="727" name="Google Shape;727;p29"/>
          <p:cNvGrpSpPr/>
          <p:nvPr/>
        </p:nvGrpSpPr>
        <p:grpSpPr>
          <a:xfrm rot="10800000">
            <a:off x="15785084" y="-537021"/>
            <a:ext cx="7681773" cy="4261259"/>
            <a:chOff x="0" y="-38100"/>
            <a:chExt cx="406400" cy="225405"/>
          </a:xfrm>
        </p:grpSpPr>
        <p:sp>
          <p:nvSpPr>
            <p:cNvPr id="728" name="Google Shape;728;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29" name="Google Shape;729;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0" name="Google Shape;730;p29"/>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1a. VÍ DỤ: THƯ XIN LỖI </a:t>
            </a:r>
            <a:endParaRPr b="1" sz="800">
              <a:solidFill>
                <a:schemeClr val="lt1"/>
              </a:solidFill>
              <a:latin typeface="Montserrat"/>
              <a:ea typeface="Montserrat"/>
              <a:cs typeface="Montserrat"/>
              <a:sym typeface="Montserrat"/>
            </a:endParaRPr>
          </a:p>
        </p:txBody>
      </p:sp>
      <p:sp>
        <p:nvSpPr>
          <p:cNvPr id="731" name="Google Shape;731;p29"/>
          <p:cNvSpPr txBox="1"/>
          <p:nvPr/>
        </p:nvSpPr>
        <p:spPr>
          <a:xfrm>
            <a:off x="319925" y="1005925"/>
            <a:ext cx="15901800" cy="1621500"/>
          </a:xfrm>
          <a:prstGeom prst="rect">
            <a:avLst/>
          </a:prstGeom>
          <a:solidFill>
            <a:srgbClr val="00B050">
              <a:alpha val="15690"/>
            </a:srgbClr>
          </a:solidFill>
          <a:ln cap="flat" cmpd="sng" w="19050">
            <a:solidFill>
              <a:srgbClr val="018146"/>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i="1" lang="en-US" sz="2100"/>
              <a:t>Write a letter to your boss apologising for the recent meeting you missed at work.</a:t>
            </a:r>
            <a:endParaRPr i="1" sz="2100"/>
          </a:p>
          <a:p>
            <a:pPr indent="-361950" lvl="0" marL="457200" rtl="0" algn="just">
              <a:lnSpc>
                <a:spcPct val="100000"/>
              </a:lnSpc>
              <a:spcBef>
                <a:spcPts val="0"/>
              </a:spcBef>
              <a:spcAft>
                <a:spcPts val="0"/>
              </a:spcAft>
              <a:buSzPts val="2100"/>
              <a:buChar char="●"/>
            </a:pPr>
            <a:r>
              <a:rPr i="1" lang="en-US" sz="2100"/>
              <a:t>Apologise for missing the meeting.</a:t>
            </a:r>
            <a:endParaRPr i="1" sz="2100"/>
          </a:p>
          <a:p>
            <a:pPr indent="-361950" lvl="0" marL="457200" rtl="0" algn="just">
              <a:lnSpc>
                <a:spcPct val="100000"/>
              </a:lnSpc>
              <a:spcBef>
                <a:spcPts val="0"/>
              </a:spcBef>
              <a:spcAft>
                <a:spcPts val="0"/>
              </a:spcAft>
              <a:buSzPts val="2100"/>
              <a:buChar char="●"/>
            </a:pPr>
            <a:r>
              <a:rPr i="1" lang="en-US" sz="2100"/>
              <a:t>Explain what happened.</a:t>
            </a:r>
            <a:endParaRPr i="1" sz="2100"/>
          </a:p>
          <a:p>
            <a:pPr indent="-361950" lvl="0" marL="457200" rtl="0" algn="just">
              <a:lnSpc>
                <a:spcPct val="100000"/>
              </a:lnSpc>
              <a:spcBef>
                <a:spcPts val="0"/>
              </a:spcBef>
              <a:spcAft>
                <a:spcPts val="0"/>
              </a:spcAft>
              <a:buSzPts val="2100"/>
              <a:buChar char="●"/>
            </a:pPr>
            <a:r>
              <a:rPr i="1" lang="en-US" sz="2100"/>
              <a:t>Say what you will do to compensate.</a:t>
            </a:r>
            <a:endParaRPr i="1" sz="1900">
              <a:solidFill>
                <a:schemeClr val="dk1"/>
              </a:solidFill>
              <a:latin typeface="Roboto"/>
              <a:ea typeface="Roboto"/>
              <a:cs typeface="Roboto"/>
              <a:sym typeface="Roboto"/>
            </a:endParaRPr>
          </a:p>
        </p:txBody>
      </p:sp>
      <p:sp>
        <p:nvSpPr>
          <p:cNvPr id="732" name="Google Shape;732;p29"/>
          <p:cNvSpPr txBox="1"/>
          <p:nvPr/>
        </p:nvSpPr>
        <p:spPr>
          <a:xfrm>
            <a:off x="387600" y="2902300"/>
            <a:ext cx="2070600" cy="770400"/>
          </a:xfrm>
          <a:prstGeom prst="rect">
            <a:avLst/>
          </a:prstGeom>
          <a:noFill/>
          <a:ln cap="flat" cmpd="sng" w="28575">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900">
                <a:solidFill>
                  <a:schemeClr val="dk1"/>
                </a:solidFill>
                <a:latin typeface="Roboto"/>
                <a:ea typeface="Roboto"/>
                <a:cs typeface="Roboto"/>
                <a:sym typeface="Roboto"/>
              </a:rPr>
              <a:t>MỞ BÀI</a:t>
            </a:r>
            <a:endParaRPr b="1" sz="2900">
              <a:solidFill>
                <a:schemeClr val="dk1"/>
              </a:solidFill>
              <a:latin typeface="Roboto"/>
              <a:ea typeface="Roboto"/>
              <a:cs typeface="Roboto"/>
              <a:sym typeface="Roboto"/>
            </a:endParaRPr>
          </a:p>
        </p:txBody>
      </p:sp>
      <p:sp>
        <p:nvSpPr>
          <p:cNvPr id="733" name="Google Shape;733;p29"/>
          <p:cNvSpPr/>
          <p:nvPr/>
        </p:nvSpPr>
        <p:spPr>
          <a:xfrm>
            <a:off x="6226050" y="2875600"/>
            <a:ext cx="2182800" cy="708000"/>
          </a:xfrm>
          <a:prstGeom prst="roundRect">
            <a:avLst>
              <a:gd fmla="val 16667" name="adj"/>
            </a:avLst>
          </a:prstGeom>
          <a:solidFill>
            <a:srgbClr val="CFE2F3"/>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t>Dear Mr.Smith, </a:t>
            </a:r>
            <a:endParaRPr sz="2100"/>
          </a:p>
        </p:txBody>
      </p:sp>
      <p:sp>
        <p:nvSpPr>
          <p:cNvPr id="734" name="Google Shape;734;p29"/>
          <p:cNvSpPr/>
          <p:nvPr/>
        </p:nvSpPr>
        <p:spPr>
          <a:xfrm>
            <a:off x="6226050" y="3831800"/>
            <a:ext cx="11941800" cy="1506900"/>
          </a:xfrm>
          <a:prstGeom prst="roundRect">
            <a:avLst>
              <a:gd fmla="val 16667" name="adj"/>
            </a:avLst>
          </a:prstGeom>
          <a:solidFill>
            <a:srgbClr val="CFE2F3"/>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US" sz="2100"/>
              <a:t>I am writing to</a:t>
            </a:r>
            <a:r>
              <a:rPr lang="en-US" sz="2100"/>
              <a:t> sincerely </a:t>
            </a:r>
            <a:r>
              <a:rPr b="1" lang="en-US" sz="2100"/>
              <a:t>apologise</a:t>
            </a:r>
            <a:r>
              <a:rPr b="1" lang="en-US" sz="2100"/>
              <a:t> for</a:t>
            </a:r>
            <a:r>
              <a:rPr lang="en-US" sz="2100"/>
              <a:t> missing the important meeting on April 20th. I understand that my absence was unprofessional and caused inconvenience to the team, and I </a:t>
            </a:r>
            <a:r>
              <a:rPr b="1" lang="en-US" sz="2100"/>
              <a:t>deeply regret</a:t>
            </a:r>
            <a:r>
              <a:rPr lang="en-US" sz="2100"/>
              <a:t> any disruption </a:t>
            </a:r>
            <a:r>
              <a:rPr lang="en-US" sz="1900"/>
              <a:t>it may have caused. </a:t>
            </a:r>
            <a:endParaRPr sz="2100"/>
          </a:p>
        </p:txBody>
      </p:sp>
      <p:sp>
        <p:nvSpPr>
          <p:cNvPr id="735" name="Google Shape;735;p29"/>
          <p:cNvSpPr txBox="1"/>
          <p:nvPr/>
        </p:nvSpPr>
        <p:spPr>
          <a:xfrm>
            <a:off x="319925" y="3950150"/>
            <a:ext cx="5472900" cy="58746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US" sz="2100">
                <a:solidFill>
                  <a:srgbClr val="EB1C24"/>
                </a:solidFill>
              </a:rPr>
              <a:t>I am writing to</a:t>
            </a:r>
            <a:r>
              <a:rPr lang="en-US" sz="2100"/>
              <a:t> = </a:t>
            </a:r>
            <a:r>
              <a:rPr lang="en-US" sz="2100">
                <a:solidFill>
                  <a:srgbClr val="EB1C24"/>
                </a:solidFill>
              </a:rPr>
              <a:t>I am writing this letter to</a:t>
            </a:r>
            <a:r>
              <a:rPr lang="en-US" sz="2100"/>
              <a:t> = </a:t>
            </a:r>
            <a:r>
              <a:rPr lang="en-US" sz="2100">
                <a:solidFill>
                  <a:srgbClr val="FF0000"/>
                </a:solidFill>
              </a:rPr>
              <a:t>With this letter, I would like to</a:t>
            </a:r>
            <a:r>
              <a:rPr lang="en-US" sz="2100"/>
              <a:t>: Tôi muốn viết lá thư này để…</a:t>
            </a:r>
            <a:endParaRPr sz="2100"/>
          </a:p>
          <a:p>
            <a:pPr indent="0" lvl="0" marL="0" rtl="0" algn="l">
              <a:lnSpc>
                <a:spcPct val="200000"/>
              </a:lnSpc>
              <a:spcBef>
                <a:spcPts val="0"/>
              </a:spcBef>
              <a:spcAft>
                <a:spcPts val="0"/>
              </a:spcAft>
              <a:buNone/>
            </a:pPr>
            <a:r>
              <a:rPr lang="en-US" sz="2100">
                <a:solidFill>
                  <a:srgbClr val="EB1C24"/>
                </a:solidFill>
              </a:rPr>
              <a:t>apologise for</a:t>
            </a:r>
            <a:r>
              <a:rPr lang="en-US" sz="2100"/>
              <a:t>: xin lỗi vì…</a:t>
            </a:r>
            <a:endParaRPr sz="2100"/>
          </a:p>
          <a:p>
            <a:pPr indent="0" lvl="0" marL="0" rtl="0" algn="l">
              <a:lnSpc>
                <a:spcPct val="200000"/>
              </a:lnSpc>
              <a:spcBef>
                <a:spcPts val="0"/>
              </a:spcBef>
              <a:spcAft>
                <a:spcPts val="0"/>
              </a:spcAft>
              <a:buNone/>
            </a:pPr>
            <a:r>
              <a:rPr lang="en-US" sz="2100">
                <a:solidFill>
                  <a:srgbClr val="FF0000"/>
                </a:solidFill>
              </a:rPr>
              <a:t>my absence: </a:t>
            </a:r>
            <a:r>
              <a:rPr lang="en-US" sz="2100"/>
              <a:t>sự vắng mặt của tôi</a:t>
            </a:r>
            <a:endParaRPr sz="2100"/>
          </a:p>
          <a:p>
            <a:pPr indent="0" lvl="0" marL="0" rtl="0" algn="l">
              <a:lnSpc>
                <a:spcPct val="200000"/>
              </a:lnSpc>
              <a:spcBef>
                <a:spcPts val="0"/>
              </a:spcBef>
              <a:spcAft>
                <a:spcPts val="0"/>
              </a:spcAft>
              <a:buNone/>
            </a:pPr>
            <a:r>
              <a:rPr lang="en-US" sz="2100">
                <a:solidFill>
                  <a:srgbClr val="FF0000"/>
                </a:solidFill>
              </a:rPr>
              <a:t>unprofessional: </a:t>
            </a:r>
            <a:r>
              <a:rPr lang="en-US" sz="2100"/>
              <a:t>thiếu chuyên nghiệp                   </a:t>
            </a:r>
            <a:r>
              <a:rPr lang="en-US" sz="2100">
                <a:solidFill>
                  <a:srgbClr val="FF0000"/>
                </a:solidFill>
              </a:rPr>
              <a:t>caused inconvenience: </a:t>
            </a:r>
            <a:r>
              <a:rPr lang="en-US" sz="2100"/>
              <a:t>gây ra sự bất tiện</a:t>
            </a:r>
            <a:endParaRPr sz="2100"/>
          </a:p>
          <a:p>
            <a:pPr indent="0" lvl="0" marL="0" rtl="0" algn="l">
              <a:lnSpc>
                <a:spcPct val="200000"/>
              </a:lnSpc>
              <a:spcBef>
                <a:spcPts val="0"/>
              </a:spcBef>
              <a:spcAft>
                <a:spcPts val="0"/>
              </a:spcAft>
              <a:buNone/>
            </a:pPr>
            <a:r>
              <a:rPr lang="en-US" sz="2100">
                <a:solidFill>
                  <a:srgbClr val="FF0000"/>
                </a:solidFill>
              </a:rPr>
              <a:t>deeply regret:</a:t>
            </a:r>
            <a:r>
              <a:rPr b="1" lang="en-US" sz="2100"/>
              <a:t> </a:t>
            </a:r>
            <a:r>
              <a:rPr lang="en-US" sz="2100"/>
              <a:t>rất hối hận, rất lấy làm tiếc </a:t>
            </a:r>
            <a:endParaRPr sz="2100"/>
          </a:p>
          <a:p>
            <a:pPr indent="0" lvl="0" marL="0" rtl="0" algn="l">
              <a:lnSpc>
                <a:spcPct val="200000"/>
              </a:lnSpc>
              <a:spcBef>
                <a:spcPts val="0"/>
              </a:spcBef>
              <a:spcAft>
                <a:spcPts val="0"/>
              </a:spcAft>
              <a:buNone/>
            </a:pPr>
            <a:r>
              <a:rPr lang="en-US" sz="2100">
                <a:solidFill>
                  <a:srgbClr val="FF0000"/>
                </a:solidFill>
              </a:rPr>
              <a:t>disruption: </a:t>
            </a:r>
            <a:r>
              <a:rPr lang="en-US" sz="2100"/>
              <a:t>sự gián đoạn, sự xáo trộn</a:t>
            </a:r>
            <a:endParaRPr sz="2100"/>
          </a:p>
          <a:p>
            <a:pPr indent="0" lvl="0" marL="0" rtl="0" algn="l">
              <a:lnSpc>
                <a:spcPct val="150000"/>
              </a:lnSpc>
              <a:spcBef>
                <a:spcPts val="0"/>
              </a:spcBef>
              <a:spcAft>
                <a:spcPts val="0"/>
              </a:spcAft>
              <a:buNone/>
            </a:pPr>
            <a:r>
              <a:t/>
            </a:r>
            <a:endParaRPr sz="2100"/>
          </a:p>
        </p:txBody>
      </p:sp>
      <p:sp>
        <p:nvSpPr>
          <p:cNvPr id="736" name="Google Shape;736;p29"/>
          <p:cNvSpPr txBox="1"/>
          <p:nvPr/>
        </p:nvSpPr>
        <p:spPr>
          <a:xfrm>
            <a:off x="6258800" y="6087300"/>
            <a:ext cx="11684400" cy="956100"/>
          </a:xfrm>
          <a:prstGeom prst="rect">
            <a:avLst/>
          </a:prstGeom>
          <a:solidFill>
            <a:srgbClr val="00B050">
              <a:alpha val="15690"/>
            </a:srgbClr>
          </a:solidFill>
          <a:ln cap="flat" cmpd="sng" w="9525">
            <a:solidFill>
              <a:srgbClr val="4CB487"/>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2100">
                <a:solidFill>
                  <a:schemeClr val="dk1"/>
                </a:solidFill>
              </a:rPr>
              <a:t>Your neighbours have recently written to you to complain about the noise from your house / flat. Write a letter to your neighbours. </a:t>
            </a:r>
            <a:endParaRPr sz="2100">
              <a:solidFill>
                <a:schemeClr val="dk1"/>
              </a:solidFill>
              <a:latin typeface="Roboto"/>
              <a:ea typeface="Roboto"/>
              <a:cs typeface="Roboto"/>
              <a:sym typeface="Roboto"/>
            </a:endParaRPr>
          </a:p>
        </p:txBody>
      </p:sp>
      <p:sp>
        <p:nvSpPr>
          <p:cNvPr id="737" name="Google Shape;737;p29"/>
          <p:cNvSpPr txBox="1"/>
          <p:nvPr/>
        </p:nvSpPr>
        <p:spPr>
          <a:xfrm>
            <a:off x="6258800" y="5718288"/>
            <a:ext cx="2695800" cy="445200"/>
          </a:xfrm>
          <a:prstGeom prst="rect">
            <a:avLst/>
          </a:prstGeom>
          <a:solidFill>
            <a:srgbClr val="4CB487"/>
          </a:solidFill>
          <a:ln cap="flat" cmpd="sng" w="28575">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lt1"/>
                </a:solidFill>
                <a:latin typeface="Roboto"/>
                <a:ea typeface="Roboto"/>
                <a:cs typeface="Roboto"/>
                <a:sym typeface="Roboto"/>
              </a:rPr>
              <a:t>THỰC HÀNH</a:t>
            </a:r>
            <a:endParaRPr b="1" sz="2000">
              <a:solidFill>
                <a:schemeClr val="lt1"/>
              </a:solidFill>
              <a:latin typeface="Roboto"/>
              <a:ea typeface="Roboto"/>
              <a:cs typeface="Roboto"/>
              <a:sym typeface="Roboto"/>
            </a:endParaRPr>
          </a:p>
        </p:txBody>
      </p:sp>
      <p:sp>
        <p:nvSpPr>
          <p:cNvPr id="738" name="Google Shape;738;p29"/>
          <p:cNvSpPr txBox="1"/>
          <p:nvPr/>
        </p:nvSpPr>
        <p:spPr>
          <a:xfrm>
            <a:off x="6258800" y="7492825"/>
            <a:ext cx="11684400" cy="2251500"/>
          </a:xfrm>
          <a:prstGeom prst="rect">
            <a:avLst/>
          </a:prstGeom>
          <a:noFill/>
          <a:ln cap="flat" cmpd="sng" w="9525">
            <a:solidFill>
              <a:srgbClr val="4CB487"/>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US" sz="2100">
                <a:solidFill>
                  <a:schemeClr val="dk1"/>
                </a:solidFill>
              </a:rPr>
              <a:t>Dear Mr.Smith,</a:t>
            </a:r>
            <a:endParaRPr i="1" sz="2100">
              <a:solidFill>
                <a:schemeClr val="dk1"/>
              </a:solidFill>
            </a:endParaRPr>
          </a:p>
          <a:p>
            <a:pPr indent="0" lvl="0" marL="0" rtl="0" algn="l">
              <a:lnSpc>
                <a:spcPct val="150000"/>
              </a:lnSpc>
              <a:spcBef>
                <a:spcPts val="0"/>
              </a:spcBef>
              <a:spcAft>
                <a:spcPts val="0"/>
              </a:spcAft>
              <a:buNone/>
            </a:pPr>
            <a:r>
              <a:rPr i="1" lang="en-US" sz="2100">
                <a:solidFill>
                  <a:schemeClr val="dk1"/>
                </a:solidFill>
              </a:rPr>
              <a:t>(1)__________________sincerely apologise for </a:t>
            </a:r>
            <a:r>
              <a:rPr i="1" lang="en-US" sz="2100">
                <a:solidFill>
                  <a:schemeClr val="dk1"/>
                </a:solidFill>
              </a:rPr>
              <a:t> (2)___________</a:t>
            </a:r>
            <a:r>
              <a:rPr i="1" lang="en-US" sz="2100">
                <a:solidFill>
                  <a:schemeClr val="dk1"/>
                </a:solidFill>
              </a:rPr>
              <a:t> coming from my house recently. I completely understand how disruptive this must have been for you, and I (3)________________ the disturbance that you had to experience.</a:t>
            </a:r>
            <a:endParaRPr sz="2100">
              <a:solidFill>
                <a:schemeClr val="dk1"/>
              </a:solidFill>
              <a:latin typeface="Roboto"/>
              <a:ea typeface="Roboto"/>
              <a:cs typeface="Roboto"/>
              <a:sym typeface="Roboto"/>
            </a:endParaRPr>
          </a:p>
        </p:txBody>
      </p:sp>
      <p:sp>
        <p:nvSpPr>
          <p:cNvPr id="739" name="Google Shape;739;p29"/>
          <p:cNvSpPr txBox="1"/>
          <p:nvPr/>
        </p:nvSpPr>
        <p:spPr>
          <a:xfrm>
            <a:off x="7148125" y="7944400"/>
            <a:ext cx="24558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EC1B23"/>
                </a:solidFill>
                <a:latin typeface="Roboto"/>
                <a:ea typeface="Roboto"/>
                <a:cs typeface="Roboto"/>
                <a:sym typeface="Roboto"/>
              </a:rPr>
              <a:t>I am writing to</a:t>
            </a:r>
            <a:endParaRPr b="1" sz="2100">
              <a:solidFill>
                <a:srgbClr val="EC1B23"/>
              </a:solidFill>
              <a:latin typeface="Roboto"/>
              <a:ea typeface="Roboto"/>
              <a:cs typeface="Roboto"/>
              <a:sym typeface="Roboto"/>
            </a:endParaRPr>
          </a:p>
        </p:txBody>
      </p:sp>
      <p:sp>
        <p:nvSpPr>
          <p:cNvPr id="740" name="Google Shape;740;p29"/>
          <p:cNvSpPr txBox="1"/>
          <p:nvPr/>
        </p:nvSpPr>
        <p:spPr>
          <a:xfrm>
            <a:off x="12509750" y="7944400"/>
            <a:ext cx="16935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EC1B23"/>
                </a:solidFill>
                <a:latin typeface="Roboto"/>
                <a:ea typeface="Roboto"/>
                <a:cs typeface="Roboto"/>
                <a:sym typeface="Roboto"/>
              </a:rPr>
              <a:t>the noise</a:t>
            </a:r>
            <a:endParaRPr b="1" sz="2100">
              <a:solidFill>
                <a:srgbClr val="EC1B23"/>
              </a:solidFill>
              <a:latin typeface="Roboto"/>
              <a:ea typeface="Roboto"/>
              <a:cs typeface="Roboto"/>
              <a:sym typeface="Roboto"/>
            </a:endParaRPr>
          </a:p>
        </p:txBody>
      </p:sp>
      <p:sp>
        <p:nvSpPr>
          <p:cNvPr id="741" name="Google Shape;741;p29"/>
          <p:cNvSpPr txBox="1"/>
          <p:nvPr/>
        </p:nvSpPr>
        <p:spPr>
          <a:xfrm>
            <a:off x="6707525" y="8829350"/>
            <a:ext cx="21828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EC1B23"/>
                </a:solidFill>
                <a:latin typeface="Roboto"/>
                <a:ea typeface="Roboto"/>
                <a:cs typeface="Roboto"/>
                <a:sym typeface="Roboto"/>
              </a:rPr>
              <a:t>deeply regret</a:t>
            </a:r>
            <a:endParaRPr b="1" sz="2100">
              <a:solidFill>
                <a:srgbClr val="EC1B23"/>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cxnSp>
        <p:nvCxnSpPr>
          <p:cNvPr id="746" name="Google Shape;746;p30"/>
          <p:cNvCxnSpPr/>
          <p:nvPr/>
        </p:nvCxnSpPr>
        <p:spPr>
          <a:xfrm>
            <a:off x="-249883" y="5125235"/>
            <a:ext cx="5303400" cy="0"/>
          </a:xfrm>
          <a:prstGeom prst="straightConnector1">
            <a:avLst/>
          </a:prstGeom>
          <a:noFill/>
          <a:ln cap="flat" cmpd="sng" w="38100">
            <a:solidFill>
              <a:srgbClr val="FFFFFF"/>
            </a:solidFill>
            <a:prstDash val="solid"/>
            <a:round/>
            <a:headEnd len="sm" w="sm" type="none"/>
            <a:tailEnd len="sm" w="sm" type="none"/>
          </a:ln>
        </p:spPr>
      </p:cxnSp>
      <p:grpSp>
        <p:nvGrpSpPr>
          <p:cNvPr id="747" name="Google Shape;747;p30"/>
          <p:cNvGrpSpPr/>
          <p:nvPr/>
        </p:nvGrpSpPr>
        <p:grpSpPr>
          <a:xfrm rot="10800000">
            <a:off x="15785084" y="-537021"/>
            <a:ext cx="7681773" cy="4261259"/>
            <a:chOff x="0" y="-38100"/>
            <a:chExt cx="406400" cy="225405"/>
          </a:xfrm>
        </p:grpSpPr>
        <p:sp>
          <p:nvSpPr>
            <p:cNvPr id="748" name="Google Shape;748;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49" name="Google Shape;749;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0" name="Google Shape;750;p30"/>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1a. CẤU TRÚC BÀI VIẾT THƯ XIN LỖI </a:t>
            </a:r>
            <a:endParaRPr b="1" sz="800">
              <a:solidFill>
                <a:schemeClr val="lt1"/>
              </a:solidFill>
              <a:latin typeface="Montserrat"/>
              <a:ea typeface="Montserrat"/>
              <a:cs typeface="Montserrat"/>
              <a:sym typeface="Montserrat"/>
            </a:endParaRPr>
          </a:p>
        </p:txBody>
      </p:sp>
      <p:sp>
        <p:nvSpPr>
          <p:cNvPr id="751" name="Google Shape;751;p30"/>
          <p:cNvSpPr txBox="1"/>
          <p:nvPr/>
        </p:nvSpPr>
        <p:spPr>
          <a:xfrm>
            <a:off x="319925" y="1059550"/>
            <a:ext cx="3963900" cy="927900"/>
          </a:xfrm>
          <a:prstGeom prst="rect">
            <a:avLst/>
          </a:prstGeom>
          <a:noFill/>
          <a:ln cap="flat" cmpd="sng" w="28575">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900">
                <a:solidFill>
                  <a:schemeClr val="dk1"/>
                </a:solidFill>
                <a:latin typeface="Roboto"/>
                <a:ea typeface="Roboto"/>
                <a:cs typeface="Roboto"/>
                <a:sym typeface="Roboto"/>
              </a:rPr>
              <a:t>THÂN</a:t>
            </a:r>
            <a:r>
              <a:rPr b="1" lang="en-US" sz="2900">
                <a:solidFill>
                  <a:schemeClr val="dk1"/>
                </a:solidFill>
                <a:latin typeface="Roboto"/>
                <a:ea typeface="Roboto"/>
                <a:cs typeface="Roboto"/>
                <a:sym typeface="Roboto"/>
              </a:rPr>
              <a:t> BÀI - KẾT BÀI</a:t>
            </a:r>
            <a:endParaRPr b="1" sz="2900">
              <a:solidFill>
                <a:schemeClr val="dk1"/>
              </a:solidFill>
              <a:latin typeface="Roboto"/>
              <a:ea typeface="Roboto"/>
              <a:cs typeface="Roboto"/>
              <a:sym typeface="Roboto"/>
            </a:endParaRPr>
          </a:p>
        </p:txBody>
      </p:sp>
      <p:sp>
        <p:nvSpPr>
          <p:cNvPr id="752" name="Google Shape;752;p30"/>
          <p:cNvSpPr/>
          <p:nvPr/>
        </p:nvSpPr>
        <p:spPr>
          <a:xfrm>
            <a:off x="6017525" y="845325"/>
            <a:ext cx="11941800" cy="3487200"/>
          </a:xfrm>
          <a:prstGeom prst="roundRect">
            <a:avLst>
              <a:gd fmla="val 16667" name="adj"/>
            </a:avLst>
          </a:prstGeom>
          <a:solidFill>
            <a:srgbClr val="CFE2F3"/>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sz="2000"/>
              <a:t>The reason I</a:t>
            </a:r>
            <a:r>
              <a:rPr lang="en-US" sz="2000"/>
              <a:t> missed the meeting </a:t>
            </a:r>
            <a:r>
              <a:rPr b="1" lang="en-US" sz="2000"/>
              <a:t>was</a:t>
            </a:r>
            <a:r>
              <a:rPr lang="en-US" sz="2000"/>
              <a:t> </a:t>
            </a:r>
            <a:r>
              <a:rPr b="1" lang="en-US" sz="2000"/>
              <a:t>due to</a:t>
            </a:r>
            <a:r>
              <a:rPr lang="en-US" sz="2000"/>
              <a:t> a sudden high fever, which made me very ill. Despite my best efforts to inform the office, the situation escalated so quickly that I was unconscious for awhile. Therefore, I was unable to communicate in time to explain my absence properly.</a:t>
            </a:r>
            <a:endParaRPr sz="2000"/>
          </a:p>
          <a:p>
            <a:pPr indent="0" lvl="0" marL="0" rtl="0" algn="l">
              <a:lnSpc>
                <a:spcPct val="115000"/>
              </a:lnSpc>
              <a:spcBef>
                <a:spcPts val="1000"/>
              </a:spcBef>
              <a:spcAft>
                <a:spcPts val="0"/>
              </a:spcAft>
              <a:buNone/>
            </a:pPr>
            <a:r>
              <a:rPr b="1" lang="en-US" sz="2000"/>
              <a:t>To make up for</a:t>
            </a:r>
            <a:r>
              <a:rPr lang="en-US" sz="2000"/>
              <a:t> this, I have reviewed the meeting minutes carefully and will complete all the tasks assigned. I am also available to arrange a follow-up meeting to discuss any missed points and ensure the project progresses smoothly.</a:t>
            </a:r>
            <a:endParaRPr sz="2000"/>
          </a:p>
          <a:p>
            <a:pPr indent="0" lvl="0" marL="0" rtl="0" algn="l">
              <a:lnSpc>
                <a:spcPct val="150000"/>
              </a:lnSpc>
              <a:spcBef>
                <a:spcPts val="1000"/>
              </a:spcBef>
              <a:spcAft>
                <a:spcPts val="0"/>
              </a:spcAft>
              <a:buNone/>
            </a:pPr>
            <a:r>
              <a:rPr lang="en-US" sz="2000"/>
              <a:t>Thank you for your time and consideration</a:t>
            </a:r>
            <a:endParaRPr sz="2000"/>
          </a:p>
          <a:p>
            <a:pPr indent="0" lvl="0" marL="0" rtl="0" algn="l">
              <a:lnSpc>
                <a:spcPct val="150000"/>
              </a:lnSpc>
              <a:spcBef>
                <a:spcPts val="0"/>
              </a:spcBef>
              <a:spcAft>
                <a:spcPts val="0"/>
              </a:spcAft>
              <a:buNone/>
            </a:pPr>
            <a:r>
              <a:rPr lang="en-US" sz="2000"/>
              <a:t>Kind regards, </a:t>
            </a:r>
            <a:endParaRPr sz="2000"/>
          </a:p>
        </p:txBody>
      </p:sp>
      <p:sp>
        <p:nvSpPr>
          <p:cNvPr id="753" name="Google Shape;753;p30"/>
          <p:cNvSpPr txBox="1"/>
          <p:nvPr/>
        </p:nvSpPr>
        <p:spPr>
          <a:xfrm>
            <a:off x="243725" y="2144500"/>
            <a:ext cx="5303400" cy="79890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lang="en-US" sz="2100">
                <a:solidFill>
                  <a:srgbClr val="EB1C24"/>
                </a:solidFill>
              </a:rPr>
              <a:t>The reason I….was ….</a:t>
            </a:r>
            <a:r>
              <a:rPr lang="en-US" sz="2100"/>
              <a:t>: Lý do tôi…là….</a:t>
            </a:r>
            <a:endParaRPr sz="2100"/>
          </a:p>
          <a:p>
            <a:pPr indent="0" lvl="0" marL="0" rtl="0" algn="l">
              <a:lnSpc>
                <a:spcPct val="180000"/>
              </a:lnSpc>
              <a:spcBef>
                <a:spcPts val="0"/>
              </a:spcBef>
              <a:spcAft>
                <a:spcPts val="0"/>
              </a:spcAft>
              <a:buNone/>
            </a:pPr>
            <a:r>
              <a:rPr lang="en-US" sz="2100">
                <a:solidFill>
                  <a:srgbClr val="EB1C24"/>
                </a:solidFill>
              </a:rPr>
              <a:t>due to = because of</a:t>
            </a:r>
            <a:r>
              <a:rPr lang="en-US" sz="2100"/>
              <a:t>: bởi vì</a:t>
            </a:r>
            <a:endParaRPr sz="2100"/>
          </a:p>
          <a:p>
            <a:pPr indent="0" lvl="0" marL="0" rtl="0" algn="l">
              <a:lnSpc>
                <a:spcPct val="180000"/>
              </a:lnSpc>
              <a:spcBef>
                <a:spcPts val="0"/>
              </a:spcBef>
              <a:spcAft>
                <a:spcPts val="0"/>
              </a:spcAft>
              <a:buNone/>
            </a:pPr>
            <a:r>
              <a:rPr lang="en-US" sz="2100">
                <a:solidFill>
                  <a:srgbClr val="FF0000"/>
                </a:solidFill>
              </a:rPr>
              <a:t>effort</a:t>
            </a:r>
            <a:r>
              <a:rPr lang="en-US" sz="2100">
                <a:solidFill>
                  <a:srgbClr val="FF0000"/>
                </a:solidFill>
              </a:rPr>
              <a:t>: </a:t>
            </a:r>
            <a:r>
              <a:rPr lang="en-US" sz="2100"/>
              <a:t>nỗ lực</a:t>
            </a:r>
            <a:endParaRPr sz="2100"/>
          </a:p>
          <a:p>
            <a:pPr indent="0" lvl="0" marL="0" rtl="0" algn="l">
              <a:lnSpc>
                <a:spcPct val="180000"/>
              </a:lnSpc>
              <a:spcBef>
                <a:spcPts val="0"/>
              </a:spcBef>
              <a:spcAft>
                <a:spcPts val="0"/>
              </a:spcAft>
              <a:buNone/>
            </a:pPr>
            <a:r>
              <a:rPr lang="en-US" sz="2100">
                <a:solidFill>
                  <a:srgbClr val="FF0000"/>
                </a:solidFill>
              </a:rPr>
              <a:t>escalated</a:t>
            </a:r>
            <a:r>
              <a:rPr lang="en-US" sz="2100">
                <a:solidFill>
                  <a:srgbClr val="FF0000"/>
                </a:solidFill>
              </a:rPr>
              <a:t>: </a:t>
            </a:r>
            <a:r>
              <a:rPr lang="en-US" sz="2100"/>
              <a:t>trở nên nghiêm trọng hơn</a:t>
            </a:r>
            <a:r>
              <a:rPr lang="en-US" sz="2100"/>
              <a:t>             </a:t>
            </a:r>
            <a:endParaRPr sz="2100"/>
          </a:p>
          <a:p>
            <a:pPr indent="0" lvl="0" marL="0" rtl="0" algn="l">
              <a:lnSpc>
                <a:spcPct val="180000"/>
              </a:lnSpc>
              <a:spcBef>
                <a:spcPts val="0"/>
              </a:spcBef>
              <a:spcAft>
                <a:spcPts val="0"/>
              </a:spcAft>
              <a:buNone/>
            </a:pPr>
            <a:r>
              <a:rPr lang="en-US" sz="2100">
                <a:solidFill>
                  <a:srgbClr val="FF0000"/>
                </a:solidFill>
              </a:rPr>
              <a:t>unconscious</a:t>
            </a:r>
            <a:r>
              <a:rPr lang="en-US" sz="2100">
                <a:solidFill>
                  <a:srgbClr val="FF0000"/>
                </a:solidFill>
              </a:rPr>
              <a:t>: </a:t>
            </a:r>
            <a:r>
              <a:rPr lang="en-US" sz="2100"/>
              <a:t>bất tỉnh</a:t>
            </a:r>
            <a:endParaRPr sz="2100"/>
          </a:p>
          <a:p>
            <a:pPr indent="0" lvl="0" marL="0" rtl="0" algn="l">
              <a:lnSpc>
                <a:spcPct val="180000"/>
              </a:lnSpc>
              <a:spcBef>
                <a:spcPts val="0"/>
              </a:spcBef>
              <a:spcAft>
                <a:spcPts val="0"/>
              </a:spcAft>
              <a:buNone/>
            </a:pPr>
            <a:r>
              <a:rPr lang="en-US" sz="2100">
                <a:solidFill>
                  <a:srgbClr val="FF0000"/>
                </a:solidFill>
              </a:rPr>
              <a:t>To make up for st:</a:t>
            </a:r>
            <a:r>
              <a:rPr b="1" lang="en-US" sz="2100"/>
              <a:t> </a:t>
            </a:r>
            <a:r>
              <a:rPr lang="en-US" sz="2100"/>
              <a:t>để bù đắp cho điều đó</a:t>
            </a:r>
            <a:endParaRPr sz="2100"/>
          </a:p>
          <a:p>
            <a:pPr indent="0" lvl="0" marL="0" rtl="0" algn="l">
              <a:lnSpc>
                <a:spcPct val="180000"/>
              </a:lnSpc>
              <a:spcBef>
                <a:spcPts val="0"/>
              </a:spcBef>
              <a:spcAft>
                <a:spcPts val="0"/>
              </a:spcAft>
              <a:buNone/>
            </a:pPr>
            <a:r>
              <a:rPr lang="en-US" sz="2100">
                <a:solidFill>
                  <a:srgbClr val="FF0000"/>
                </a:solidFill>
              </a:rPr>
              <a:t>meeting minutes</a:t>
            </a:r>
            <a:r>
              <a:rPr lang="en-US" sz="2100">
                <a:solidFill>
                  <a:srgbClr val="FF0000"/>
                </a:solidFill>
              </a:rPr>
              <a:t>: </a:t>
            </a:r>
            <a:r>
              <a:rPr lang="en-US" sz="2100"/>
              <a:t>biên bản cuộc họp</a:t>
            </a:r>
            <a:endParaRPr sz="2100"/>
          </a:p>
          <a:p>
            <a:pPr indent="0" lvl="0" marL="0" rtl="0" algn="l">
              <a:lnSpc>
                <a:spcPct val="180000"/>
              </a:lnSpc>
              <a:spcBef>
                <a:spcPts val="0"/>
              </a:spcBef>
              <a:spcAft>
                <a:spcPts val="0"/>
              </a:spcAft>
              <a:buNone/>
            </a:pPr>
            <a:r>
              <a:rPr lang="en-US" sz="2100">
                <a:solidFill>
                  <a:srgbClr val="FF0000"/>
                </a:solidFill>
              </a:rPr>
              <a:t>complete: </a:t>
            </a:r>
            <a:r>
              <a:rPr lang="en-US" sz="2100"/>
              <a:t>hoàn thiện</a:t>
            </a:r>
            <a:endParaRPr sz="2100"/>
          </a:p>
          <a:p>
            <a:pPr indent="0" lvl="0" marL="0" rtl="0" algn="l">
              <a:lnSpc>
                <a:spcPct val="180000"/>
              </a:lnSpc>
              <a:spcBef>
                <a:spcPts val="0"/>
              </a:spcBef>
              <a:spcAft>
                <a:spcPts val="0"/>
              </a:spcAft>
              <a:buNone/>
            </a:pPr>
            <a:r>
              <a:rPr lang="en-US" sz="2100">
                <a:solidFill>
                  <a:srgbClr val="EB1C24"/>
                </a:solidFill>
              </a:rPr>
              <a:t>assigned: </a:t>
            </a:r>
            <a:r>
              <a:rPr lang="en-US" sz="2100"/>
              <a:t>được giao</a:t>
            </a:r>
            <a:endParaRPr sz="2100"/>
          </a:p>
          <a:p>
            <a:pPr indent="0" lvl="0" marL="0" rtl="0" algn="l">
              <a:lnSpc>
                <a:spcPct val="180000"/>
              </a:lnSpc>
              <a:spcBef>
                <a:spcPts val="0"/>
              </a:spcBef>
              <a:spcAft>
                <a:spcPts val="0"/>
              </a:spcAft>
              <a:buNone/>
            </a:pPr>
            <a:r>
              <a:rPr lang="en-US" sz="2100">
                <a:solidFill>
                  <a:srgbClr val="EB1C24"/>
                </a:solidFill>
              </a:rPr>
              <a:t>arrange: </a:t>
            </a:r>
            <a:r>
              <a:rPr lang="en-US" sz="2100"/>
              <a:t>sắp xếp</a:t>
            </a:r>
            <a:endParaRPr sz="2100"/>
          </a:p>
          <a:p>
            <a:pPr indent="0" lvl="0" marL="0" rtl="0" algn="l">
              <a:lnSpc>
                <a:spcPct val="180000"/>
              </a:lnSpc>
              <a:spcBef>
                <a:spcPts val="0"/>
              </a:spcBef>
              <a:spcAft>
                <a:spcPts val="0"/>
              </a:spcAft>
              <a:buNone/>
            </a:pPr>
            <a:r>
              <a:rPr lang="en-US" sz="2100">
                <a:solidFill>
                  <a:srgbClr val="EB1C24"/>
                </a:solidFill>
              </a:rPr>
              <a:t>discuss: </a:t>
            </a:r>
            <a:r>
              <a:rPr lang="en-US" sz="2100"/>
              <a:t>thảo luận</a:t>
            </a:r>
            <a:endParaRPr sz="2100"/>
          </a:p>
          <a:p>
            <a:pPr indent="0" lvl="0" marL="0" rtl="0" algn="l">
              <a:lnSpc>
                <a:spcPct val="180000"/>
              </a:lnSpc>
              <a:spcBef>
                <a:spcPts val="0"/>
              </a:spcBef>
              <a:spcAft>
                <a:spcPts val="0"/>
              </a:spcAft>
              <a:buNone/>
            </a:pPr>
            <a:r>
              <a:rPr lang="en-US" sz="2100">
                <a:solidFill>
                  <a:schemeClr val="lt2"/>
                </a:solidFill>
              </a:rPr>
              <a:t>project:</a:t>
            </a:r>
            <a:r>
              <a:rPr lang="en-US" sz="2100"/>
              <a:t> dự án</a:t>
            </a:r>
            <a:endParaRPr sz="2100"/>
          </a:p>
          <a:p>
            <a:pPr indent="0" lvl="0" marL="0" rtl="0" algn="l">
              <a:lnSpc>
                <a:spcPct val="180000"/>
              </a:lnSpc>
              <a:spcBef>
                <a:spcPts val="0"/>
              </a:spcBef>
              <a:spcAft>
                <a:spcPts val="0"/>
              </a:spcAft>
              <a:buNone/>
            </a:pPr>
            <a:r>
              <a:rPr lang="en-US" sz="2100">
                <a:solidFill>
                  <a:schemeClr val="lt2"/>
                </a:solidFill>
              </a:rPr>
              <a:t>progress: </a:t>
            </a:r>
            <a:r>
              <a:rPr lang="en-US" sz="2100"/>
              <a:t>tiến triển</a:t>
            </a:r>
            <a:endParaRPr sz="2100"/>
          </a:p>
          <a:p>
            <a:pPr indent="0" lvl="0" marL="0" rtl="0" algn="l">
              <a:lnSpc>
                <a:spcPct val="180000"/>
              </a:lnSpc>
              <a:spcBef>
                <a:spcPts val="0"/>
              </a:spcBef>
              <a:spcAft>
                <a:spcPts val="0"/>
              </a:spcAft>
              <a:buNone/>
            </a:pPr>
            <a:r>
              <a:rPr lang="en-US" sz="2100">
                <a:solidFill>
                  <a:schemeClr val="lt2"/>
                </a:solidFill>
              </a:rPr>
              <a:t>smoothly:</a:t>
            </a:r>
            <a:r>
              <a:rPr lang="en-US" sz="2100"/>
              <a:t> thuận lợi</a:t>
            </a:r>
            <a:endParaRPr sz="2100"/>
          </a:p>
        </p:txBody>
      </p:sp>
      <p:sp>
        <p:nvSpPr>
          <p:cNvPr id="754" name="Google Shape;754;p30"/>
          <p:cNvSpPr txBox="1"/>
          <p:nvPr/>
        </p:nvSpPr>
        <p:spPr>
          <a:xfrm>
            <a:off x="6199875" y="4697324"/>
            <a:ext cx="11684400" cy="1916400"/>
          </a:xfrm>
          <a:prstGeom prst="rect">
            <a:avLst/>
          </a:prstGeom>
          <a:solidFill>
            <a:srgbClr val="00B050">
              <a:alpha val="15690"/>
            </a:srgbClr>
          </a:solidFill>
          <a:ln cap="flat" cmpd="sng" w="9525">
            <a:solidFill>
              <a:srgbClr val="4CB487"/>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2100">
                <a:solidFill>
                  <a:schemeClr val="dk1"/>
                </a:solidFill>
              </a:rPr>
              <a:t>Your neighbours have recently written to you to complain about the noise from your house / flat. Write a letter to your neighbours. </a:t>
            </a:r>
            <a:endParaRPr i="1" sz="2100">
              <a:solidFill>
                <a:schemeClr val="dk1"/>
              </a:solidFill>
            </a:endParaRPr>
          </a:p>
          <a:p>
            <a:pPr indent="-361950" lvl="0" marL="457200" rtl="0" algn="l">
              <a:lnSpc>
                <a:spcPct val="115000"/>
              </a:lnSpc>
              <a:spcBef>
                <a:spcPts val="0"/>
              </a:spcBef>
              <a:spcAft>
                <a:spcPts val="0"/>
              </a:spcAft>
              <a:buClr>
                <a:schemeClr val="dk1"/>
              </a:buClr>
              <a:buSzPts val="2100"/>
              <a:buChar char="●"/>
            </a:pPr>
            <a:r>
              <a:rPr i="1" lang="en-US" sz="2100">
                <a:solidFill>
                  <a:schemeClr val="dk1"/>
                </a:solidFill>
              </a:rPr>
              <a:t>explain the reasons for the noise</a:t>
            </a:r>
            <a:endParaRPr i="1" sz="2100">
              <a:solidFill>
                <a:schemeClr val="dk1"/>
              </a:solidFill>
            </a:endParaRPr>
          </a:p>
          <a:p>
            <a:pPr indent="-361950" lvl="0" marL="457200" rtl="0" algn="l">
              <a:lnSpc>
                <a:spcPct val="115000"/>
              </a:lnSpc>
              <a:spcBef>
                <a:spcPts val="0"/>
              </a:spcBef>
              <a:spcAft>
                <a:spcPts val="0"/>
              </a:spcAft>
              <a:buClr>
                <a:schemeClr val="dk1"/>
              </a:buClr>
              <a:buSzPts val="2100"/>
              <a:buChar char="●"/>
            </a:pPr>
            <a:r>
              <a:rPr i="1" lang="en-US" sz="2100">
                <a:solidFill>
                  <a:schemeClr val="dk1"/>
                </a:solidFill>
              </a:rPr>
              <a:t>apologise</a:t>
            </a:r>
            <a:endParaRPr i="1" sz="2100">
              <a:solidFill>
                <a:schemeClr val="dk1"/>
              </a:solidFill>
            </a:endParaRPr>
          </a:p>
          <a:p>
            <a:pPr indent="-361950" lvl="0" marL="457200" rtl="0" algn="l">
              <a:lnSpc>
                <a:spcPct val="115000"/>
              </a:lnSpc>
              <a:spcBef>
                <a:spcPts val="0"/>
              </a:spcBef>
              <a:spcAft>
                <a:spcPts val="0"/>
              </a:spcAft>
              <a:buClr>
                <a:schemeClr val="dk1"/>
              </a:buClr>
              <a:buSzPts val="2100"/>
              <a:buChar char="●"/>
            </a:pPr>
            <a:r>
              <a:rPr i="1" lang="en-US" sz="2100">
                <a:solidFill>
                  <a:schemeClr val="dk1"/>
                </a:solidFill>
              </a:rPr>
              <a:t>describe what action you will take</a:t>
            </a:r>
            <a:endParaRPr i="1" sz="2100">
              <a:solidFill>
                <a:schemeClr val="dk1"/>
              </a:solidFill>
            </a:endParaRPr>
          </a:p>
          <a:p>
            <a:pPr indent="0" lvl="0" marL="0" rtl="0" algn="l">
              <a:lnSpc>
                <a:spcPct val="115000"/>
              </a:lnSpc>
              <a:spcBef>
                <a:spcPts val="0"/>
              </a:spcBef>
              <a:spcAft>
                <a:spcPts val="0"/>
              </a:spcAft>
              <a:buNone/>
            </a:pPr>
            <a:r>
              <a:t/>
            </a:r>
            <a:endParaRPr i="1" sz="2100">
              <a:solidFill>
                <a:schemeClr val="dk1"/>
              </a:solidFill>
            </a:endParaRPr>
          </a:p>
        </p:txBody>
      </p:sp>
      <p:sp>
        <p:nvSpPr>
          <p:cNvPr id="755" name="Google Shape;755;p30"/>
          <p:cNvSpPr txBox="1"/>
          <p:nvPr/>
        </p:nvSpPr>
        <p:spPr>
          <a:xfrm>
            <a:off x="6195825" y="4432846"/>
            <a:ext cx="2181000" cy="354600"/>
          </a:xfrm>
          <a:prstGeom prst="rect">
            <a:avLst/>
          </a:prstGeom>
          <a:solidFill>
            <a:srgbClr val="4CB487"/>
          </a:solidFill>
          <a:ln cap="flat" cmpd="sng" w="28575">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000">
                <a:solidFill>
                  <a:schemeClr val="lt1"/>
                </a:solidFill>
                <a:latin typeface="Roboto"/>
                <a:ea typeface="Roboto"/>
                <a:cs typeface="Roboto"/>
                <a:sym typeface="Roboto"/>
              </a:rPr>
              <a:t>THỰC HÀNH</a:t>
            </a:r>
            <a:endParaRPr b="1" sz="2000">
              <a:solidFill>
                <a:schemeClr val="lt1"/>
              </a:solidFill>
              <a:latin typeface="Roboto"/>
              <a:ea typeface="Roboto"/>
              <a:cs typeface="Roboto"/>
              <a:sym typeface="Roboto"/>
            </a:endParaRPr>
          </a:p>
        </p:txBody>
      </p:sp>
      <p:sp>
        <p:nvSpPr>
          <p:cNvPr id="756" name="Google Shape;756;p30"/>
          <p:cNvSpPr txBox="1"/>
          <p:nvPr/>
        </p:nvSpPr>
        <p:spPr>
          <a:xfrm>
            <a:off x="6146225" y="6722400"/>
            <a:ext cx="11684400" cy="3566100"/>
          </a:xfrm>
          <a:prstGeom prst="rect">
            <a:avLst/>
          </a:prstGeom>
          <a:noFill/>
          <a:ln cap="flat" cmpd="sng" w="9525">
            <a:solidFill>
              <a:srgbClr val="4CB487"/>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2100">
                <a:solidFill>
                  <a:schemeClr val="dk1"/>
                </a:solidFill>
              </a:rPr>
              <a:t>The noise was (1)__________some renovation work that had to be done urgently. Unfortunately, it took longer than expected, and I realise that this has caused (</a:t>
            </a:r>
            <a:r>
              <a:rPr i="1" lang="en-US" sz="2100">
                <a:solidFill>
                  <a:schemeClr val="dk1"/>
                </a:solidFill>
              </a:rPr>
              <a:t>2)______________</a:t>
            </a:r>
            <a:r>
              <a:rPr i="1" lang="en-US" sz="2100">
                <a:solidFill>
                  <a:schemeClr val="dk1"/>
                </a:solidFill>
              </a:rPr>
              <a:t>to everyone in the building. I should have </a:t>
            </a:r>
            <a:r>
              <a:rPr i="1" lang="en-US" sz="2100">
                <a:solidFill>
                  <a:schemeClr val="dk1"/>
                </a:solidFill>
              </a:rPr>
              <a:t>informed </a:t>
            </a:r>
            <a:r>
              <a:rPr i="1" lang="en-US" sz="2100">
                <a:solidFill>
                  <a:schemeClr val="dk1"/>
                </a:solidFill>
              </a:rPr>
              <a:t>you in </a:t>
            </a:r>
            <a:r>
              <a:rPr i="1" lang="en-US" sz="2100">
                <a:solidFill>
                  <a:schemeClr val="dk1"/>
                </a:solidFill>
              </a:rPr>
              <a:t>(3)___________</a:t>
            </a:r>
            <a:r>
              <a:rPr i="1" lang="en-US" sz="2100">
                <a:solidFill>
                  <a:schemeClr val="dk1"/>
                </a:solidFill>
              </a:rPr>
              <a:t> and made better arrangements to </a:t>
            </a:r>
            <a:r>
              <a:rPr i="1" lang="en-US" sz="2100">
                <a:solidFill>
                  <a:schemeClr val="dk1"/>
                </a:solidFill>
              </a:rPr>
              <a:t>reduce</a:t>
            </a:r>
            <a:r>
              <a:rPr i="1" lang="en-US" sz="2100">
                <a:solidFill>
                  <a:schemeClr val="dk1"/>
                </a:solidFill>
              </a:rPr>
              <a:t> the </a:t>
            </a:r>
            <a:r>
              <a:rPr i="1" lang="en-US" sz="2100">
                <a:solidFill>
                  <a:schemeClr val="dk1"/>
                </a:solidFill>
              </a:rPr>
              <a:t>(4)_____________.</a:t>
            </a:r>
            <a:endParaRPr i="1" sz="2100">
              <a:solidFill>
                <a:schemeClr val="dk1"/>
              </a:solidFill>
            </a:endParaRPr>
          </a:p>
          <a:p>
            <a:pPr indent="0" lvl="0" marL="0" rtl="0" algn="l">
              <a:lnSpc>
                <a:spcPct val="115000"/>
              </a:lnSpc>
              <a:spcBef>
                <a:spcPts val="0"/>
              </a:spcBef>
              <a:spcAft>
                <a:spcPts val="0"/>
              </a:spcAft>
              <a:buNone/>
            </a:pPr>
            <a:r>
              <a:rPr i="1" lang="en-US" sz="2100">
                <a:solidFill>
                  <a:schemeClr val="dk1"/>
                </a:solidFill>
              </a:rPr>
              <a:t>The renovations are now almost finished, and I will ensure that any remaining work is done during the quieter hours of the day. Once again, I </a:t>
            </a:r>
            <a:r>
              <a:rPr i="1" lang="en-US" sz="2100">
                <a:solidFill>
                  <a:schemeClr val="dk1"/>
                </a:solidFill>
              </a:rPr>
              <a:t>(5)___________</a:t>
            </a:r>
            <a:r>
              <a:rPr i="1" lang="en-US" sz="2100">
                <a:solidFill>
                  <a:schemeClr val="dk1"/>
                </a:solidFill>
              </a:rPr>
              <a:t> for the trouble caused, and I hope you can </a:t>
            </a:r>
            <a:r>
              <a:rPr i="1" lang="en-US" sz="2100">
                <a:solidFill>
                  <a:schemeClr val="dk1"/>
                </a:solidFill>
              </a:rPr>
              <a:t>(5)___________</a:t>
            </a:r>
            <a:r>
              <a:rPr i="1" lang="en-US" sz="2100">
                <a:solidFill>
                  <a:schemeClr val="dk1"/>
                </a:solidFill>
              </a:rPr>
              <a:t> the situation.</a:t>
            </a:r>
            <a:endParaRPr i="1" sz="2100">
              <a:solidFill>
                <a:schemeClr val="dk1"/>
              </a:solidFill>
            </a:endParaRPr>
          </a:p>
          <a:p>
            <a:pPr indent="0" lvl="0" marL="0" rtl="0" algn="l">
              <a:lnSpc>
                <a:spcPct val="150000"/>
              </a:lnSpc>
              <a:spcBef>
                <a:spcPts val="1000"/>
              </a:spcBef>
              <a:spcAft>
                <a:spcPts val="0"/>
              </a:spcAft>
              <a:buNone/>
            </a:pPr>
            <a:r>
              <a:rPr i="1" lang="en-US" sz="2000"/>
              <a:t>Thank you for your time and consideration</a:t>
            </a:r>
            <a:endParaRPr i="1" sz="2000"/>
          </a:p>
          <a:p>
            <a:pPr indent="0" lvl="0" marL="0" rtl="0" algn="l">
              <a:lnSpc>
                <a:spcPct val="150000"/>
              </a:lnSpc>
              <a:spcBef>
                <a:spcPts val="0"/>
              </a:spcBef>
              <a:spcAft>
                <a:spcPts val="0"/>
              </a:spcAft>
              <a:buNone/>
            </a:pPr>
            <a:r>
              <a:rPr i="1" lang="en-US" sz="2000"/>
              <a:t>Kind regards, </a:t>
            </a:r>
            <a:endParaRPr i="1" sz="2100">
              <a:solidFill>
                <a:schemeClr val="dk1"/>
              </a:solidFill>
            </a:endParaRPr>
          </a:p>
          <a:p>
            <a:pPr indent="0" lvl="0" marL="0" rtl="0" algn="l">
              <a:lnSpc>
                <a:spcPct val="150000"/>
              </a:lnSpc>
              <a:spcBef>
                <a:spcPts val="0"/>
              </a:spcBef>
              <a:spcAft>
                <a:spcPts val="0"/>
              </a:spcAft>
              <a:buNone/>
            </a:pPr>
            <a:r>
              <a:t/>
            </a:r>
            <a:endParaRPr i="1" sz="2100">
              <a:solidFill>
                <a:schemeClr val="dk1"/>
              </a:solidFill>
            </a:endParaRPr>
          </a:p>
        </p:txBody>
      </p:sp>
      <p:sp>
        <p:nvSpPr>
          <p:cNvPr id="757" name="Google Shape;757;p30"/>
          <p:cNvSpPr txBox="1"/>
          <p:nvPr/>
        </p:nvSpPr>
        <p:spPr>
          <a:xfrm>
            <a:off x="8469900" y="6671000"/>
            <a:ext cx="13482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due to</a:t>
            </a:r>
            <a:endParaRPr b="1" sz="2100">
              <a:solidFill>
                <a:schemeClr val="dk1"/>
              </a:solidFill>
              <a:latin typeface="Roboto"/>
              <a:ea typeface="Roboto"/>
              <a:cs typeface="Roboto"/>
              <a:sym typeface="Roboto"/>
            </a:endParaRPr>
          </a:p>
        </p:txBody>
      </p:sp>
      <p:sp>
        <p:nvSpPr>
          <p:cNvPr id="758" name="Google Shape;758;p30"/>
          <p:cNvSpPr txBox="1"/>
          <p:nvPr/>
        </p:nvSpPr>
        <p:spPr>
          <a:xfrm>
            <a:off x="13930300" y="7040000"/>
            <a:ext cx="20706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inconvenience</a:t>
            </a:r>
            <a:endParaRPr b="1" sz="2100">
              <a:solidFill>
                <a:schemeClr val="dk1"/>
              </a:solidFill>
              <a:latin typeface="Roboto"/>
              <a:ea typeface="Roboto"/>
              <a:cs typeface="Roboto"/>
              <a:sym typeface="Roboto"/>
            </a:endParaRPr>
          </a:p>
        </p:txBody>
      </p:sp>
      <p:sp>
        <p:nvSpPr>
          <p:cNvPr id="759" name="Google Shape;759;p30"/>
          <p:cNvSpPr txBox="1"/>
          <p:nvPr/>
        </p:nvSpPr>
        <p:spPr>
          <a:xfrm>
            <a:off x="11775275" y="7404975"/>
            <a:ext cx="14811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advance</a:t>
            </a:r>
            <a:endParaRPr b="1" sz="2100">
              <a:solidFill>
                <a:schemeClr val="dk1"/>
              </a:solidFill>
              <a:latin typeface="Roboto"/>
              <a:ea typeface="Roboto"/>
              <a:cs typeface="Roboto"/>
              <a:sym typeface="Roboto"/>
            </a:endParaRPr>
          </a:p>
        </p:txBody>
      </p:sp>
      <p:sp>
        <p:nvSpPr>
          <p:cNvPr id="760" name="Google Shape;760;p30"/>
          <p:cNvSpPr txBox="1"/>
          <p:nvPr/>
        </p:nvSpPr>
        <p:spPr>
          <a:xfrm>
            <a:off x="8015450" y="7805375"/>
            <a:ext cx="17619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disruption</a:t>
            </a:r>
            <a:endParaRPr b="1" sz="2100">
              <a:solidFill>
                <a:schemeClr val="dk1"/>
              </a:solidFill>
              <a:latin typeface="Roboto"/>
              <a:ea typeface="Roboto"/>
              <a:cs typeface="Roboto"/>
              <a:sym typeface="Roboto"/>
            </a:endParaRPr>
          </a:p>
        </p:txBody>
      </p:sp>
      <p:sp>
        <p:nvSpPr>
          <p:cNvPr id="761" name="Google Shape;761;p30"/>
          <p:cNvSpPr txBox="1"/>
          <p:nvPr/>
        </p:nvSpPr>
        <p:spPr>
          <a:xfrm>
            <a:off x="12433175" y="8535575"/>
            <a:ext cx="17619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apologise</a:t>
            </a:r>
            <a:endParaRPr b="1" sz="2100">
              <a:solidFill>
                <a:schemeClr val="dk1"/>
              </a:solidFill>
              <a:latin typeface="Roboto"/>
              <a:ea typeface="Roboto"/>
              <a:cs typeface="Roboto"/>
              <a:sym typeface="Roboto"/>
            </a:endParaRPr>
          </a:p>
        </p:txBody>
      </p:sp>
      <p:sp>
        <p:nvSpPr>
          <p:cNvPr id="762" name="Google Shape;762;p30"/>
          <p:cNvSpPr txBox="1"/>
          <p:nvPr/>
        </p:nvSpPr>
        <p:spPr>
          <a:xfrm>
            <a:off x="8263050" y="8863550"/>
            <a:ext cx="1761900" cy="4452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2100">
                <a:solidFill>
                  <a:srgbClr val="EB1C24"/>
                </a:solidFill>
              </a:rPr>
              <a:t>understand</a:t>
            </a:r>
            <a:endParaRPr b="1"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cxnSp>
        <p:nvCxnSpPr>
          <p:cNvPr id="767" name="Google Shape;767;p31"/>
          <p:cNvCxnSpPr/>
          <p:nvPr/>
        </p:nvCxnSpPr>
        <p:spPr>
          <a:xfrm>
            <a:off x="-1465633" y="4162147"/>
            <a:ext cx="5303400" cy="0"/>
          </a:xfrm>
          <a:prstGeom prst="straightConnector1">
            <a:avLst/>
          </a:prstGeom>
          <a:noFill/>
          <a:ln cap="flat" cmpd="sng" w="38100">
            <a:solidFill>
              <a:srgbClr val="FFFFFF"/>
            </a:solidFill>
            <a:prstDash val="solid"/>
            <a:round/>
            <a:headEnd len="sm" w="sm" type="none"/>
            <a:tailEnd len="sm" w="sm" type="none"/>
          </a:ln>
        </p:spPr>
      </p:cxnSp>
      <p:sp>
        <p:nvSpPr>
          <p:cNvPr id="768" name="Google Shape;768;p31"/>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769" name="Google Shape;769;p31"/>
          <p:cNvSpPr/>
          <p:nvPr/>
        </p:nvSpPr>
        <p:spPr>
          <a:xfrm>
            <a:off x="2025567" y="5975810"/>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70" name="Google Shape;770;p31"/>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71" name="Google Shape;771;p31"/>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sp>
        <p:nvSpPr>
          <p:cNvPr id="772" name="Google Shape;772;p31"/>
          <p:cNvSpPr txBox="1"/>
          <p:nvPr/>
        </p:nvSpPr>
        <p:spPr>
          <a:xfrm>
            <a:off x="1341525" y="3120363"/>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773" name="Google Shape;773;p31"/>
          <p:cNvGraphicFramePr/>
          <p:nvPr/>
        </p:nvGraphicFramePr>
        <p:xfrm>
          <a:off x="1425875" y="4033675"/>
          <a:ext cx="3000000" cy="3000000"/>
        </p:xfrm>
        <a:graphic>
          <a:graphicData uri="http://schemas.openxmlformats.org/drawingml/2006/table">
            <a:tbl>
              <a:tblPr>
                <a:noFill/>
                <a:tableStyleId>{60638938-71CB-40BF-9EBE-1958C9D59905}</a:tableStyleId>
              </a:tblPr>
              <a:tblGrid>
                <a:gridCol w="13473350"/>
              </a:tblGrid>
              <a:tr h="3041550">
                <a:tc>
                  <a:txBody>
                    <a:bodyPr/>
                    <a:lstStyle/>
                    <a:p>
                      <a:pPr indent="0" lvl="0" marL="0" rtl="0" algn="just">
                        <a:lnSpc>
                          <a:spcPct val="150000"/>
                        </a:lnSpc>
                        <a:spcBef>
                          <a:spcPts val="0"/>
                        </a:spcBef>
                        <a:spcAft>
                          <a:spcPts val="0"/>
                        </a:spcAft>
                        <a:buNone/>
                      </a:pPr>
                      <a:r>
                        <a:rPr lang="en-US" sz="2200"/>
                        <a:t>There have been some problems with public transport in your area recently. Write a letter to the manager of the transport company. In your letter: </a:t>
                      </a:r>
                      <a:endParaRPr sz="2200"/>
                    </a:p>
                    <a:p>
                      <a:pPr indent="-368300" lvl="0" marL="457200" rtl="0" algn="just">
                        <a:lnSpc>
                          <a:spcPct val="150000"/>
                        </a:lnSpc>
                        <a:spcBef>
                          <a:spcPts val="0"/>
                        </a:spcBef>
                        <a:spcAft>
                          <a:spcPts val="0"/>
                        </a:spcAft>
                        <a:buSzPts val="2200"/>
                        <a:buChar char="●"/>
                      </a:pPr>
                      <a:r>
                        <a:rPr lang="en-US" sz="2200"/>
                        <a:t>Describe the problems </a:t>
                      </a:r>
                      <a:endParaRPr sz="2200"/>
                    </a:p>
                    <a:p>
                      <a:pPr indent="-368300" lvl="0" marL="457200" rtl="0" algn="just">
                        <a:lnSpc>
                          <a:spcPct val="150000"/>
                        </a:lnSpc>
                        <a:spcBef>
                          <a:spcPts val="0"/>
                        </a:spcBef>
                        <a:spcAft>
                          <a:spcPts val="0"/>
                        </a:spcAft>
                        <a:buSzPts val="2200"/>
                        <a:buChar char="●"/>
                      </a:pPr>
                      <a:r>
                        <a:rPr lang="en-US" sz="2200"/>
                        <a:t>Explain how these problems are affecting the public </a:t>
                      </a:r>
                      <a:endParaRPr sz="2200"/>
                    </a:p>
                    <a:p>
                      <a:pPr indent="-368300" lvl="0" marL="457200" rtl="0" algn="just">
                        <a:lnSpc>
                          <a:spcPct val="150000"/>
                        </a:lnSpc>
                        <a:spcBef>
                          <a:spcPts val="0"/>
                        </a:spcBef>
                        <a:spcAft>
                          <a:spcPts val="0"/>
                        </a:spcAft>
                        <a:buSzPts val="2200"/>
                        <a:buChar char="●"/>
                      </a:pPr>
                      <a:r>
                        <a:rPr lang="en-US" sz="2200"/>
                        <a:t>Suggest some changes that could be made</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74" name="Google Shape;774;p31"/>
          <p:cNvSpPr/>
          <p:nvPr/>
        </p:nvSpPr>
        <p:spPr>
          <a:xfrm>
            <a:off x="1236875" y="1246575"/>
            <a:ext cx="38685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Đọc dịch đề sau đây</a:t>
            </a:r>
            <a:endParaRPr sz="2100">
              <a:latin typeface="Roboto"/>
              <a:ea typeface="Roboto"/>
              <a:cs typeface="Roboto"/>
              <a:sym typeface="Roboto"/>
            </a:endParaRPr>
          </a:p>
        </p:txBody>
      </p:sp>
      <p:sp>
        <p:nvSpPr>
          <p:cNvPr id="775" name="Google Shape;775;p31"/>
          <p:cNvSpPr/>
          <p:nvPr/>
        </p:nvSpPr>
        <p:spPr>
          <a:xfrm>
            <a:off x="1236875" y="2234150"/>
            <a:ext cx="40197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Xác định yêu cầu đề bài</a:t>
            </a:r>
            <a:endParaRPr sz="2100">
              <a:latin typeface="Roboto"/>
              <a:ea typeface="Roboto"/>
              <a:cs typeface="Roboto"/>
              <a:sym typeface="Roboto"/>
            </a:endParaRPr>
          </a:p>
        </p:txBody>
      </p:sp>
      <p:sp>
        <p:nvSpPr>
          <p:cNvPr id="776" name="Google Shape;776;p31"/>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1b. VÍ DỤ: THƯ PHÀN NÀN</a:t>
            </a:r>
            <a:endParaRPr b="1" sz="800">
              <a:solidFill>
                <a:schemeClr val="lt1"/>
              </a:solidFill>
              <a:latin typeface="Montserrat"/>
              <a:ea typeface="Montserrat"/>
              <a:cs typeface="Montserrat"/>
              <a:sym typeface="Montserrat"/>
            </a:endParaRPr>
          </a:p>
        </p:txBody>
      </p:sp>
    </p:spTree>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cxnSp>
        <p:nvCxnSpPr>
          <p:cNvPr id="781" name="Google Shape;781;p32"/>
          <p:cNvCxnSpPr/>
          <p:nvPr/>
        </p:nvCxnSpPr>
        <p:spPr>
          <a:xfrm>
            <a:off x="-2725358" y="2533510"/>
            <a:ext cx="5303400" cy="0"/>
          </a:xfrm>
          <a:prstGeom prst="straightConnector1">
            <a:avLst/>
          </a:prstGeom>
          <a:noFill/>
          <a:ln cap="flat" cmpd="sng" w="38100">
            <a:solidFill>
              <a:srgbClr val="FFFFFF"/>
            </a:solidFill>
            <a:prstDash val="solid"/>
            <a:round/>
            <a:headEnd len="sm" w="sm" type="none"/>
            <a:tailEnd len="sm" w="sm" type="none"/>
          </a:ln>
        </p:spPr>
      </p:cxnSp>
      <p:sp>
        <p:nvSpPr>
          <p:cNvPr id="782" name="Google Shape;782;p32"/>
          <p:cNvSpPr/>
          <p:nvPr/>
        </p:nvSpPr>
        <p:spPr>
          <a:xfrm rot="10800000">
            <a:off x="143752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783" name="Google Shape;783;p32"/>
          <p:cNvSpPr/>
          <p:nvPr/>
        </p:nvSpPr>
        <p:spPr>
          <a:xfrm>
            <a:off x="765842" y="434717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84" name="Google Shape;784;p32"/>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85" name="Google Shape;785;p32"/>
          <p:cNvSpPr txBox="1"/>
          <p:nvPr/>
        </p:nvSpPr>
        <p:spPr>
          <a:xfrm>
            <a:off x="108825" y="1391075"/>
            <a:ext cx="8503200" cy="4047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 On Saturdays, I usually meet up with friends for a coffee or a movie.</a:t>
            </a:r>
            <a:endParaRPr sz="2100">
              <a:solidFill>
                <a:schemeClr val="dk1"/>
              </a:solidFill>
              <a:latin typeface="Roboto"/>
              <a:ea typeface="Roboto"/>
              <a:cs typeface="Roboto"/>
              <a:sym typeface="Roboto"/>
            </a:endParaRPr>
          </a:p>
        </p:txBody>
      </p:sp>
      <p:sp>
        <p:nvSpPr>
          <p:cNvPr id="786" name="Google Shape;786;p32"/>
          <p:cNvSpPr txBox="1"/>
          <p:nvPr/>
        </p:nvSpPr>
        <p:spPr>
          <a:xfrm>
            <a:off x="108825" y="1976925"/>
            <a:ext cx="79893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2. I am writing to inform you about several issues with the public transport system in our area. </a:t>
            </a:r>
            <a:endParaRPr sz="2100">
              <a:solidFill>
                <a:schemeClr val="dk1"/>
              </a:solidFill>
              <a:latin typeface="Roboto"/>
              <a:ea typeface="Roboto"/>
              <a:cs typeface="Roboto"/>
              <a:sym typeface="Roboto"/>
            </a:endParaRPr>
          </a:p>
        </p:txBody>
      </p:sp>
      <p:sp>
        <p:nvSpPr>
          <p:cNvPr id="787" name="Google Shape;787;p32"/>
          <p:cNvSpPr txBox="1"/>
          <p:nvPr/>
        </p:nvSpPr>
        <p:spPr>
          <a:xfrm>
            <a:off x="95100" y="2775650"/>
            <a:ext cx="88800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3. I hope you will take these suggestions into consideration to improve the public transport service. </a:t>
            </a:r>
            <a:endParaRPr sz="2100">
              <a:solidFill>
                <a:schemeClr val="dk1"/>
              </a:solidFill>
              <a:latin typeface="Roboto"/>
              <a:ea typeface="Roboto"/>
              <a:cs typeface="Roboto"/>
              <a:sym typeface="Roboto"/>
            </a:endParaRPr>
          </a:p>
        </p:txBody>
      </p:sp>
      <p:sp>
        <p:nvSpPr>
          <p:cNvPr id="788" name="Google Shape;788;p32"/>
          <p:cNvSpPr txBox="1"/>
          <p:nvPr/>
        </p:nvSpPr>
        <p:spPr>
          <a:xfrm>
            <a:off x="108825" y="3422875"/>
            <a:ext cx="2199600" cy="40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4</a:t>
            </a:r>
            <a:r>
              <a:rPr lang="en-US" sz="2100">
                <a:solidFill>
                  <a:schemeClr val="dk1"/>
                </a:solidFill>
                <a:latin typeface="Roboto"/>
                <a:ea typeface="Roboto"/>
                <a:cs typeface="Roboto"/>
                <a:sym typeface="Roboto"/>
              </a:rPr>
              <a:t>. Kind regards, </a:t>
            </a:r>
            <a:endParaRPr sz="2100">
              <a:solidFill>
                <a:schemeClr val="dk1"/>
              </a:solidFill>
              <a:latin typeface="Roboto"/>
              <a:ea typeface="Roboto"/>
              <a:cs typeface="Roboto"/>
              <a:sym typeface="Roboto"/>
            </a:endParaRPr>
          </a:p>
        </p:txBody>
      </p:sp>
      <p:sp>
        <p:nvSpPr>
          <p:cNvPr id="789" name="Google Shape;789;p32"/>
          <p:cNvSpPr txBox="1"/>
          <p:nvPr/>
        </p:nvSpPr>
        <p:spPr>
          <a:xfrm>
            <a:off x="95100" y="3880500"/>
            <a:ext cx="9038400" cy="624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5</a:t>
            </a:r>
            <a:r>
              <a:rPr lang="en-US" sz="2100">
                <a:solidFill>
                  <a:schemeClr val="dk1"/>
                </a:solidFill>
                <a:latin typeface="Roboto"/>
                <a:ea typeface="Roboto"/>
                <a:cs typeface="Roboto"/>
                <a:sym typeface="Roboto"/>
              </a:rPr>
              <a:t>. </a:t>
            </a:r>
            <a:r>
              <a:rPr lang="en-US" sz="2100">
                <a:solidFill>
                  <a:schemeClr val="dk1"/>
                </a:solidFill>
                <a:latin typeface="Roboto"/>
                <a:ea typeface="Roboto"/>
                <a:cs typeface="Roboto"/>
                <a:sym typeface="Roboto"/>
              </a:rPr>
              <a:t>Commuters are often forced to wait for extended periods and are frequently unable to board their intended bus due to overcrowding. </a:t>
            </a:r>
            <a:endParaRPr sz="2100">
              <a:solidFill>
                <a:schemeClr val="dk1"/>
              </a:solidFill>
              <a:latin typeface="Roboto"/>
              <a:ea typeface="Roboto"/>
              <a:cs typeface="Roboto"/>
              <a:sym typeface="Roboto"/>
            </a:endParaRPr>
          </a:p>
        </p:txBody>
      </p:sp>
      <p:sp>
        <p:nvSpPr>
          <p:cNvPr id="790" name="Google Shape;790;p32"/>
          <p:cNvSpPr txBox="1"/>
          <p:nvPr/>
        </p:nvSpPr>
        <p:spPr>
          <a:xfrm>
            <a:off x="108825" y="4598475"/>
            <a:ext cx="32196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6</a:t>
            </a:r>
            <a:r>
              <a:rPr lang="en-US" sz="2100">
                <a:solidFill>
                  <a:schemeClr val="dk1"/>
                </a:solidFill>
                <a:latin typeface="Roboto"/>
                <a:ea typeface="Roboto"/>
                <a:cs typeface="Roboto"/>
                <a:sym typeface="Roboto"/>
              </a:rPr>
              <a:t>. </a:t>
            </a:r>
            <a:r>
              <a:rPr lang="en-US" sz="2100">
                <a:solidFill>
                  <a:schemeClr val="dk1"/>
                </a:solidFill>
                <a:latin typeface="Roboto"/>
                <a:ea typeface="Roboto"/>
                <a:cs typeface="Roboto"/>
                <a:sym typeface="Roboto"/>
              </a:rPr>
              <a:t>Dear Sir or Madam,</a:t>
            </a:r>
            <a:endParaRPr sz="2100">
              <a:solidFill>
                <a:schemeClr val="dk1"/>
              </a:solidFill>
              <a:latin typeface="Roboto"/>
              <a:ea typeface="Roboto"/>
              <a:cs typeface="Roboto"/>
              <a:sym typeface="Roboto"/>
            </a:endParaRPr>
          </a:p>
        </p:txBody>
      </p:sp>
      <p:sp>
        <p:nvSpPr>
          <p:cNvPr id="791" name="Google Shape;791;p32"/>
          <p:cNvSpPr txBox="1"/>
          <p:nvPr/>
        </p:nvSpPr>
        <p:spPr>
          <a:xfrm>
            <a:off x="108825" y="5115575"/>
            <a:ext cx="8503200" cy="7194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7</a:t>
            </a:r>
            <a:r>
              <a:rPr lang="en-US" sz="2100">
                <a:solidFill>
                  <a:schemeClr val="dk1"/>
                </a:solidFill>
                <a:latin typeface="Roboto"/>
                <a:ea typeface="Roboto"/>
                <a:cs typeface="Roboto"/>
                <a:sym typeface="Roboto"/>
              </a:rPr>
              <a:t>. </a:t>
            </a:r>
            <a:r>
              <a:rPr lang="en-US" sz="2100">
                <a:solidFill>
                  <a:schemeClr val="dk1"/>
                </a:solidFill>
                <a:latin typeface="Roboto"/>
                <a:ea typeface="Roboto"/>
                <a:cs typeface="Roboto"/>
                <a:sym typeface="Roboto"/>
              </a:rPr>
              <a:t>Many buses are running late, and the frequency of services has decreased significantly.</a:t>
            </a:r>
            <a:endParaRPr sz="2100">
              <a:solidFill>
                <a:schemeClr val="dk1"/>
              </a:solidFill>
              <a:latin typeface="Roboto"/>
              <a:ea typeface="Roboto"/>
              <a:cs typeface="Roboto"/>
              <a:sym typeface="Roboto"/>
            </a:endParaRPr>
          </a:p>
        </p:txBody>
      </p:sp>
      <p:sp>
        <p:nvSpPr>
          <p:cNvPr id="792" name="Google Shape;792;p32"/>
          <p:cNvSpPr txBox="1"/>
          <p:nvPr/>
        </p:nvSpPr>
        <p:spPr>
          <a:xfrm>
            <a:off x="108825" y="5962050"/>
            <a:ext cx="85032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8</a:t>
            </a:r>
            <a:r>
              <a:rPr lang="en-US" sz="2100">
                <a:solidFill>
                  <a:schemeClr val="dk1"/>
                </a:solidFill>
                <a:latin typeface="Roboto"/>
                <a:ea typeface="Roboto"/>
                <a:cs typeface="Roboto"/>
                <a:sym typeface="Roboto"/>
              </a:rPr>
              <a:t>. </a:t>
            </a:r>
            <a:r>
              <a:rPr lang="en-US" sz="2100">
                <a:solidFill>
                  <a:schemeClr val="dk1"/>
                </a:solidFill>
                <a:latin typeface="Roboto"/>
                <a:ea typeface="Roboto"/>
                <a:cs typeface="Roboto"/>
                <a:sym typeface="Roboto"/>
              </a:rPr>
              <a:t>Recently, there have been frequent delays, overcrowded buses, and unreliable schedules.</a:t>
            </a:r>
            <a:endParaRPr sz="2100">
              <a:solidFill>
                <a:schemeClr val="dk1"/>
              </a:solidFill>
              <a:latin typeface="Roboto"/>
              <a:ea typeface="Roboto"/>
              <a:cs typeface="Roboto"/>
              <a:sym typeface="Roboto"/>
            </a:endParaRPr>
          </a:p>
        </p:txBody>
      </p:sp>
      <p:sp>
        <p:nvSpPr>
          <p:cNvPr id="793" name="Google Shape;793;p32"/>
          <p:cNvSpPr txBox="1"/>
          <p:nvPr/>
        </p:nvSpPr>
        <p:spPr>
          <a:xfrm>
            <a:off x="108825" y="6835450"/>
            <a:ext cx="86151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9</a:t>
            </a:r>
            <a:r>
              <a:rPr lang="en-US" sz="2100">
                <a:solidFill>
                  <a:schemeClr val="dk1"/>
                </a:solidFill>
                <a:latin typeface="Roboto"/>
                <a:ea typeface="Roboto"/>
                <a:cs typeface="Roboto"/>
                <a:sym typeface="Roboto"/>
              </a:rPr>
              <a:t>. </a:t>
            </a:r>
            <a:r>
              <a:rPr lang="en-US" sz="2100">
                <a:solidFill>
                  <a:schemeClr val="dk1"/>
                </a:solidFill>
                <a:latin typeface="Roboto"/>
                <a:ea typeface="Roboto"/>
                <a:cs typeface="Roboto"/>
                <a:sym typeface="Roboto"/>
              </a:rPr>
              <a:t>This has led to increased stress and frustration among passengers, affecting their daily routines and productivity.</a:t>
            </a:r>
            <a:endParaRPr sz="2100">
              <a:solidFill>
                <a:schemeClr val="dk1"/>
              </a:solidFill>
              <a:latin typeface="Roboto"/>
              <a:ea typeface="Roboto"/>
              <a:cs typeface="Roboto"/>
              <a:sym typeface="Roboto"/>
            </a:endParaRPr>
          </a:p>
        </p:txBody>
      </p:sp>
      <p:sp>
        <p:nvSpPr>
          <p:cNvPr id="794" name="Google Shape;794;p32"/>
          <p:cNvSpPr txBox="1"/>
          <p:nvPr/>
        </p:nvSpPr>
        <p:spPr>
          <a:xfrm>
            <a:off x="108825" y="7564325"/>
            <a:ext cx="9176700" cy="1037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10. To address these issues, I suggest increasing the frequency of bus services, ensuring that buses run on time, and improving capacity to reduce overcrowding.</a:t>
            </a:r>
            <a:endParaRPr sz="2100">
              <a:solidFill>
                <a:schemeClr val="dk1"/>
              </a:solidFill>
              <a:latin typeface="Roboto"/>
              <a:ea typeface="Roboto"/>
              <a:cs typeface="Roboto"/>
              <a:sym typeface="Roboto"/>
            </a:endParaRPr>
          </a:p>
        </p:txBody>
      </p:sp>
      <p:sp>
        <p:nvSpPr>
          <p:cNvPr id="795" name="Google Shape;795;p32"/>
          <p:cNvSpPr txBox="1"/>
          <p:nvPr/>
        </p:nvSpPr>
        <p:spPr>
          <a:xfrm>
            <a:off x="108825" y="8815950"/>
            <a:ext cx="9038400" cy="4416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11. These problems are causing considerable inconvenience for the public.</a:t>
            </a:r>
            <a:endParaRPr sz="2100">
              <a:solidFill>
                <a:schemeClr val="dk1"/>
              </a:solidFill>
              <a:latin typeface="Roboto"/>
              <a:ea typeface="Roboto"/>
              <a:cs typeface="Roboto"/>
              <a:sym typeface="Roboto"/>
            </a:endParaRPr>
          </a:p>
        </p:txBody>
      </p:sp>
      <p:sp>
        <p:nvSpPr>
          <p:cNvPr id="796" name="Google Shape;796;p32"/>
          <p:cNvSpPr/>
          <p:nvPr/>
        </p:nvSpPr>
        <p:spPr>
          <a:xfrm>
            <a:off x="4481500" y="430725"/>
            <a:ext cx="8785800" cy="624000"/>
          </a:xfrm>
          <a:prstGeom prst="roundRect">
            <a:avLst>
              <a:gd fmla="val 16667" name="adj"/>
            </a:avLst>
          </a:prstGeom>
          <a:noFill/>
          <a:ln cap="flat" cmpd="sng" w="19050">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latin typeface="Roboto"/>
                <a:ea typeface="Roboto"/>
                <a:cs typeface="Roboto"/>
                <a:sym typeface="Roboto"/>
              </a:rPr>
              <a:t>Sắp xếp các câu sau đây để tạo thành lá thư hoàn chỉnh</a:t>
            </a:r>
            <a:endParaRPr b="1">
              <a:latin typeface="Roboto"/>
              <a:ea typeface="Roboto"/>
              <a:cs typeface="Roboto"/>
              <a:sym typeface="Roboto"/>
            </a:endParaRPr>
          </a:p>
        </p:txBody>
      </p:sp>
      <p:sp>
        <p:nvSpPr>
          <p:cNvPr id="797" name="Google Shape;797;p32"/>
          <p:cNvSpPr txBox="1"/>
          <p:nvPr/>
        </p:nvSpPr>
        <p:spPr>
          <a:xfrm>
            <a:off x="108825" y="9381375"/>
            <a:ext cx="58509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12. Thank you for your time and consideration.</a:t>
            </a:r>
            <a:endParaRPr sz="2100">
              <a:solidFill>
                <a:schemeClr val="dk1"/>
              </a:solidFill>
              <a:latin typeface="Roboto"/>
              <a:ea typeface="Roboto"/>
              <a:cs typeface="Roboto"/>
              <a:sym typeface="Roboto"/>
            </a:endParaRPr>
          </a:p>
        </p:txBody>
      </p:sp>
      <p:sp>
        <p:nvSpPr>
          <p:cNvPr id="798" name="Google Shape;798;p32"/>
          <p:cNvSpPr txBox="1"/>
          <p:nvPr/>
        </p:nvSpPr>
        <p:spPr>
          <a:xfrm>
            <a:off x="9410325" y="1391075"/>
            <a:ext cx="32196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6. Dear Sir or Madam,</a:t>
            </a:r>
            <a:endParaRPr sz="2100">
              <a:solidFill>
                <a:schemeClr val="dk1"/>
              </a:solidFill>
              <a:latin typeface="Roboto"/>
              <a:ea typeface="Roboto"/>
              <a:cs typeface="Roboto"/>
              <a:sym typeface="Roboto"/>
            </a:endParaRPr>
          </a:p>
        </p:txBody>
      </p:sp>
      <p:sp>
        <p:nvSpPr>
          <p:cNvPr id="799" name="Google Shape;799;p32"/>
          <p:cNvSpPr txBox="1"/>
          <p:nvPr/>
        </p:nvSpPr>
        <p:spPr>
          <a:xfrm>
            <a:off x="9374775" y="2016625"/>
            <a:ext cx="79893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2. I am writing to inform you about several issues with the public transport system in our area. </a:t>
            </a:r>
            <a:endParaRPr sz="2100">
              <a:solidFill>
                <a:schemeClr val="dk1"/>
              </a:solidFill>
              <a:latin typeface="Roboto"/>
              <a:ea typeface="Roboto"/>
              <a:cs typeface="Roboto"/>
              <a:sym typeface="Roboto"/>
            </a:endParaRPr>
          </a:p>
        </p:txBody>
      </p:sp>
      <p:sp>
        <p:nvSpPr>
          <p:cNvPr id="800" name="Google Shape;800;p32"/>
          <p:cNvSpPr txBox="1"/>
          <p:nvPr/>
        </p:nvSpPr>
        <p:spPr>
          <a:xfrm>
            <a:off x="9298575" y="4365625"/>
            <a:ext cx="9038400" cy="5616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11. These problems are causing considerable inconvenience for the public.</a:t>
            </a:r>
            <a:endParaRPr sz="2100">
              <a:solidFill>
                <a:schemeClr val="dk1"/>
              </a:solidFill>
              <a:latin typeface="Roboto"/>
              <a:ea typeface="Roboto"/>
              <a:cs typeface="Roboto"/>
              <a:sym typeface="Roboto"/>
            </a:endParaRPr>
          </a:p>
        </p:txBody>
      </p:sp>
      <p:sp>
        <p:nvSpPr>
          <p:cNvPr id="801" name="Google Shape;801;p32"/>
          <p:cNvSpPr txBox="1"/>
          <p:nvPr/>
        </p:nvSpPr>
        <p:spPr>
          <a:xfrm>
            <a:off x="9374775" y="2794650"/>
            <a:ext cx="85032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8. Recently, there have been frequent delays, overcrowded buses, and unreliable schedules.</a:t>
            </a:r>
            <a:endParaRPr sz="2100">
              <a:solidFill>
                <a:schemeClr val="dk1"/>
              </a:solidFill>
              <a:latin typeface="Roboto"/>
              <a:ea typeface="Roboto"/>
              <a:cs typeface="Roboto"/>
              <a:sym typeface="Roboto"/>
            </a:endParaRPr>
          </a:p>
        </p:txBody>
      </p:sp>
      <p:sp>
        <p:nvSpPr>
          <p:cNvPr id="802" name="Google Shape;802;p32"/>
          <p:cNvSpPr txBox="1"/>
          <p:nvPr/>
        </p:nvSpPr>
        <p:spPr>
          <a:xfrm>
            <a:off x="9298575" y="5003325"/>
            <a:ext cx="9038400" cy="624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5. Commuters are often forced to wait for extended periods and are frequently unable to board their intended bus due to overcrowding. </a:t>
            </a:r>
            <a:endParaRPr sz="2100">
              <a:solidFill>
                <a:schemeClr val="dk1"/>
              </a:solidFill>
              <a:latin typeface="Roboto"/>
              <a:ea typeface="Roboto"/>
              <a:cs typeface="Roboto"/>
              <a:sym typeface="Roboto"/>
            </a:endParaRPr>
          </a:p>
        </p:txBody>
      </p:sp>
      <p:sp>
        <p:nvSpPr>
          <p:cNvPr id="803" name="Google Shape;803;p32"/>
          <p:cNvSpPr txBox="1"/>
          <p:nvPr/>
        </p:nvSpPr>
        <p:spPr>
          <a:xfrm>
            <a:off x="9318825" y="5698300"/>
            <a:ext cx="86151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9. This has led to increased stress and frustration among passengers, affecting their daily routines and productivity.</a:t>
            </a:r>
            <a:endParaRPr sz="2100">
              <a:solidFill>
                <a:schemeClr val="dk1"/>
              </a:solidFill>
              <a:latin typeface="Roboto"/>
              <a:ea typeface="Roboto"/>
              <a:cs typeface="Roboto"/>
              <a:sym typeface="Roboto"/>
            </a:endParaRPr>
          </a:p>
        </p:txBody>
      </p:sp>
      <p:sp>
        <p:nvSpPr>
          <p:cNvPr id="804" name="Google Shape;804;p32"/>
          <p:cNvSpPr txBox="1"/>
          <p:nvPr/>
        </p:nvSpPr>
        <p:spPr>
          <a:xfrm>
            <a:off x="9318825" y="6563375"/>
            <a:ext cx="9176700" cy="1037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10. To address these issues, I suggest increasing the frequency of bus services, ensuring that buses run on time, and improving capacity to reduce overcrowding.</a:t>
            </a:r>
            <a:endParaRPr sz="2100">
              <a:solidFill>
                <a:schemeClr val="dk1"/>
              </a:solidFill>
              <a:latin typeface="Roboto"/>
              <a:ea typeface="Roboto"/>
              <a:cs typeface="Roboto"/>
              <a:sym typeface="Roboto"/>
            </a:endParaRPr>
          </a:p>
        </p:txBody>
      </p:sp>
      <p:sp>
        <p:nvSpPr>
          <p:cNvPr id="805" name="Google Shape;805;p32"/>
          <p:cNvSpPr txBox="1"/>
          <p:nvPr/>
        </p:nvSpPr>
        <p:spPr>
          <a:xfrm>
            <a:off x="9374775" y="3572675"/>
            <a:ext cx="8503200" cy="7194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7. Many buses are running late, and the frequency of services has decreased significantly.</a:t>
            </a:r>
            <a:endParaRPr sz="2100">
              <a:solidFill>
                <a:schemeClr val="dk1"/>
              </a:solidFill>
              <a:latin typeface="Roboto"/>
              <a:ea typeface="Roboto"/>
              <a:cs typeface="Roboto"/>
              <a:sym typeface="Roboto"/>
            </a:endParaRPr>
          </a:p>
        </p:txBody>
      </p:sp>
      <p:sp>
        <p:nvSpPr>
          <p:cNvPr id="806" name="Google Shape;806;p32"/>
          <p:cNvSpPr txBox="1"/>
          <p:nvPr/>
        </p:nvSpPr>
        <p:spPr>
          <a:xfrm>
            <a:off x="9298575" y="7751625"/>
            <a:ext cx="88800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3. I hope you will take these suggestions into consideration to improve the public transport service. </a:t>
            </a:r>
            <a:endParaRPr sz="2100">
              <a:solidFill>
                <a:schemeClr val="dk1"/>
              </a:solidFill>
              <a:latin typeface="Roboto"/>
              <a:ea typeface="Roboto"/>
              <a:cs typeface="Roboto"/>
              <a:sym typeface="Roboto"/>
            </a:endParaRPr>
          </a:p>
        </p:txBody>
      </p:sp>
      <p:sp>
        <p:nvSpPr>
          <p:cNvPr id="807" name="Google Shape;807;p32"/>
          <p:cNvSpPr txBox="1"/>
          <p:nvPr/>
        </p:nvSpPr>
        <p:spPr>
          <a:xfrm>
            <a:off x="9318825" y="8549275"/>
            <a:ext cx="58509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12. Thank you for your time and consideration.</a:t>
            </a:r>
            <a:endParaRPr sz="2100">
              <a:solidFill>
                <a:schemeClr val="dk1"/>
              </a:solidFill>
              <a:latin typeface="Roboto"/>
              <a:ea typeface="Roboto"/>
              <a:cs typeface="Roboto"/>
              <a:sym typeface="Roboto"/>
            </a:endParaRPr>
          </a:p>
        </p:txBody>
      </p:sp>
      <p:sp>
        <p:nvSpPr>
          <p:cNvPr id="808" name="Google Shape;808;p32"/>
          <p:cNvSpPr txBox="1"/>
          <p:nvPr/>
        </p:nvSpPr>
        <p:spPr>
          <a:xfrm>
            <a:off x="9298575" y="9141425"/>
            <a:ext cx="2199600" cy="40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4. Kind regards, </a:t>
            </a:r>
            <a:endParaRPr sz="2100">
              <a:solidFill>
                <a:schemeClr val="dk1"/>
              </a:solidFill>
              <a:latin typeface="Roboto"/>
              <a:ea typeface="Roboto"/>
              <a:cs typeface="Roboto"/>
              <a:sym typeface="Roboto"/>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cxnSp>
        <p:nvCxnSpPr>
          <p:cNvPr id="813" name="Google Shape;813;p33"/>
          <p:cNvCxnSpPr/>
          <p:nvPr/>
        </p:nvCxnSpPr>
        <p:spPr>
          <a:xfrm>
            <a:off x="-2801558" y="2533510"/>
            <a:ext cx="5303400" cy="0"/>
          </a:xfrm>
          <a:prstGeom prst="straightConnector1">
            <a:avLst/>
          </a:prstGeom>
          <a:noFill/>
          <a:ln cap="flat" cmpd="sng" w="38100">
            <a:solidFill>
              <a:srgbClr val="FFFFFF"/>
            </a:solidFill>
            <a:prstDash val="solid"/>
            <a:round/>
            <a:headEnd len="sm" w="sm" type="none"/>
            <a:tailEnd len="sm" w="sm" type="none"/>
          </a:ln>
        </p:spPr>
      </p:cxnSp>
      <p:sp>
        <p:nvSpPr>
          <p:cNvPr id="814" name="Google Shape;814;p33"/>
          <p:cNvSpPr/>
          <p:nvPr/>
        </p:nvSpPr>
        <p:spPr>
          <a:xfrm rot="10800000">
            <a:off x="143752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815" name="Google Shape;815;p33"/>
          <p:cNvSpPr/>
          <p:nvPr/>
        </p:nvSpPr>
        <p:spPr>
          <a:xfrm>
            <a:off x="689642" y="434717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16" name="Google Shape;816;p33"/>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17" name="Google Shape;817;p33"/>
          <p:cNvSpPr txBox="1"/>
          <p:nvPr/>
        </p:nvSpPr>
        <p:spPr>
          <a:xfrm>
            <a:off x="8250450" y="1391075"/>
            <a:ext cx="32196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6. Dear Sir or Madam,</a:t>
            </a:r>
            <a:endParaRPr sz="2100">
              <a:solidFill>
                <a:schemeClr val="dk1"/>
              </a:solidFill>
              <a:latin typeface="Roboto"/>
              <a:ea typeface="Roboto"/>
              <a:cs typeface="Roboto"/>
              <a:sym typeface="Roboto"/>
            </a:endParaRPr>
          </a:p>
        </p:txBody>
      </p:sp>
      <p:sp>
        <p:nvSpPr>
          <p:cNvPr id="818" name="Google Shape;818;p33"/>
          <p:cNvSpPr txBox="1"/>
          <p:nvPr/>
        </p:nvSpPr>
        <p:spPr>
          <a:xfrm>
            <a:off x="8214900" y="2016625"/>
            <a:ext cx="79893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2. </a:t>
            </a:r>
            <a:r>
              <a:rPr b="1" lang="en-US" sz="2100">
                <a:solidFill>
                  <a:schemeClr val="dk1"/>
                </a:solidFill>
                <a:latin typeface="Roboto"/>
                <a:ea typeface="Roboto"/>
                <a:cs typeface="Roboto"/>
                <a:sym typeface="Roboto"/>
              </a:rPr>
              <a:t>I am writing to </a:t>
            </a:r>
            <a:r>
              <a:rPr b="1" lang="en-US" sz="2100">
                <a:solidFill>
                  <a:schemeClr val="dk1"/>
                </a:solidFill>
                <a:latin typeface="Roboto"/>
                <a:ea typeface="Roboto"/>
                <a:cs typeface="Roboto"/>
                <a:sym typeface="Roboto"/>
              </a:rPr>
              <a:t>inform you about several issues</a:t>
            </a:r>
            <a:r>
              <a:rPr b="1" lang="en-US" sz="2100">
                <a:solidFill>
                  <a:schemeClr val="dk1"/>
                </a:solidFill>
                <a:latin typeface="Roboto"/>
                <a:ea typeface="Roboto"/>
                <a:cs typeface="Roboto"/>
                <a:sym typeface="Roboto"/>
              </a:rPr>
              <a:t> with</a:t>
            </a:r>
            <a:r>
              <a:rPr lang="en-US" sz="2100">
                <a:solidFill>
                  <a:schemeClr val="dk1"/>
                </a:solidFill>
                <a:latin typeface="Roboto"/>
                <a:ea typeface="Roboto"/>
                <a:cs typeface="Roboto"/>
                <a:sym typeface="Roboto"/>
              </a:rPr>
              <a:t> the public transport system in our area. </a:t>
            </a:r>
            <a:endParaRPr sz="2100">
              <a:solidFill>
                <a:schemeClr val="dk1"/>
              </a:solidFill>
              <a:latin typeface="Roboto"/>
              <a:ea typeface="Roboto"/>
              <a:cs typeface="Roboto"/>
              <a:sym typeface="Roboto"/>
            </a:endParaRPr>
          </a:p>
        </p:txBody>
      </p:sp>
      <p:sp>
        <p:nvSpPr>
          <p:cNvPr id="819" name="Google Shape;819;p33"/>
          <p:cNvSpPr txBox="1"/>
          <p:nvPr/>
        </p:nvSpPr>
        <p:spPr>
          <a:xfrm>
            <a:off x="8138700" y="4365625"/>
            <a:ext cx="9591600" cy="5616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11. </a:t>
            </a:r>
            <a:r>
              <a:rPr b="1" lang="en-US" sz="2100">
                <a:solidFill>
                  <a:schemeClr val="dk1"/>
                </a:solidFill>
                <a:latin typeface="Roboto"/>
                <a:ea typeface="Roboto"/>
                <a:cs typeface="Roboto"/>
                <a:sym typeface="Roboto"/>
              </a:rPr>
              <a:t>These problems are causing considerable inconvenience</a:t>
            </a:r>
            <a:r>
              <a:rPr lang="en-US" sz="2100">
                <a:solidFill>
                  <a:schemeClr val="dk1"/>
                </a:solidFill>
                <a:latin typeface="Roboto"/>
                <a:ea typeface="Roboto"/>
                <a:cs typeface="Roboto"/>
                <a:sym typeface="Roboto"/>
              </a:rPr>
              <a:t> for the public.</a:t>
            </a:r>
            <a:endParaRPr sz="2100">
              <a:solidFill>
                <a:schemeClr val="dk1"/>
              </a:solidFill>
              <a:latin typeface="Roboto"/>
              <a:ea typeface="Roboto"/>
              <a:cs typeface="Roboto"/>
              <a:sym typeface="Roboto"/>
            </a:endParaRPr>
          </a:p>
        </p:txBody>
      </p:sp>
      <p:sp>
        <p:nvSpPr>
          <p:cNvPr id="820" name="Google Shape;820;p33"/>
          <p:cNvSpPr txBox="1"/>
          <p:nvPr/>
        </p:nvSpPr>
        <p:spPr>
          <a:xfrm>
            <a:off x="8214900" y="2794650"/>
            <a:ext cx="85032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8. Recently, there have been frequent delays, overcrowded buses, and unreliable schedules.</a:t>
            </a:r>
            <a:endParaRPr sz="2100">
              <a:solidFill>
                <a:schemeClr val="dk1"/>
              </a:solidFill>
              <a:latin typeface="Roboto"/>
              <a:ea typeface="Roboto"/>
              <a:cs typeface="Roboto"/>
              <a:sym typeface="Roboto"/>
            </a:endParaRPr>
          </a:p>
        </p:txBody>
      </p:sp>
      <p:sp>
        <p:nvSpPr>
          <p:cNvPr id="821" name="Google Shape;821;p33"/>
          <p:cNvSpPr txBox="1"/>
          <p:nvPr/>
        </p:nvSpPr>
        <p:spPr>
          <a:xfrm>
            <a:off x="8138700" y="5003325"/>
            <a:ext cx="9038400" cy="624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5. Commuters are often forced to wait for extended periods and are frequently unable to board their intended bus due to overcrowding. </a:t>
            </a:r>
            <a:endParaRPr sz="2100">
              <a:solidFill>
                <a:schemeClr val="dk1"/>
              </a:solidFill>
              <a:latin typeface="Roboto"/>
              <a:ea typeface="Roboto"/>
              <a:cs typeface="Roboto"/>
              <a:sym typeface="Roboto"/>
            </a:endParaRPr>
          </a:p>
        </p:txBody>
      </p:sp>
      <p:sp>
        <p:nvSpPr>
          <p:cNvPr id="822" name="Google Shape;822;p33"/>
          <p:cNvSpPr txBox="1"/>
          <p:nvPr/>
        </p:nvSpPr>
        <p:spPr>
          <a:xfrm>
            <a:off x="8158950" y="5698300"/>
            <a:ext cx="86151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9. </a:t>
            </a:r>
            <a:r>
              <a:rPr b="1" lang="en-US" sz="2100">
                <a:solidFill>
                  <a:schemeClr val="dk1"/>
                </a:solidFill>
                <a:latin typeface="Roboto"/>
                <a:ea typeface="Roboto"/>
                <a:cs typeface="Roboto"/>
                <a:sym typeface="Roboto"/>
              </a:rPr>
              <a:t>This has led to</a:t>
            </a:r>
            <a:r>
              <a:rPr lang="en-US" sz="2100">
                <a:solidFill>
                  <a:schemeClr val="dk1"/>
                </a:solidFill>
                <a:latin typeface="Roboto"/>
                <a:ea typeface="Roboto"/>
                <a:cs typeface="Roboto"/>
                <a:sym typeface="Roboto"/>
              </a:rPr>
              <a:t> increased stress and frustration among passengers, affecting their daily routines and productivity.</a:t>
            </a:r>
            <a:endParaRPr sz="2100">
              <a:solidFill>
                <a:schemeClr val="dk1"/>
              </a:solidFill>
              <a:latin typeface="Roboto"/>
              <a:ea typeface="Roboto"/>
              <a:cs typeface="Roboto"/>
              <a:sym typeface="Roboto"/>
            </a:endParaRPr>
          </a:p>
        </p:txBody>
      </p:sp>
      <p:sp>
        <p:nvSpPr>
          <p:cNvPr id="823" name="Google Shape;823;p33"/>
          <p:cNvSpPr txBox="1"/>
          <p:nvPr/>
        </p:nvSpPr>
        <p:spPr>
          <a:xfrm>
            <a:off x="8158950" y="6563375"/>
            <a:ext cx="9176700" cy="1037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10. </a:t>
            </a:r>
            <a:r>
              <a:rPr b="1" lang="en-US" sz="2100">
                <a:solidFill>
                  <a:schemeClr val="dk1"/>
                </a:solidFill>
                <a:latin typeface="Roboto"/>
                <a:ea typeface="Roboto"/>
                <a:cs typeface="Roboto"/>
                <a:sym typeface="Roboto"/>
              </a:rPr>
              <a:t>To address these issues</a:t>
            </a:r>
            <a:r>
              <a:rPr lang="en-US" sz="2100">
                <a:solidFill>
                  <a:schemeClr val="dk1"/>
                </a:solidFill>
                <a:latin typeface="Roboto"/>
                <a:ea typeface="Roboto"/>
                <a:cs typeface="Roboto"/>
                <a:sym typeface="Roboto"/>
              </a:rPr>
              <a:t>, I suggest increasing the frequency of bus services, ensuring that buses run on time, and improving capacity to reduce overcrowding.</a:t>
            </a:r>
            <a:endParaRPr sz="2100">
              <a:solidFill>
                <a:schemeClr val="dk1"/>
              </a:solidFill>
              <a:latin typeface="Roboto"/>
              <a:ea typeface="Roboto"/>
              <a:cs typeface="Roboto"/>
              <a:sym typeface="Roboto"/>
            </a:endParaRPr>
          </a:p>
        </p:txBody>
      </p:sp>
      <p:sp>
        <p:nvSpPr>
          <p:cNvPr id="824" name="Google Shape;824;p33"/>
          <p:cNvSpPr txBox="1"/>
          <p:nvPr/>
        </p:nvSpPr>
        <p:spPr>
          <a:xfrm>
            <a:off x="8214900" y="3572675"/>
            <a:ext cx="8503200" cy="7194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7. Many buses are running late, and the frequency of services has decreased significantly.</a:t>
            </a:r>
            <a:endParaRPr sz="2100">
              <a:solidFill>
                <a:schemeClr val="dk1"/>
              </a:solidFill>
              <a:latin typeface="Roboto"/>
              <a:ea typeface="Roboto"/>
              <a:cs typeface="Roboto"/>
              <a:sym typeface="Roboto"/>
            </a:endParaRPr>
          </a:p>
        </p:txBody>
      </p:sp>
      <p:sp>
        <p:nvSpPr>
          <p:cNvPr id="825" name="Google Shape;825;p33"/>
          <p:cNvSpPr txBox="1"/>
          <p:nvPr/>
        </p:nvSpPr>
        <p:spPr>
          <a:xfrm>
            <a:off x="8138700" y="7751625"/>
            <a:ext cx="88800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3. </a:t>
            </a:r>
            <a:r>
              <a:rPr b="1" lang="en-US" sz="2100">
                <a:solidFill>
                  <a:schemeClr val="dk1"/>
                </a:solidFill>
                <a:latin typeface="Roboto"/>
                <a:ea typeface="Roboto"/>
                <a:cs typeface="Roboto"/>
                <a:sym typeface="Roboto"/>
              </a:rPr>
              <a:t>I hope you will take these suggestions into consideration</a:t>
            </a:r>
            <a:r>
              <a:rPr lang="en-US" sz="2100">
                <a:solidFill>
                  <a:schemeClr val="dk1"/>
                </a:solidFill>
                <a:latin typeface="Roboto"/>
                <a:ea typeface="Roboto"/>
                <a:cs typeface="Roboto"/>
                <a:sym typeface="Roboto"/>
              </a:rPr>
              <a:t> to improve the public transport service. </a:t>
            </a:r>
            <a:endParaRPr sz="2100">
              <a:solidFill>
                <a:schemeClr val="dk1"/>
              </a:solidFill>
              <a:latin typeface="Roboto"/>
              <a:ea typeface="Roboto"/>
              <a:cs typeface="Roboto"/>
              <a:sym typeface="Roboto"/>
            </a:endParaRPr>
          </a:p>
        </p:txBody>
      </p:sp>
      <p:sp>
        <p:nvSpPr>
          <p:cNvPr id="826" name="Google Shape;826;p33"/>
          <p:cNvSpPr txBox="1"/>
          <p:nvPr/>
        </p:nvSpPr>
        <p:spPr>
          <a:xfrm>
            <a:off x="8158950" y="8549275"/>
            <a:ext cx="58509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12. Thank you for your time and consideration.</a:t>
            </a:r>
            <a:endParaRPr sz="2100">
              <a:solidFill>
                <a:schemeClr val="dk1"/>
              </a:solidFill>
              <a:latin typeface="Roboto"/>
              <a:ea typeface="Roboto"/>
              <a:cs typeface="Roboto"/>
              <a:sym typeface="Roboto"/>
            </a:endParaRPr>
          </a:p>
        </p:txBody>
      </p:sp>
      <p:sp>
        <p:nvSpPr>
          <p:cNvPr id="827" name="Google Shape;827;p33"/>
          <p:cNvSpPr txBox="1"/>
          <p:nvPr/>
        </p:nvSpPr>
        <p:spPr>
          <a:xfrm>
            <a:off x="8138700" y="9141425"/>
            <a:ext cx="2199600" cy="40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4. Kind regards, </a:t>
            </a:r>
            <a:endParaRPr sz="2100">
              <a:solidFill>
                <a:schemeClr val="dk1"/>
              </a:solidFill>
              <a:latin typeface="Roboto"/>
              <a:ea typeface="Roboto"/>
              <a:cs typeface="Roboto"/>
              <a:sym typeface="Roboto"/>
            </a:endParaRPr>
          </a:p>
        </p:txBody>
      </p:sp>
      <p:sp>
        <p:nvSpPr>
          <p:cNvPr id="828" name="Google Shape;828;p33"/>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1b. VÍ DỤ: THƯ PHÀN NÀN</a:t>
            </a:r>
            <a:endParaRPr b="1" sz="800">
              <a:solidFill>
                <a:schemeClr val="lt1"/>
              </a:solidFill>
              <a:latin typeface="Montserrat"/>
              <a:ea typeface="Montserrat"/>
              <a:cs typeface="Montserrat"/>
              <a:sym typeface="Montserrat"/>
            </a:endParaRPr>
          </a:p>
        </p:txBody>
      </p:sp>
      <p:sp>
        <p:nvSpPr>
          <p:cNvPr id="829" name="Google Shape;829;p33"/>
          <p:cNvSpPr txBox="1"/>
          <p:nvPr/>
        </p:nvSpPr>
        <p:spPr>
          <a:xfrm>
            <a:off x="253600" y="984850"/>
            <a:ext cx="7445100" cy="90750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chemeClr val="lt2"/>
                </a:solidFill>
              </a:rPr>
              <a:t>I am writing to inform you about several issues with</a:t>
            </a:r>
            <a:r>
              <a:rPr b="1" lang="en-US" sz="2000">
                <a:solidFill>
                  <a:schemeClr val="dk1"/>
                </a:solidFill>
              </a:rPr>
              <a:t>:</a:t>
            </a:r>
            <a:r>
              <a:rPr lang="en-US" sz="2000">
                <a:solidFill>
                  <a:schemeClr val="dk1"/>
                </a:solidFill>
              </a:rPr>
              <a:t> </a:t>
            </a:r>
            <a:r>
              <a:rPr lang="en-US" sz="2000"/>
              <a:t> Tôi viết thư này để nói cho ông/bà một số vấn đề về …</a:t>
            </a:r>
            <a:endParaRPr sz="2000"/>
          </a:p>
          <a:p>
            <a:pPr indent="0" lvl="0" marL="0" rtl="0" algn="l">
              <a:lnSpc>
                <a:spcPct val="115000"/>
              </a:lnSpc>
              <a:spcBef>
                <a:spcPts val="0"/>
              </a:spcBef>
              <a:spcAft>
                <a:spcPts val="0"/>
              </a:spcAft>
              <a:buNone/>
            </a:pPr>
            <a:r>
              <a:rPr b="1" lang="en-US" sz="2000">
                <a:solidFill>
                  <a:srgbClr val="EB1C24"/>
                </a:solidFill>
              </a:rPr>
              <a:t>These problems are causing considerable inconvenience</a:t>
            </a:r>
            <a:r>
              <a:rPr b="1" lang="en-US" sz="2000">
                <a:solidFill>
                  <a:srgbClr val="EB1C24"/>
                </a:solidFill>
              </a:rPr>
              <a:t>:</a:t>
            </a:r>
            <a:r>
              <a:rPr b="1" lang="en-US" sz="2000"/>
              <a:t> </a:t>
            </a:r>
            <a:r>
              <a:rPr lang="en-US" sz="2000"/>
              <a:t>Những vấn đề này đang gây ra những sự bất tiện đáng kể</a:t>
            </a:r>
            <a:endParaRPr sz="2000"/>
          </a:p>
          <a:p>
            <a:pPr indent="0" lvl="0" marL="0" rtl="0" algn="l">
              <a:lnSpc>
                <a:spcPct val="115000"/>
              </a:lnSpc>
              <a:spcBef>
                <a:spcPts val="0"/>
              </a:spcBef>
              <a:spcAft>
                <a:spcPts val="0"/>
              </a:spcAft>
              <a:buNone/>
            </a:pPr>
            <a:r>
              <a:rPr b="1" lang="en-US" sz="2000">
                <a:solidFill>
                  <a:srgbClr val="FF0000"/>
                </a:solidFill>
              </a:rPr>
              <a:t>This has led to</a:t>
            </a:r>
            <a:r>
              <a:rPr b="1" lang="en-US" sz="2000">
                <a:solidFill>
                  <a:srgbClr val="FF0000"/>
                </a:solidFill>
              </a:rPr>
              <a:t>: </a:t>
            </a:r>
            <a:r>
              <a:rPr lang="en-US" sz="2000"/>
              <a:t>điều này dẫn tới</a:t>
            </a:r>
            <a:endParaRPr sz="2000"/>
          </a:p>
          <a:p>
            <a:pPr indent="0" lvl="0" marL="0" rtl="0" algn="l">
              <a:lnSpc>
                <a:spcPct val="115000"/>
              </a:lnSpc>
              <a:spcBef>
                <a:spcPts val="0"/>
              </a:spcBef>
              <a:spcAft>
                <a:spcPts val="0"/>
              </a:spcAft>
              <a:buNone/>
            </a:pPr>
            <a:r>
              <a:rPr b="1" lang="en-US" sz="2000">
                <a:solidFill>
                  <a:srgbClr val="FF0000"/>
                </a:solidFill>
              </a:rPr>
              <a:t>To address these issues</a:t>
            </a:r>
            <a:r>
              <a:rPr b="1" lang="en-US" sz="2000">
                <a:solidFill>
                  <a:srgbClr val="FF0000"/>
                </a:solidFill>
              </a:rPr>
              <a:t>: </a:t>
            </a:r>
            <a:r>
              <a:rPr lang="en-US" sz="2000"/>
              <a:t>để giải quyết những vấn đề này</a:t>
            </a:r>
            <a:r>
              <a:rPr lang="en-US" sz="2000"/>
              <a:t>          </a:t>
            </a:r>
            <a:endParaRPr sz="2000"/>
          </a:p>
          <a:p>
            <a:pPr indent="0" lvl="0" marL="0" rtl="0" algn="l">
              <a:lnSpc>
                <a:spcPct val="115000"/>
              </a:lnSpc>
              <a:spcBef>
                <a:spcPts val="0"/>
              </a:spcBef>
              <a:spcAft>
                <a:spcPts val="0"/>
              </a:spcAft>
              <a:buNone/>
            </a:pPr>
            <a:r>
              <a:rPr b="1" lang="en-US" sz="2000">
                <a:solidFill>
                  <a:srgbClr val="FF0000"/>
                </a:solidFill>
              </a:rPr>
              <a:t>I hope you will take these suggestions into consideration</a:t>
            </a:r>
            <a:r>
              <a:rPr b="1" lang="en-US" sz="2000">
                <a:solidFill>
                  <a:srgbClr val="FF0000"/>
                </a:solidFill>
              </a:rPr>
              <a:t>: </a:t>
            </a:r>
            <a:r>
              <a:rPr lang="en-US" sz="2000"/>
              <a:t>Tôi hy vọng ông/bà sẽ cân nhắc đề xuất của tôi</a:t>
            </a:r>
            <a:endParaRPr sz="2000"/>
          </a:p>
          <a:p>
            <a:pPr indent="0" lvl="0" marL="0" rtl="0" algn="l">
              <a:lnSpc>
                <a:spcPct val="115000"/>
              </a:lnSpc>
              <a:spcBef>
                <a:spcPts val="1000"/>
              </a:spcBef>
              <a:spcAft>
                <a:spcPts val="0"/>
              </a:spcAft>
              <a:buNone/>
            </a:pPr>
            <a:r>
              <a:rPr lang="en-US" sz="2100">
                <a:solidFill>
                  <a:srgbClr val="FF0000"/>
                </a:solidFill>
              </a:rPr>
              <a:t>public transport system:</a:t>
            </a:r>
            <a:r>
              <a:rPr lang="en-US" sz="2100"/>
              <a:t> hệ thống giao thông công cộng</a:t>
            </a:r>
            <a:endParaRPr sz="2100"/>
          </a:p>
          <a:p>
            <a:pPr indent="0" lvl="0" marL="0" rtl="0" algn="l">
              <a:lnSpc>
                <a:spcPct val="115000"/>
              </a:lnSpc>
              <a:spcBef>
                <a:spcPts val="0"/>
              </a:spcBef>
              <a:spcAft>
                <a:spcPts val="0"/>
              </a:spcAft>
              <a:buNone/>
            </a:pPr>
            <a:r>
              <a:rPr lang="en-US" sz="2100">
                <a:solidFill>
                  <a:srgbClr val="FF0000"/>
                </a:solidFill>
              </a:rPr>
              <a:t>frequent delays: </a:t>
            </a:r>
            <a:r>
              <a:rPr lang="en-US" sz="2100"/>
              <a:t>thường xuyên chậm trễ</a:t>
            </a:r>
            <a:endParaRPr sz="2100"/>
          </a:p>
          <a:p>
            <a:pPr indent="0" lvl="0" marL="0" rtl="0" algn="l">
              <a:lnSpc>
                <a:spcPct val="115000"/>
              </a:lnSpc>
              <a:spcBef>
                <a:spcPts val="0"/>
              </a:spcBef>
              <a:spcAft>
                <a:spcPts val="0"/>
              </a:spcAft>
              <a:buNone/>
            </a:pPr>
            <a:r>
              <a:rPr lang="en-US" sz="2100">
                <a:solidFill>
                  <a:schemeClr val="lt2"/>
                </a:solidFill>
              </a:rPr>
              <a:t>overcrowded:</a:t>
            </a:r>
            <a:r>
              <a:rPr lang="en-US" sz="2100"/>
              <a:t> quá đông đúc</a:t>
            </a:r>
            <a:endParaRPr sz="2100"/>
          </a:p>
          <a:p>
            <a:pPr indent="0" lvl="0" marL="0" rtl="0" algn="l">
              <a:lnSpc>
                <a:spcPct val="115000"/>
              </a:lnSpc>
              <a:spcBef>
                <a:spcPts val="0"/>
              </a:spcBef>
              <a:spcAft>
                <a:spcPts val="0"/>
              </a:spcAft>
              <a:buNone/>
            </a:pPr>
            <a:r>
              <a:rPr lang="en-US" sz="2100">
                <a:solidFill>
                  <a:schemeClr val="lt2"/>
                </a:solidFill>
              </a:rPr>
              <a:t>unreliable schedules:</a:t>
            </a:r>
            <a:r>
              <a:rPr lang="en-US" sz="2100"/>
              <a:t> hay sớm/trễ lịch</a:t>
            </a:r>
            <a:endParaRPr sz="2100"/>
          </a:p>
          <a:p>
            <a:pPr indent="0" lvl="0" marL="0" rtl="0" algn="l">
              <a:lnSpc>
                <a:spcPct val="115000"/>
              </a:lnSpc>
              <a:spcBef>
                <a:spcPts val="0"/>
              </a:spcBef>
              <a:spcAft>
                <a:spcPts val="0"/>
              </a:spcAft>
              <a:buNone/>
            </a:pPr>
            <a:r>
              <a:rPr lang="en-US" sz="2100">
                <a:solidFill>
                  <a:schemeClr val="lt2"/>
                </a:solidFill>
              </a:rPr>
              <a:t>frequency:</a:t>
            </a:r>
            <a:r>
              <a:rPr lang="en-US" sz="2100"/>
              <a:t> tần suất</a:t>
            </a:r>
            <a:endParaRPr sz="2100"/>
          </a:p>
          <a:p>
            <a:pPr indent="0" lvl="0" marL="0" rtl="0" algn="l">
              <a:lnSpc>
                <a:spcPct val="115000"/>
              </a:lnSpc>
              <a:spcBef>
                <a:spcPts val="0"/>
              </a:spcBef>
              <a:spcAft>
                <a:spcPts val="0"/>
              </a:spcAft>
              <a:buNone/>
            </a:pPr>
            <a:r>
              <a:rPr lang="en-US" sz="2100">
                <a:solidFill>
                  <a:schemeClr val="lt2"/>
                </a:solidFill>
              </a:rPr>
              <a:t>the public:</a:t>
            </a:r>
            <a:r>
              <a:rPr lang="en-US" sz="2100"/>
              <a:t> công chúng/người dân</a:t>
            </a:r>
            <a:endParaRPr sz="2100"/>
          </a:p>
          <a:p>
            <a:pPr indent="0" lvl="0" marL="0" rtl="0" algn="l">
              <a:lnSpc>
                <a:spcPct val="115000"/>
              </a:lnSpc>
              <a:spcBef>
                <a:spcPts val="0"/>
              </a:spcBef>
              <a:spcAft>
                <a:spcPts val="0"/>
              </a:spcAft>
              <a:buNone/>
            </a:pPr>
            <a:r>
              <a:rPr lang="en-US" sz="2100">
                <a:solidFill>
                  <a:srgbClr val="EC1B23"/>
                </a:solidFill>
              </a:rPr>
              <a:t>commuters:</a:t>
            </a:r>
            <a:r>
              <a:rPr lang="en-US" sz="2100"/>
              <a:t> người tham ra giao thông</a:t>
            </a:r>
            <a:endParaRPr sz="2100"/>
          </a:p>
          <a:p>
            <a:pPr indent="0" lvl="0" marL="0" rtl="0" algn="l">
              <a:lnSpc>
                <a:spcPct val="115000"/>
              </a:lnSpc>
              <a:spcBef>
                <a:spcPts val="0"/>
              </a:spcBef>
              <a:spcAft>
                <a:spcPts val="0"/>
              </a:spcAft>
              <a:buNone/>
            </a:pPr>
            <a:r>
              <a:rPr lang="en-US" sz="2100">
                <a:solidFill>
                  <a:schemeClr val="lt2"/>
                </a:solidFill>
              </a:rPr>
              <a:t>be forced to do something: </a:t>
            </a:r>
            <a:r>
              <a:rPr lang="en-US" sz="2100"/>
              <a:t>bị ép làm gì đó</a:t>
            </a:r>
            <a:endParaRPr sz="2100"/>
          </a:p>
          <a:p>
            <a:pPr indent="0" lvl="0" marL="0" rtl="0" algn="l">
              <a:lnSpc>
                <a:spcPct val="115000"/>
              </a:lnSpc>
              <a:spcBef>
                <a:spcPts val="0"/>
              </a:spcBef>
              <a:spcAft>
                <a:spcPts val="0"/>
              </a:spcAft>
              <a:buNone/>
            </a:pPr>
            <a:r>
              <a:rPr lang="en-US" sz="2100">
                <a:solidFill>
                  <a:schemeClr val="lt2"/>
                </a:solidFill>
              </a:rPr>
              <a:t>extend periods: </a:t>
            </a:r>
            <a:r>
              <a:rPr lang="en-US" sz="2100"/>
              <a:t>những khoảng thời gian dài hơn</a:t>
            </a:r>
            <a:endParaRPr sz="2100"/>
          </a:p>
          <a:p>
            <a:pPr indent="0" lvl="0" marL="0" rtl="0" algn="l">
              <a:lnSpc>
                <a:spcPct val="115000"/>
              </a:lnSpc>
              <a:spcBef>
                <a:spcPts val="0"/>
              </a:spcBef>
              <a:spcAft>
                <a:spcPts val="0"/>
              </a:spcAft>
              <a:buNone/>
            </a:pPr>
            <a:r>
              <a:rPr lang="en-US" sz="2100">
                <a:solidFill>
                  <a:srgbClr val="FF0000"/>
                </a:solidFill>
              </a:rPr>
              <a:t>passengers: </a:t>
            </a:r>
            <a:r>
              <a:rPr lang="en-US" sz="2100"/>
              <a:t>hành khách</a:t>
            </a:r>
            <a:endParaRPr sz="2100"/>
          </a:p>
          <a:p>
            <a:pPr indent="0" lvl="0" marL="0" rtl="0" algn="l">
              <a:lnSpc>
                <a:spcPct val="115000"/>
              </a:lnSpc>
              <a:spcBef>
                <a:spcPts val="0"/>
              </a:spcBef>
              <a:spcAft>
                <a:spcPts val="0"/>
              </a:spcAft>
              <a:buNone/>
            </a:pPr>
            <a:r>
              <a:rPr lang="en-US" sz="2100">
                <a:solidFill>
                  <a:srgbClr val="EB1C24"/>
                </a:solidFill>
              </a:rPr>
              <a:t>frustration:</a:t>
            </a:r>
            <a:r>
              <a:rPr lang="en-US" sz="2100"/>
              <a:t> sự giận giữ</a:t>
            </a:r>
            <a:endParaRPr sz="2100"/>
          </a:p>
          <a:p>
            <a:pPr indent="0" lvl="0" marL="0" rtl="0" algn="l">
              <a:lnSpc>
                <a:spcPct val="115000"/>
              </a:lnSpc>
              <a:spcBef>
                <a:spcPts val="0"/>
              </a:spcBef>
              <a:spcAft>
                <a:spcPts val="0"/>
              </a:spcAft>
              <a:buNone/>
            </a:pPr>
            <a:r>
              <a:rPr lang="en-US" sz="2100">
                <a:solidFill>
                  <a:srgbClr val="EB1C24"/>
                </a:solidFill>
              </a:rPr>
              <a:t>daily routines:</a:t>
            </a:r>
            <a:r>
              <a:rPr lang="en-US" sz="2100"/>
              <a:t> lịch trình hàng ngày</a:t>
            </a:r>
            <a:endParaRPr sz="2100"/>
          </a:p>
          <a:p>
            <a:pPr indent="0" lvl="0" marL="0" rtl="0" algn="l">
              <a:lnSpc>
                <a:spcPct val="115000"/>
              </a:lnSpc>
              <a:spcBef>
                <a:spcPts val="0"/>
              </a:spcBef>
              <a:spcAft>
                <a:spcPts val="0"/>
              </a:spcAft>
              <a:buNone/>
            </a:pPr>
            <a:r>
              <a:rPr lang="en-US" sz="2100">
                <a:solidFill>
                  <a:schemeClr val="lt2"/>
                </a:solidFill>
              </a:rPr>
              <a:t>productivity: </a:t>
            </a:r>
            <a:r>
              <a:rPr lang="en-US" sz="2100"/>
              <a:t>hiệu suất (công việc/lao động)</a:t>
            </a:r>
            <a:endParaRPr sz="2100"/>
          </a:p>
          <a:p>
            <a:pPr indent="0" lvl="0" marL="0" rtl="0" algn="l">
              <a:lnSpc>
                <a:spcPct val="115000"/>
              </a:lnSpc>
              <a:spcBef>
                <a:spcPts val="0"/>
              </a:spcBef>
              <a:spcAft>
                <a:spcPts val="0"/>
              </a:spcAft>
              <a:buNone/>
            </a:pPr>
            <a:r>
              <a:rPr lang="en-US" sz="2100">
                <a:solidFill>
                  <a:schemeClr val="lt2"/>
                </a:solidFill>
              </a:rPr>
              <a:t>ensure: </a:t>
            </a:r>
            <a:r>
              <a:rPr lang="en-US" sz="2100"/>
              <a:t>đảm bảo</a:t>
            </a:r>
            <a:endParaRPr sz="2100"/>
          </a:p>
          <a:p>
            <a:pPr indent="0" lvl="0" marL="0" rtl="0" algn="l">
              <a:lnSpc>
                <a:spcPct val="115000"/>
              </a:lnSpc>
              <a:spcBef>
                <a:spcPts val="0"/>
              </a:spcBef>
              <a:spcAft>
                <a:spcPts val="0"/>
              </a:spcAft>
              <a:buNone/>
            </a:pPr>
            <a:r>
              <a:rPr lang="en-US" sz="2100">
                <a:solidFill>
                  <a:schemeClr val="lt2"/>
                </a:solidFill>
              </a:rPr>
              <a:t>on time:</a:t>
            </a:r>
            <a:r>
              <a:rPr lang="en-US" sz="2100"/>
              <a:t> đúng giờ</a:t>
            </a:r>
            <a:endParaRPr sz="2100"/>
          </a:p>
          <a:p>
            <a:pPr indent="0" lvl="0" marL="0" rtl="0" algn="l">
              <a:lnSpc>
                <a:spcPct val="115000"/>
              </a:lnSpc>
              <a:spcBef>
                <a:spcPts val="0"/>
              </a:spcBef>
              <a:spcAft>
                <a:spcPts val="0"/>
              </a:spcAft>
              <a:buNone/>
            </a:pPr>
            <a:r>
              <a:rPr lang="en-US" sz="2100">
                <a:solidFill>
                  <a:schemeClr val="lt2"/>
                </a:solidFill>
              </a:rPr>
              <a:t>capacity:</a:t>
            </a:r>
            <a:r>
              <a:rPr lang="en-US" sz="2100"/>
              <a:t> sức chứa</a:t>
            </a:r>
            <a:endParaRPr sz="2100"/>
          </a:p>
          <a:p>
            <a:pPr indent="0" lvl="0" marL="0" rtl="0" algn="l">
              <a:lnSpc>
                <a:spcPct val="150000"/>
              </a:lnSpc>
              <a:spcBef>
                <a:spcPts val="0"/>
              </a:spcBef>
              <a:spcAft>
                <a:spcPts val="0"/>
              </a:spcAft>
              <a:buNone/>
            </a:pPr>
            <a:r>
              <a:t/>
            </a:r>
            <a:endParaRPr sz="1900"/>
          </a:p>
          <a:p>
            <a:pPr indent="0" lvl="0" marL="0" rtl="0" algn="l">
              <a:lnSpc>
                <a:spcPct val="150000"/>
              </a:lnSpc>
              <a:spcBef>
                <a:spcPts val="0"/>
              </a:spcBef>
              <a:spcAft>
                <a:spcPts val="0"/>
              </a:spcAft>
              <a:buNone/>
            </a:pPr>
            <a:r>
              <a:t/>
            </a:r>
            <a:endParaRPr sz="2100"/>
          </a:p>
        </p:txBody>
      </p:sp>
    </p:spTree>
  </p:cSld>
  <p:clrMapOvr>
    <a:masterClrMapping/>
  </p:clrMapOvr>
  <p:transition spd="med">
    <p:push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cxnSp>
        <p:nvCxnSpPr>
          <p:cNvPr id="834" name="Google Shape;834;p34"/>
          <p:cNvCxnSpPr/>
          <p:nvPr/>
        </p:nvCxnSpPr>
        <p:spPr>
          <a:xfrm>
            <a:off x="-1465633" y="4162147"/>
            <a:ext cx="5303400" cy="0"/>
          </a:xfrm>
          <a:prstGeom prst="straightConnector1">
            <a:avLst/>
          </a:prstGeom>
          <a:noFill/>
          <a:ln cap="flat" cmpd="sng" w="38100">
            <a:solidFill>
              <a:srgbClr val="FFFFFF"/>
            </a:solidFill>
            <a:prstDash val="solid"/>
            <a:round/>
            <a:headEnd len="sm" w="sm" type="none"/>
            <a:tailEnd len="sm" w="sm" type="none"/>
          </a:ln>
        </p:spPr>
      </p:cxnSp>
      <p:sp>
        <p:nvSpPr>
          <p:cNvPr id="835" name="Google Shape;835;p34"/>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836" name="Google Shape;836;p34"/>
          <p:cNvSpPr/>
          <p:nvPr/>
        </p:nvSpPr>
        <p:spPr>
          <a:xfrm>
            <a:off x="2025567" y="5975810"/>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37" name="Google Shape;837;p34"/>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38" name="Google Shape;838;p34"/>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sp>
        <p:nvSpPr>
          <p:cNvPr id="839" name="Google Shape;839;p34"/>
          <p:cNvSpPr txBox="1"/>
          <p:nvPr/>
        </p:nvSpPr>
        <p:spPr>
          <a:xfrm>
            <a:off x="1341525" y="3120363"/>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840" name="Google Shape;840;p34"/>
          <p:cNvGraphicFramePr/>
          <p:nvPr/>
        </p:nvGraphicFramePr>
        <p:xfrm>
          <a:off x="1425875" y="4033675"/>
          <a:ext cx="3000000" cy="3000000"/>
        </p:xfrm>
        <a:graphic>
          <a:graphicData uri="http://schemas.openxmlformats.org/drawingml/2006/table">
            <a:tbl>
              <a:tblPr>
                <a:noFill/>
                <a:tableStyleId>{60638938-71CB-40BF-9EBE-1958C9D59905}</a:tableStyleId>
              </a:tblPr>
              <a:tblGrid>
                <a:gridCol w="14741375"/>
              </a:tblGrid>
              <a:tr h="3041550">
                <a:tc>
                  <a:txBody>
                    <a:bodyPr/>
                    <a:lstStyle/>
                    <a:p>
                      <a:pPr indent="0" lvl="0" marL="0" rtl="0" algn="just">
                        <a:lnSpc>
                          <a:spcPct val="150000"/>
                        </a:lnSpc>
                        <a:spcBef>
                          <a:spcPts val="0"/>
                        </a:spcBef>
                        <a:spcAft>
                          <a:spcPts val="0"/>
                        </a:spcAft>
                        <a:buNone/>
                      </a:pPr>
                      <a:r>
                        <a:rPr lang="en-US" sz="2200"/>
                        <a:t>The English Department has decided to hold a speech contest in late December, but your classmates find that it is too near the final examination. Write to the Dean of the department to ask him to change the schedule of the contest. </a:t>
                      </a:r>
                      <a:endParaRPr sz="2200"/>
                    </a:p>
                    <a:p>
                      <a:pPr indent="0" lvl="0" marL="0" rtl="0" algn="just">
                        <a:lnSpc>
                          <a:spcPct val="150000"/>
                        </a:lnSpc>
                        <a:spcBef>
                          <a:spcPts val="0"/>
                        </a:spcBef>
                        <a:spcAft>
                          <a:spcPts val="0"/>
                        </a:spcAft>
                        <a:buNone/>
                      </a:pPr>
                      <a:r>
                        <a:rPr lang="en-US" sz="2200"/>
                        <a:t>In your letter:</a:t>
                      </a:r>
                      <a:endParaRPr sz="2200"/>
                    </a:p>
                    <a:p>
                      <a:pPr indent="-368300" lvl="0" marL="457200" rtl="0" algn="just">
                        <a:lnSpc>
                          <a:spcPct val="150000"/>
                        </a:lnSpc>
                        <a:spcBef>
                          <a:spcPts val="0"/>
                        </a:spcBef>
                        <a:spcAft>
                          <a:spcPts val="0"/>
                        </a:spcAft>
                        <a:buSzPts val="2200"/>
                        <a:buChar char="●"/>
                      </a:pPr>
                      <a:r>
                        <a:rPr lang="en-US" sz="2200"/>
                        <a:t>Explain why you are writing​.</a:t>
                      </a:r>
                      <a:endParaRPr sz="2200"/>
                    </a:p>
                    <a:p>
                      <a:pPr indent="-368300" lvl="0" marL="457200" rtl="0" algn="just">
                        <a:lnSpc>
                          <a:spcPct val="150000"/>
                        </a:lnSpc>
                        <a:spcBef>
                          <a:spcPts val="0"/>
                        </a:spcBef>
                        <a:spcAft>
                          <a:spcPts val="0"/>
                        </a:spcAft>
                        <a:buSzPts val="2200"/>
                        <a:buChar char="●"/>
                      </a:pPr>
                      <a:r>
                        <a:rPr lang="en-US" sz="2200"/>
                        <a:t>Explain why you are asking for a change.</a:t>
                      </a:r>
                      <a:endParaRPr sz="2200"/>
                    </a:p>
                    <a:p>
                      <a:pPr indent="-368300" lvl="0" marL="457200" rtl="0" algn="just">
                        <a:lnSpc>
                          <a:spcPct val="150000"/>
                        </a:lnSpc>
                        <a:spcBef>
                          <a:spcPts val="0"/>
                        </a:spcBef>
                        <a:spcAft>
                          <a:spcPts val="0"/>
                        </a:spcAft>
                        <a:buSzPts val="2200"/>
                        <a:buChar char="●"/>
                      </a:pPr>
                      <a:r>
                        <a:rPr lang="en-US" sz="2200"/>
                        <a:t>Suggest a change of the time.</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41" name="Google Shape;841;p34"/>
          <p:cNvSpPr/>
          <p:nvPr/>
        </p:nvSpPr>
        <p:spPr>
          <a:xfrm>
            <a:off x="1236875" y="1246575"/>
            <a:ext cx="38685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Đọc dịch đề sau đây</a:t>
            </a:r>
            <a:endParaRPr sz="2100">
              <a:latin typeface="Roboto"/>
              <a:ea typeface="Roboto"/>
              <a:cs typeface="Roboto"/>
              <a:sym typeface="Roboto"/>
            </a:endParaRPr>
          </a:p>
        </p:txBody>
      </p:sp>
      <p:sp>
        <p:nvSpPr>
          <p:cNvPr id="842" name="Google Shape;842;p34"/>
          <p:cNvSpPr/>
          <p:nvPr/>
        </p:nvSpPr>
        <p:spPr>
          <a:xfrm>
            <a:off x="1236875" y="2234150"/>
            <a:ext cx="40197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Xác định yêu cầu đề bài</a:t>
            </a:r>
            <a:endParaRPr sz="2100">
              <a:latin typeface="Roboto"/>
              <a:ea typeface="Roboto"/>
              <a:cs typeface="Roboto"/>
              <a:sym typeface="Roboto"/>
            </a:endParaRPr>
          </a:p>
        </p:txBody>
      </p:sp>
      <p:sp>
        <p:nvSpPr>
          <p:cNvPr id="843" name="Google Shape;843;p34"/>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1c. VÍ DỤ: THƯ ĐỀ NGHỊ (YÊU CẦU)</a:t>
            </a:r>
            <a:endParaRPr b="1" sz="800">
              <a:solidFill>
                <a:schemeClr val="lt1"/>
              </a:solidFill>
              <a:latin typeface="Montserrat"/>
              <a:ea typeface="Montserrat"/>
              <a:cs typeface="Montserrat"/>
              <a:sym typeface="Montserrat"/>
            </a:endParaRPr>
          </a:p>
        </p:txBody>
      </p:sp>
    </p:spTree>
  </p:cSld>
  <p:clrMapOvr>
    <a:masterClrMapping/>
  </p:clrMapOvr>
  <p:transition spd="med">
    <p:push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5"/>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849" name="Google Shape;849;p35"/>
          <p:cNvSpPr/>
          <p:nvPr/>
        </p:nvSpPr>
        <p:spPr>
          <a:xfrm>
            <a:off x="1914492" y="467042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50" name="Google Shape;850;p35"/>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51" name="Google Shape;851;p35"/>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aphicFrame>
        <p:nvGraphicFramePr>
          <p:cNvPr id="852" name="Google Shape;852;p35"/>
          <p:cNvGraphicFramePr/>
          <p:nvPr/>
        </p:nvGraphicFramePr>
        <p:xfrm>
          <a:off x="450838" y="2031863"/>
          <a:ext cx="3000000" cy="3000000"/>
        </p:xfrm>
        <a:graphic>
          <a:graphicData uri="http://schemas.openxmlformats.org/drawingml/2006/table">
            <a:tbl>
              <a:tblPr>
                <a:noFill/>
                <a:tableStyleId>{1168440D-A4AB-44A5-AED7-D7F76E54A885}</a:tableStyleId>
              </a:tblPr>
              <a:tblGrid>
                <a:gridCol w="1204050"/>
                <a:gridCol w="10237575"/>
              </a:tblGrid>
              <a:tr h="573250">
                <a:tc>
                  <a:txBody>
                    <a:bodyPr/>
                    <a:lstStyle/>
                    <a:p>
                      <a:pPr indent="0" lvl="0" marL="0" rtl="0" algn="ctr">
                        <a:spcBef>
                          <a:spcPts val="0"/>
                        </a:spcBef>
                        <a:spcAft>
                          <a:spcPts val="0"/>
                        </a:spcAft>
                        <a:buNone/>
                      </a:pPr>
                      <a:r>
                        <a:rPr b="1" lang="en-US" sz="2000">
                          <a:solidFill>
                            <a:schemeClr val="lt1"/>
                          </a:solidFill>
                        </a:rPr>
                        <a:t>Phần</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solidFill>
                      <a:srgbClr val="4CB487"/>
                    </a:solidFill>
                  </a:tcPr>
                </a:tc>
                <a:tc>
                  <a:txBody>
                    <a:bodyPr/>
                    <a:lstStyle/>
                    <a:p>
                      <a:pPr indent="0" lvl="0" marL="0" rtl="0" algn="ctr">
                        <a:spcBef>
                          <a:spcPts val="0"/>
                        </a:spcBef>
                        <a:spcAft>
                          <a:spcPts val="0"/>
                        </a:spcAft>
                        <a:buNone/>
                      </a:pPr>
                      <a:r>
                        <a:rPr b="1" lang="en-US" sz="2000">
                          <a:solidFill>
                            <a:schemeClr val="lt1"/>
                          </a:solidFill>
                        </a:rPr>
                        <a:t>Bài mẫu</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solidFill>
                      <a:srgbClr val="4CB487"/>
                    </a:solidFill>
                  </a:tcPr>
                </a:tc>
              </a:tr>
              <a:tr h="928700">
                <a:tc>
                  <a:txBody>
                    <a:bodyPr/>
                    <a:lstStyle/>
                    <a:p>
                      <a:pPr indent="0" lvl="0" marL="0" rtl="0" algn="ctr">
                        <a:lnSpc>
                          <a:spcPct val="150000"/>
                        </a:lnSpc>
                        <a:spcBef>
                          <a:spcPts val="0"/>
                        </a:spcBef>
                        <a:spcAft>
                          <a:spcPts val="0"/>
                        </a:spcAft>
                        <a:buNone/>
                      </a:pPr>
                      <a:r>
                        <a:rPr lang="en-US" sz="1800"/>
                        <a:t>Mở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Dear Sir or Madam,</a:t>
                      </a:r>
                      <a:endParaRPr sz="1800"/>
                    </a:p>
                    <a:p>
                      <a:pPr indent="0" lvl="0" marL="0" rtl="0" algn="l">
                        <a:lnSpc>
                          <a:spcPct val="150000"/>
                        </a:lnSpc>
                        <a:spcBef>
                          <a:spcPts val="0"/>
                        </a:spcBef>
                        <a:spcAft>
                          <a:spcPts val="0"/>
                        </a:spcAft>
                        <a:buNone/>
                      </a:pPr>
                      <a:r>
                        <a:rPr lang="en-US" sz="1800"/>
                        <a:t>I am writing this letter to (1) ______________ a change in the schedule for the upcoming speech contest organized by the English Department. The contest is currently set for late December, which coincides closely with our (2) __________________</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2644525">
                <a:tc>
                  <a:txBody>
                    <a:bodyPr/>
                    <a:lstStyle/>
                    <a:p>
                      <a:pPr indent="0" lvl="0" marL="0" rtl="0" algn="ctr">
                        <a:lnSpc>
                          <a:spcPct val="150000"/>
                        </a:lnSpc>
                        <a:spcBef>
                          <a:spcPts val="0"/>
                        </a:spcBef>
                        <a:spcAft>
                          <a:spcPts val="0"/>
                        </a:spcAft>
                        <a:buNone/>
                      </a:pPr>
                      <a:r>
                        <a:rPr lang="en-US" sz="1800"/>
                        <a:t>Thân bài</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Many of my classmates and I </a:t>
                      </a:r>
                      <a:r>
                        <a:rPr lang="en-US" sz="1800"/>
                        <a:t>(3) ______________ </a:t>
                      </a:r>
                      <a:r>
                        <a:rPr lang="en-US" sz="1800"/>
                        <a:t>that participating in the contest at this time will significantly interfere with our </a:t>
                      </a:r>
                      <a:r>
                        <a:rPr lang="en-US" sz="1800"/>
                        <a:t>(4) _______________ </a:t>
                      </a:r>
                      <a:r>
                        <a:rPr lang="en-US" sz="1800"/>
                        <a:t>. The period leading up to finals is crucial for our preparation, and balancing both the contest and final exams could </a:t>
                      </a:r>
                      <a:r>
                        <a:rPr lang="en-US" sz="1800"/>
                        <a:t>(5) _______________</a:t>
                      </a:r>
                      <a:r>
                        <a:rPr lang="en-US" sz="1800"/>
                        <a:t>our academic performance.</a:t>
                      </a:r>
                      <a:endParaRPr sz="1800"/>
                    </a:p>
                    <a:p>
                      <a:pPr indent="0" lvl="0" marL="0" rtl="0" algn="l">
                        <a:lnSpc>
                          <a:spcPct val="150000"/>
                        </a:lnSpc>
                        <a:spcBef>
                          <a:spcPts val="1000"/>
                        </a:spcBef>
                        <a:spcAft>
                          <a:spcPts val="0"/>
                        </a:spcAft>
                        <a:buNone/>
                      </a:pPr>
                      <a:r>
                        <a:rPr lang="en-US" sz="1800"/>
                        <a:t>I </a:t>
                      </a:r>
                      <a:r>
                        <a:rPr lang="en-US" sz="1800"/>
                        <a:t>(6) _______________</a:t>
                      </a:r>
                      <a:r>
                        <a:rPr lang="en-US" sz="1800"/>
                        <a:t>rescheduling the speech contest to early January, after the final exams have concluded. This adjustment would allow us to participate fully in the contest without compromising our exam preparation.</a:t>
                      </a:r>
                      <a:endParaRPr sz="1800"/>
                    </a:p>
                  </a:txBody>
                  <a:tcPr marT="63500" marB="63500" marR="63500" marL="63500" anchor="ctr">
                    <a:lnL cap="flat" cmpd="sng" w="12700">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1016850">
                <a:tc>
                  <a:txBody>
                    <a:bodyPr/>
                    <a:lstStyle/>
                    <a:p>
                      <a:pPr indent="0" lvl="0" marL="0" rtl="0" algn="ctr">
                        <a:lnSpc>
                          <a:spcPct val="150000"/>
                        </a:lnSpc>
                        <a:spcBef>
                          <a:spcPts val="0"/>
                        </a:spcBef>
                        <a:spcAft>
                          <a:spcPts val="0"/>
                        </a:spcAft>
                        <a:buNone/>
                      </a:pPr>
                      <a:r>
                        <a:rPr lang="en-US" sz="1800"/>
                        <a:t>Kết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Thank you for your time and consideration. I look forward to your positive reply.</a:t>
                      </a:r>
                      <a:endParaRPr sz="1800"/>
                    </a:p>
                    <a:p>
                      <a:pPr indent="0" lvl="0" marL="0" rtl="0" algn="l">
                        <a:lnSpc>
                          <a:spcPct val="150000"/>
                        </a:lnSpc>
                        <a:spcBef>
                          <a:spcPts val="0"/>
                        </a:spcBef>
                        <a:spcAft>
                          <a:spcPts val="0"/>
                        </a:spcAft>
                        <a:buNone/>
                      </a:pPr>
                      <a:r>
                        <a:rPr lang="en-US" sz="1800"/>
                        <a:t>Kind regards,</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r h="576675">
                <a:tc>
                  <a:txBody>
                    <a:bodyPr/>
                    <a:lstStyle/>
                    <a:p>
                      <a:pPr indent="0" lvl="0" marL="0" rtl="0" algn="ctr">
                        <a:lnSpc>
                          <a:spcPct val="150000"/>
                        </a:lnSpc>
                        <a:spcBef>
                          <a:spcPts val="0"/>
                        </a:spcBef>
                        <a:spcAft>
                          <a:spcPts val="0"/>
                        </a:spcAft>
                        <a:buNone/>
                      </a:pPr>
                      <a:r>
                        <a:rPr lang="en-US" sz="1800"/>
                        <a:t>Ký tên</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bl>
          </a:graphicData>
        </a:graphic>
      </p:graphicFrame>
      <p:sp>
        <p:nvSpPr>
          <p:cNvPr id="853" name="Google Shape;853;p35"/>
          <p:cNvSpPr txBox="1"/>
          <p:nvPr/>
        </p:nvSpPr>
        <p:spPr>
          <a:xfrm>
            <a:off x="12114225" y="1220274"/>
            <a:ext cx="5439900" cy="367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2100"/>
          </a:p>
          <a:p>
            <a:pPr indent="-355600" lvl="0" marL="457200" rtl="0" algn="l">
              <a:lnSpc>
                <a:spcPct val="150000"/>
              </a:lnSpc>
              <a:spcBef>
                <a:spcPts val="0"/>
              </a:spcBef>
              <a:spcAft>
                <a:spcPts val="0"/>
              </a:spcAft>
              <a:buSzPts val="2000"/>
              <a:buAutoNum type="alphaLcPeriod"/>
            </a:pPr>
            <a:r>
              <a:rPr lang="en-US" sz="2000"/>
              <a:t>kindly suggest</a:t>
            </a:r>
            <a:endParaRPr sz="2000"/>
          </a:p>
          <a:p>
            <a:pPr indent="-355600" lvl="0" marL="457200" rtl="0" algn="l">
              <a:lnSpc>
                <a:spcPct val="150000"/>
              </a:lnSpc>
              <a:spcBef>
                <a:spcPts val="0"/>
              </a:spcBef>
              <a:spcAft>
                <a:spcPts val="0"/>
              </a:spcAft>
              <a:buSzPts val="2000"/>
              <a:buAutoNum type="alphaLcPeriod"/>
            </a:pPr>
            <a:r>
              <a:rPr lang="en-US" sz="2000"/>
              <a:t>are concerned</a:t>
            </a:r>
            <a:endParaRPr sz="2000"/>
          </a:p>
          <a:p>
            <a:pPr indent="-355600" lvl="0" marL="457200" rtl="0" algn="l">
              <a:lnSpc>
                <a:spcPct val="150000"/>
              </a:lnSpc>
              <a:spcBef>
                <a:spcPts val="0"/>
              </a:spcBef>
              <a:spcAft>
                <a:spcPts val="0"/>
              </a:spcAft>
              <a:buSzPts val="2000"/>
              <a:buAutoNum type="alphaLcPeriod"/>
            </a:pPr>
            <a:r>
              <a:rPr lang="en-US" sz="2000"/>
              <a:t>negatively impact</a:t>
            </a:r>
            <a:endParaRPr sz="2000"/>
          </a:p>
          <a:p>
            <a:pPr indent="-355600" lvl="0" marL="457200" rtl="0" algn="l">
              <a:lnSpc>
                <a:spcPct val="150000"/>
              </a:lnSpc>
              <a:spcBef>
                <a:spcPts val="0"/>
              </a:spcBef>
              <a:spcAft>
                <a:spcPts val="0"/>
              </a:spcAft>
              <a:buSzPts val="2000"/>
              <a:buAutoNum type="alphaLcPeriod"/>
            </a:pPr>
            <a:r>
              <a:rPr lang="en-US" sz="2000"/>
              <a:t>request/ask for</a:t>
            </a:r>
            <a:endParaRPr sz="2000"/>
          </a:p>
          <a:p>
            <a:pPr indent="-355600" lvl="0" marL="457200" rtl="0" algn="l">
              <a:lnSpc>
                <a:spcPct val="150000"/>
              </a:lnSpc>
              <a:spcBef>
                <a:spcPts val="0"/>
              </a:spcBef>
              <a:spcAft>
                <a:spcPts val="0"/>
              </a:spcAft>
              <a:buSzPts val="2000"/>
              <a:buAutoNum type="alphaLcPeriod"/>
            </a:pPr>
            <a:r>
              <a:rPr lang="en-US" sz="2000"/>
              <a:t>final examinations</a:t>
            </a:r>
            <a:endParaRPr sz="2000"/>
          </a:p>
          <a:p>
            <a:pPr indent="-355600" lvl="0" marL="457200" rtl="0" algn="l">
              <a:lnSpc>
                <a:spcPct val="150000"/>
              </a:lnSpc>
              <a:spcBef>
                <a:spcPts val="0"/>
              </a:spcBef>
              <a:spcAft>
                <a:spcPts val="0"/>
              </a:spcAft>
              <a:buSzPts val="2000"/>
              <a:buAutoNum type="alphaLcPeriod"/>
            </a:pPr>
            <a:r>
              <a:rPr lang="en-US" sz="2000"/>
              <a:t>study schedules</a:t>
            </a:r>
            <a:endParaRPr sz="2000"/>
          </a:p>
          <a:p>
            <a:pPr indent="0" lvl="0" marL="0" rtl="0" algn="l">
              <a:lnSpc>
                <a:spcPct val="150000"/>
              </a:lnSpc>
              <a:spcBef>
                <a:spcPts val="1000"/>
              </a:spcBef>
              <a:spcAft>
                <a:spcPts val="0"/>
              </a:spcAft>
              <a:buNone/>
            </a:pPr>
            <a:r>
              <a:t/>
            </a:r>
            <a:endParaRPr sz="1800"/>
          </a:p>
        </p:txBody>
      </p:sp>
      <p:sp>
        <p:nvSpPr>
          <p:cNvPr id="854" name="Google Shape;854;p35"/>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1c. VÍ DỤ: THƯ ĐỀ NGHỊ (YÊU CẦU)</a:t>
            </a:r>
            <a:endParaRPr b="1" sz="800">
              <a:solidFill>
                <a:schemeClr val="lt1"/>
              </a:solidFill>
              <a:latin typeface="Montserrat"/>
              <a:ea typeface="Montserrat"/>
              <a:cs typeface="Montserrat"/>
              <a:sym typeface="Montserrat"/>
            </a:endParaRPr>
          </a:p>
        </p:txBody>
      </p:sp>
      <p:sp>
        <p:nvSpPr>
          <p:cNvPr id="855" name="Google Shape;855;p35"/>
          <p:cNvSpPr/>
          <p:nvPr/>
        </p:nvSpPr>
        <p:spPr>
          <a:xfrm>
            <a:off x="1099900" y="1076425"/>
            <a:ext cx="8785800" cy="624000"/>
          </a:xfrm>
          <a:prstGeom prst="roundRect">
            <a:avLst>
              <a:gd fmla="val 16667" name="adj"/>
            </a:avLst>
          </a:prstGeom>
          <a:noFill/>
          <a:ln cap="flat" cmpd="sng" w="19050">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latin typeface="Roboto"/>
                <a:ea typeface="Roboto"/>
                <a:cs typeface="Roboto"/>
                <a:sym typeface="Roboto"/>
              </a:rPr>
              <a:t>Điền từ vào chỗ trống</a:t>
            </a:r>
            <a:r>
              <a:rPr b="1" lang="en-US" sz="2600">
                <a:latin typeface="Roboto"/>
                <a:ea typeface="Roboto"/>
                <a:cs typeface="Roboto"/>
                <a:sym typeface="Roboto"/>
              </a:rPr>
              <a:t> để tạo thành lá thư hoàn chỉnh</a:t>
            </a:r>
            <a:endParaRPr b="1">
              <a:latin typeface="Roboto"/>
              <a:ea typeface="Roboto"/>
              <a:cs typeface="Roboto"/>
              <a:sym typeface="Roboto"/>
            </a:endParaRPr>
          </a:p>
        </p:txBody>
      </p:sp>
      <p:sp>
        <p:nvSpPr>
          <p:cNvPr id="856" name="Google Shape;856;p35"/>
          <p:cNvSpPr txBox="1"/>
          <p:nvPr/>
        </p:nvSpPr>
        <p:spPr>
          <a:xfrm>
            <a:off x="4537875" y="2910775"/>
            <a:ext cx="1886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EC1B23"/>
                </a:solidFill>
                <a:latin typeface="Roboto"/>
                <a:ea typeface="Roboto"/>
                <a:cs typeface="Roboto"/>
                <a:sym typeface="Roboto"/>
              </a:rPr>
              <a:t>request/ask for</a:t>
            </a:r>
            <a:endParaRPr b="1" sz="1800">
              <a:solidFill>
                <a:srgbClr val="EC1B23"/>
              </a:solidFill>
              <a:latin typeface="Roboto"/>
              <a:ea typeface="Roboto"/>
              <a:cs typeface="Roboto"/>
              <a:sym typeface="Roboto"/>
            </a:endParaRPr>
          </a:p>
        </p:txBody>
      </p:sp>
      <p:sp>
        <p:nvSpPr>
          <p:cNvPr id="857" name="Google Shape;857;p35"/>
          <p:cNvSpPr txBox="1"/>
          <p:nvPr/>
        </p:nvSpPr>
        <p:spPr>
          <a:xfrm>
            <a:off x="4701675" y="3753050"/>
            <a:ext cx="25851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EC1B23"/>
                </a:solidFill>
                <a:latin typeface="Roboto"/>
                <a:ea typeface="Roboto"/>
                <a:cs typeface="Roboto"/>
                <a:sym typeface="Roboto"/>
              </a:rPr>
              <a:t>final examinations</a:t>
            </a:r>
            <a:endParaRPr b="1" sz="2000">
              <a:solidFill>
                <a:srgbClr val="EC1B23"/>
              </a:solidFill>
              <a:latin typeface="Roboto"/>
              <a:ea typeface="Roboto"/>
              <a:cs typeface="Roboto"/>
              <a:sym typeface="Roboto"/>
            </a:endParaRPr>
          </a:p>
        </p:txBody>
      </p:sp>
      <p:sp>
        <p:nvSpPr>
          <p:cNvPr id="858" name="Google Shape;858;p35"/>
          <p:cNvSpPr txBox="1"/>
          <p:nvPr/>
        </p:nvSpPr>
        <p:spPr>
          <a:xfrm>
            <a:off x="4931913" y="4259125"/>
            <a:ext cx="2174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are concerned</a:t>
            </a:r>
            <a:endParaRPr b="1" sz="2000">
              <a:solidFill>
                <a:srgbClr val="EC1B23"/>
              </a:solidFill>
              <a:latin typeface="Roboto"/>
              <a:ea typeface="Roboto"/>
              <a:cs typeface="Roboto"/>
              <a:sym typeface="Roboto"/>
            </a:endParaRPr>
          </a:p>
        </p:txBody>
      </p:sp>
      <p:sp>
        <p:nvSpPr>
          <p:cNvPr id="859" name="Google Shape;859;p35"/>
          <p:cNvSpPr txBox="1"/>
          <p:nvPr/>
        </p:nvSpPr>
        <p:spPr>
          <a:xfrm>
            <a:off x="4951875" y="4670425"/>
            <a:ext cx="2174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study schedules</a:t>
            </a:r>
            <a:endParaRPr b="1" sz="2000">
              <a:solidFill>
                <a:srgbClr val="EC1B23"/>
              </a:solidFill>
              <a:latin typeface="Roboto"/>
              <a:ea typeface="Roboto"/>
              <a:cs typeface="Roboto"/>
              <a:sym typeface="Roboto"/>
            </a:endParaRPr>
          </a:p>
        </p:txBody>
      </p:sp>
      <p:sp>
        <p:nvSpPr>
          <p:cNvPr id="860" name="Google Shape;860;p35"/>
          <p:cNvSpPr txBox="1"/>
          <p:nvPr/>
        </p:nvSpPr>
        <p:spPr>
          <a:xfrm>
            <a:off x="8976250" y="5094225"/>
            <a:ext cx="22845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negative impact</a:t>
            </a:r>
            <a:endParaRPr b="1" sz="2000">
              <a:solidFill>
                <a:srgbClr val="EC1B23"/>
              </a:solidFill>
              <a:latin typeface="Roboto"/>
              <a:ea typeface="Roboto"/>
              <a:cs typeface="Roboto"/>
              <a:sym typeface="Roboto"/>
            </a:endParaRPr>
          </a:p>
        </p:txBody>
      </p:sp>
      <p:sp>
        <p:nvSpPr>
          <p:cNvPr id="861" name="Google Shape;861;p35"/>
          <p:cNvSpPr txBox="1"/>
          <p:nvPr/>
        </p:nvSpPr>
        <p:spPr>
          <a:xfrm>
            <a:off x="2163825" y="6041250"/>
            <a:ext cx="1886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kindly suggest</a:t>
            </a:r>
            <a:endParaRPr b="1" sz="2000">
              <a:solidFill>
                <a:srgbClr val="EC1B23"/>
              </a:solidFill>
              <a:latin typeface="Roboto"/>
              <a:ea typeface="Roboto"/>
              <a:cs typeface="Roboto"/>
              <a:sym typeface="Roboto"/>
            </a:endParaRPr>
          </a:p>
        </p:txBody>
      </p:sp>
      <p:sp>
        <p:nvSpPr>
          <p:cNvPr id="862" name="Google Shape;862;p35"/>
          <p:cNvSpPr txBox="1"/>
          <p:nvPr/>
        </p:nvSpPr>
        <p:spPr>
          <a:xfrm>
            <a:off x="12114225" y="4571250"/>
            <a:ext cx="5798400" cy="14700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chemeClr val="lt2"/>
                </a:solidFill>
              </a:rPr>
              <a:t>I am writing to request/ask for</a:t>
            </a:r>
            <a:r>
              <a:rPr b="1" lang="en-US" sz="2000">
                <a:solidFill>
                  <a:schemeClr val="dk1"/>
                </a:solidFill>
              </a:rPr>
              <a:t>:</a:t>
            </a:r>
            <a:r>
              <a:rPr lang="en-US" sz="2000">
                <a:solidFill>
                  <a:schemeClr val="dk1"/>
                </a:solidFill>
              </a:rPr>
              <a:t> </a:t>
            </a:r>
            <a:r>
              <a:rPr lang="en-US" sz="2000"/>
              <a:t> Tôi viết thư này để yêu cầu/ xin phép…</a:t>
            </a:r>
            <a:endParaRPr sz="2000"/>
          </a:p>
          <a:p>
            <a:pPr indent="0" lvl="0" marL="0" rtl="0" algn="l">
              <a:lnSpc>
                <a:spcPct val="115000"/>
              </a:lnSpc>
              <a:spcBef>
                <a:spcPts val="0"/>
              </a:spcBef>
              <a:spcAft>
                <a:spcPts val="0"/>
              </a:spcAft>
              <a:buNone/>
            </a:pPr>
            <a:r>
              <a:rPr b="1" lang="en-US" sz="2000">
                <a:solidFill>
                  <a:srgbClr val="EB1C24"/>
                </a:solidFill>
              </a:rPr>
              <a:t>I kindly suggest </a:t>
            </a:r>
            <a:r>
              <a:rPr b="1" lang="en-US" sz="2000">
                <a:solidFill>
                  <a:srgbClr val="EB1C24"/>
                </a:solidFill>
              </a:rPr>
              <a:t>:</a:t>
            </a:r>
            <a:r>
              <a:rPr b="1" lang="en-US" sz="2000"/>
              <a:t> </a:t>
            </a:r>
            <a:r>
              <a:rPr lang="en-US" sz="2000"/>
              <a:t>Tôi xin chân thành gợi ý</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1000"/>
              </a:spcBef>
              <a:spcAft>
                <a:spcPts val="0"/>
              </a:spcAft>
              <a:buNone/>
            </a:pPr>
            <a:r>
              <a:t/>
            </a:r>
            <a:endParaRPr sz="1800"/>
          </a:p>
          <a:p>
            <a:pPr indent="0" lvl="0" marL="0" rtl="0" algn="l">
              <a:lnSpc>
                <a:spcPct val="150000"/>
              </a:lnSpc>
              <a:spcBef>
                <a:spcPts val="0"/>
              </a:spcBef>
              <a:spcAft>
                <a:spcPts val="0"/>
              </a:spcAft>
              <a:buNone/>
            </a:pPr>
            <a:r>
              <a:t/>
            </a:r>
            <a:endParaRPr sz="1900"/>
          </a:p>
          <a:p>
            <a:pPr indent="0" lvl="0" marL="0" rtl="0" algn="l">
              <a:lnSpc>
                <a:spcPct val="150000"/>
              </a:lnSpc>
              <a:spcBef>
                <a:spcPts val="0"/>
              </a:spcBef>
              <a:spcAft>
                <a:spcPts val="0"/>
              </a:spcAft>
              <a:buNone/>
            </a:pPr>
            <a:r>
              <a:t/>
            </a:r>
            <a:endParaRPr sz="2100"/>
          </a:p>
        </p:txBody>
      </p:sp>
      <p:sp>
        <p:nvSpPr>
          <p:cNvPr id="863" name="Google Shape;863;p35"/>
          <p:cNvSpPr txBox="1"/>
          <p:nvPr/>
        </p:nvSpPr>
        <p:spPr>
          <a:xfrm>
            <a:off x="12114225" y="6191625"/>
            <a:ext cx="5798400" cy="36780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100">
                <a:solidFill>
                  <a:schemeClr val="lt2"/>
                </a:solidFill>
              </a:rPr>
              <a:t>upcoming</a:t>
            </a:r>
            <a:r>
              <a:rPr lang="en-US" sz="2100">
                <a:solidFill>
                  <a:schemeClr val="dk1"/>
                </a:solidFill>
              </a:rPr>
              <a:t>: </a:t>
            </a:r>
            <a:r>
              <a:rPr lang="en-US" sz="2100"/>
              <a:t> sắp tới</a:t>
            </a:r>
            <a:endParaRPr sz="2100"/>
          </a:p>
          <a:p>
            <a:pPr indent="0" lvl="0" marL="0" rtl="0" algn="l">
              <a:lnSpc>
                <a:spcPct val="115000"/>
              </a:lnSpc>
              <a:spcBef>
                <a:spcPts val="0"/>
              </a:spcBef>
              <a:spcAft>
                <a:spcPts val="0"/>
              </a:spcAft>
              <a:buNone/>
            </a:pPr>
            <a:r>
              <a:rPr lang="en-US" sz="2100">
                <a:solidFill>
                  <a:srgbClr val="EB1C24"/>
                </a:solidFill>
              </a:rPr>
              <a:t>coincide :</a:t>
            </a:r>
            <a:r>
              <a:rPr lang="en-US" sz="2100"/>
              <a:t> trùng</a:t>
            </a:r>
            <a:endParaRPr sz="2100"/>
          </a:p>
          <a:p>
            <a:pPr indent="0" lvl="0" marL="0" rtl="0" algn="l">
              <a:lnSpc>
                <a:spcPct val="115000"/>
              </a:lnSpc>
              <a:spcBef>
                <a:spcPts val="0"/>
              </a:spcBef>
              <a:spcAft>
                <a:spcPts val="0"/>
              </a:spcAft>
              <a:buNone/>
            </a:pPr>
            <a:r>
              <a:rPr lang="en-US" sz="2100">
                <a:solidFill>
                  <a:schemeClr val="lt2"/>
                </a:solidFill>
              </a:rPr>
              <a:t>be concerned:</a:t>
            </a:r>
            <a:r>
              <a:rPr lang="en-US" sz="2100"/>
              <a:t> lo lắng</a:t>
            </a:r>
            <a:br>
              <a:rPr lang="en-US" sz="2100"/>
            </a:br>
            <a:r>
              <a:rPr lang="en-US" sz="2100">
                <a:solidFill>
                  <a:schemeClr val="lt2"/>
                </a:solidFill>
              </a:rPr>
              <a:t>interfere:</a:t>
            </a:r>
            <a:r>
              <a:rPr lang="en-US" sz="2100"/>
              <a:t> cản trở/ làm gián đoạn</a:t>
            </a:r>
            <a:endParaRPr sz="2100"/>
          </a:p>
          <a:p>
            <a:pPr indent="0" lvl="0" marL="0" rtl="0" algn="l">
              <a:lnSpc>
                <a:spcPct val="115000"/>
              </a:lnSpc>
              <a:spcBef>
                <a:spcPts val="0"/>
              </a:spcBef>
              <a:spcAft>
                <a:spcPts val="0"/>
              </a:spcAft>
              <a:buNone/>
            </a:pPr>
            <a:r>
              <a:rPr lang="en-US" sz="2100">
                <a:solidFill>
                  <a:schemeClr val="lt2"/>
                </a:solidFill>
              </a:rPr>
              <a:t>crucial:</a:t>
            </a:r>
            <a:r>
              <a:rPr lang="en-US" sz="2100"/>
              <a:t> vô cùng quan trọng</a:t>
            </a:r>
            <a:endParaRPr sz="2100"/>
          </a:p>
          <a:p>
            <a:pPr indent="0" lvl="0" marL="0" rtl="0" algn="l">
              <a:lnSpc>
                <a:spcPct val="115000"/>
              </a:lnSpc>
              <a:spcBef>
                <a:spcPts val="0"/>
              </a:spcBef>
              <a:spcAft>
                <a:spcPts val="0"/>
              </a:spcAft>
              <a:buNone/>
            </a:pPr>
            <a:r>
              <a:rPr lang="en-US" sz="2100">
                <a:solidFill>
                  <a:srgbClr val="EC1B23"/>
                </a:solidFill>
              </a:rPr>
              <a:t>academic performance: </a:t>
            </a:r>
            <a:r>
              <a:rPr lang="en-US" sz="2100"/>
              <a:t>kết quả học tập</a:t>
            </a:r>
            <a:endParaRPr sz="2100"/>
          </a:p>
          <a:p>
            <a:pPr indent="0" lvl="0" marL="0" rtl="0" algn="l">
              <a:lnSpc>
                <a:spcPct val="115000"/>
              </a:lnSpc>
              <a:spcBef>
                <a:spcPts val="0"/>
              </a:spcBef>
              <a:spcAft>
                <a:spcPts val="0"/>
              </a:spcAft>
              <a:buNone/>
            </a:pPr>
            <a:r>
              <a:rPr lang="en-US" sz="2100">
                <a:solidFill>
                  <a:srgbClr val="EB1C24"/>
                </a:solidFill>
              </a:rPr>
              <a:t>reschedule:</a:t>
            </a:r>
            <a:r>
              <a:rPr lang="en-US" sz="2100"/>
              <a:t> sắp xếp lại lịch</a:t>
            </a:r>
            <a:endParaRPr sz="2100"/>
          </a:p>
          <a:p>
            <a:pPr indent="0" lvl="0" marL="0" rtl="0" algn="l">
              <a:lnSpc>
                <a:spcPct val="115000"/>
              </a:lnSpc>
              <a:spcBef>
                <a:spcPts val="0"/>
              </a:spcBef>
              <a:spcAft>
                <a:spcPts val="0"/>
              </a:spcAft>
              <a:buNone/>
            </a:pPr>
            <a:r>
              <a:rPr lang="en-US" sz="2100">
                <a:solidFill>
                  <a:srgbClr val="FF0000"/>
                </a:solidFill>
              </a:rPr>
              <a:t>participate: </a:t>
            </a:r>
            <a:r>
              <a:rPr lang="en-US" sz="2100"/>
              <a:t>tham gia</a:t>
            </a:r>
            <a:endParaRPr sz="2100"/>
          </a:p>
          <a:p>
            <a:pPr indent="0" lvl="0" marL="0" rtl="0" algn="l">
              <a:lnSpc>
                <a:spcPct val="115000"/>
              </a:lnSpc>
              <a:spcBef>
                <a:spcPts val="0"/>
              </a:spcBef>
              <a:spcAft>
                <a:spcPts val="0"/>
              </a:spcAft>
              <a:buNone/>
            </a:pPr>
            <a:r>
              <a:rPr lang="en-US" sz="2100">
                <a:solidFill>
                  <a:srgbClr val="EC1B23"/>
                </a:solidFill>
              </a:rPr>
              <a:t>compromising:</a:t>
            </a:r>
            <a:r>
              <a:rPr lang="en-US" sz="2100"/>
              <a:t> làm ảnh hưởng</a:t>
            </a:r>
            <a:endParaRPr sz="2100"/>
          </a:p>
          <a:p>
            <a:pPr indent="0" lvl="0" marL="0" rtl="0" algn="l">
              <a:lnSpc>
                <a:spcPct val="115000"/>
              </a:lnSpc>
              <a:spcBef>
                <a:spcPts val="0"/>
              </a:spcBef>
              <a:spcAft>
                <a:spcPts val="0"/>
              </a:spcAft>
              <a:buNone/>
            </a:pPr>
            <a:r>
              <a:t/>
            </a:r>
            <a:endParaRPr sz="1600"/>
          </a:p>
          <a:p>
            <a:pPr indent="0" lvl="0" marL="0" rtl="0" algn="l">
              <a:lnSpc>
                <a:spcPct val="115000"/>
              </a:lnSpc>
              <a:spcBef>
                <a:spcPts val="1000"/>
              </a:spcBef>
              <a:spcAft>
                <a:spcPts val="0"/>
              </a:spcAft>
              <a:buNone/>
            </a:pPr>
            <a:r>
              <a:t/>
            </a:r>
            <a:endParaRPr/>
          </a:p>
          <a:p>
            <a:pPr indent="0" lvl="0" marL="0" rtl="0" algn="l">
              <a:lnSpc>
                <a:spcPct val="150000"/>
              </a:lnSpc>
              <a:spcBef>
                <a:spcPts val="0"/>
              </a:spcBef>
              <a:spcAft>
                <a:spcPts val="0"/>
              </a:spcAft>
              <a:buNone/>
            </a:pPr>
            <a:r>
              <a:t/>
            </a:r>
            <a:endParaRPr sz="1500"/>
          </a:p>
          <a:p>
            <a:pPr indent="0" lvl="0" marL="0" rtl="0" algn="l">
              <a:lnSpc>
                <a:spcPct val="150000"/>
              </a:lnSpc>
              <a:spcBef>
                <a:spcPts val="0"/>
              </a:spcBef>
              <a:spcAft>
                <a:spcPts val="0"/>
              </a:spcAft>
              <a:buNone/>
            </a:pPr>
            <a:r>
              <a:t/>
            </a:r>
            <a:endParaRPr sz="1700"/>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cxnSp>
        <p:nvCxnSpPr>
          <p:cNvPr id="868" name="Google Shape;868;p36"/>
          <p:cNvCxnSpPr/>
          <p:nvPr/>
        </p:nvCxnSpPr>
        <p:spPr>
          <a:xfrm>
            <a:off x="-1465633" y="4162147"/>
            <a:ext cx="5303400" cy="0"/>
          </a:xfrm>
          <a:prstGeom prst="straightConnector1">
            <a:avLst/>
          </a:prstGeom>
          <a:noFill/>
          <a:ln cap="flat" cmpd="sng" w="38100">
            <a:solidFill>
              <a:srgbClr val="FFFFFF"/>
            </a:solidFill>
            <a:prstDash val="solid"/>
            <a:round/>
            <a:headEnd len="sm" w="sm" type="none"/>
            <a:tailEnd len="sm" w="sm" type="none"/>
          </a:ln>
        </p:spPr>
      </p:cxnSp>
      <p:sp>
        <p:nvSpPr>
          <p:cNvPr id="869" name="Google Shape;869;p36"/>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870" name="Google Shape;870;p36"/>
          <p:cNvSpPr/>
          <p:nvPr/>
        </p:nvSpPr>
        <p:spPr>
          <a:xfrm>
            <a:off x="2025567" y="5975810"/>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71" name="Google Shape;871;p36"/>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72" name="Google Shape;872;p36"/>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sp>
        <p:nvSpPr>
          <p:cNvPr id="873" name="Google Shape;873;p36"/>
          <p:cNvSpPr txBox="1"/>
          <p:nvPr/>
        </p:nvSpPr>
        <p:spPr>
          <a:xfrm>
            <a:off x="1341525" y="3120363"/>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874" name="Google Shape;874;p36"/>
          <p:cNvGraphicFramePr/>
          <p:nvPr/>
        </p:nvGraphicFramePr>
        <p:xfrm>
          <a:off x="1425875" y="4033675"/>
          <a:ext cx="3000000" cy="3000000"/>
        </p:xfrm>
        <a:graphic>
          <a:graphicData uri="http://schemas.openxmlformats.org/drawingml/2006/table">
            <a:tbl>
              <a:tblPr>
                <a:noFill/>
                <a:tableStyleId>{60638938-71CB-40BF-9EBE-1958C9D59905}</a:tableStyleId>
              </a:tblPr>
              <a:tblGrid>
                <a:gridCol w="14741375"/>
              </a:tblGrid>
              <a:tr h="2739125">
                <a:tc>
                  <a:txBody>
                    <a:bodyPr/>
                    <a:lstStyle/>
                    <a:p>
                      <a:pPr indent="0" lvl="0" marL="0" rtl="0" algn="just">
                        <a:lnSpc>
                          <a:spcPct val="150000"/>
                        </a:lnSpc>
                        <a:spcBef>
                          <a:spcPts val="0"/>
                        </a:spcBef>
                        <a:spcAft>
                          <a:spcPts val="0"/>
                        </a:spcAft>
                        <a:buNone/>
                      </a:pPr>
                      <a:r>
                        <a:rPr lang="en-US" sz="2200"/>
                        <a:t>You are organising a seminar for your company.</a:t>
                      </a:r>
                      <a:endParaRPr sz="2200"/>
                    </a:p>
                    <a:p>
                      <a:pPr indent="0" lvl="0" marL="0" rtl="0" algn="just">
                        <a:lnSpc>
                          <a:spcPct val="150000"/>
                        </a:lnSpc>
                        <a:spcBef>
                          <a:spcPts val="0"/>
                        </a:spcBef>
                        <a:spcAft>
                          <a:spcPts val="0"/>
                        </a:spcAft>
                        <a:buNone/>
                      </a:pPr>
                      <a:r>
                        <a:rPr lang="en-US" sz="2200"/>
                        <a:t>Write a letter to the manager of another department inviting them to give a presentation at the seminar. In your letter:</a:t>
                      </a:r>
                      <a:endParaRPr sz="2200"/>
                    </a:p>
                    <a:p>
                      <a:pPr indent="-368300" lvl="0" marL="457200" rtl="0" algn="just">
                        <a:lnSpc>
                          <a:spcPct val="150000"/>
                        </a:lnSpc>
                        <a:spcBef>
                          <a:spcPts val="0"/>
                        </a:spcBef>
                        <a:spcAft>
                          <a:spcPts val="0"/>
                        </a:spcAft>
                        <a:buSzPts val="2200"/>
                        <a:buChar char="●"/>
                      </a:pPr>
                      <a:r>
                        <a:rPr lang="en-US" sz="2200"/>
                        <a:t>give details of the seminar</a:t>
                      </a:r>
                      <a:endParaRPr sz="2200"/>
                    </a:p>
                    <a:p>
                      <a:pPr indent="-368300" lvl="0" marL="457200" rtl="0" algn="just">
                        <a:lnSpc>
                          <a:spcPct val="150000"/>
                        </a:lnSpc>
                        <a:spcBef>
                          <a:spcPts val="0"/>
                        </a:spcBef>
                        <a:spcAft>
                          <a:spcPts val="0"/>
                        </a:spcAft>
                        <a:buSzPts val="2200"/>
                        <a:buChar char="●"/>
                      </a:pPr>
                      <a:r>
                        <a:rPr lang="en-US" sz="2200"/>
                        <a:t>invite them to give a presentation and say why you are inviting them</a:t>
                      </a:r>
                      <a:endParaRPr sz="2200"/>
                    </a:p>
                    <a:p>
                      <a:pPr indent="-368300" lvl="0" marL="457200" rtl="0" algn="just">
                        <a:lnSpc>
                          <a:spcPct val="150000"/>
                        </a:lnSpc>
                        <a:spcBef>
                          <a:spcPts val="0"/>
                        </a:spcBef>
                        <a:spcAft>
                          <a:spcPts val="0"/>
                        </a:spcAft>
                        <a:buSzPts val="2200"/>
                        <a:buChar char="●"/>
                      </a:pPr>
                      <a:r>
                        <a:rPr lang="en-US" sz="2200"/>
                        <a:t>ask what the manager need you to prepare</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75" name="Google Shape;875;p36"/>
          <p:cNvSpPr/>
          <p:nvPr/>
        </p:nvSpPr>
        <p:spPr>
          <a:xfrm>
            <a:off x="1236875" y="1246575"/>
            <a:ext cx="38685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Đọc dịch đề sau đây</a:t>
            </a:r>
            <a:endParaRPr sz="2100">
              <a:latin typeface="Roboto"/>
              <a:ea typeface="Roboto"/>
              <a:cs typeface="Roboto"/>
              <a:sym typeface="Roboto"/>
            </a:endParaRPr>
          </a:p>
        </p:txBody>
      </p:sp>
      <p:sp>
        <p:nvSpPr>
          <p:cNvPr id="876" name="Google Shape;876;p36"/>
          <p:cNvSpPr/>
          <p:nvPr/>
        </p:nvSpPr>
        <p:spPr>
          <a:xfrm>
            <a:off x="1236875" y="2234150"/>
            <a:ext cx="40197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latin typeface="Roboto"/>
                <a:ea typeface="Roboto"/>
                <a:cs typeface="Roboto"/>
                <a:sym typeface="Roboto"/>
              </a:rPr>
              <a:t>Xác định yêu cầu đề bài</a:t>
            </a:r>
            <a:endParaRPr sz="2100">
              <a:latin typeface="Roboto"/>
              <a:ea typeface="Roboto"/>
              <a:cs typeface="Roboto"/>
              <a:sym typeface="Roboto"/>
            </a:endParaRPr>
          </a:p>
        </p:txBody>
      </p:sp>
      <p:sp>
        <p:nvSpPr>
          <p:cNvPr id="877" name="Google Shape;877;p36"/>
          <p:cNvSpPr txBox="1"/>
          <p:nvPr/>
        </p:nvSpPr>
        <p:spPr>
          <a:xfrm>
            <a:off x="0" y="37000"/>
            <a:ext cx="49764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1d. VÍ DỤ: THƯ MỜI</a:t>
            </a:r>
            <a:endParaRPr b="1" sz="800">
              <a:solidFill>
                <a:schemeClr val="lt1"/>
              </a:solidFill>
              <a:latin typeface="Montserrat"/>
              <a:ea typeface="Montserrat"/>
              <a:cs typeface="Montserrat"/>
              <a:sym typeface="Montserrat"/>
            </a:endParaRPr>
          </a:p>
        </p:txBody>
      </p:sp>
    </p:spTree>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37"/>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883" name="Google Shape;883;p37"/>
          <p:cNvSpPr/>
          <p:nvPr/>
        </p:nvSpPr>
        <p:spPr>
          <a:xfrm>
            <a:off x="1914492" y="467042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84" name="Google Shape;884;p37"/>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85" name="Google Shape;885;p37"/>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aphicFrame>
        <p:nvGraphicFramePr>
          <p:cNvPr id="886" name="Google Shape;886;p37"/>
          <p:cNvGraphicFramePr/>
          <p:nvPr/>
        </p:nvGraphicFramePr>
        <p:xfrm>
          <a:off x="450838" y="2031863"/>
          <a:ext cx="3000000" cy="3000000"/>
        </p:xfrm>
        <a:graphic>
          <a:graphicData uri="http://schemas.openxmlformats.org/drawingml/2006/table">
            <a:tbl>
              <a:tblPr>
                <a:noFill/>
                <a:tableStyleId>{1168440D-A4AB-44A5-AED7-D7F76E54A885}</a:tableStyleId>
              </a:tblPr>
              <a:tblGrid>
                <a:gridCol w="1204050"/>
                <a:gridCol w="10237575"/>
              </a:tblGrid>
              <a:tr h="573250">
                <a:tc>
                  <a:txBody>
                    <a:bodyPr/>
                    <a:lstStyle/>
                    <a:p>
                      <a:pPr indent="0" lvl="0" marL="0" rtl="0" algn="ctr">
                        <a:spcBef>
                          <a:spcPts val="0"/>
                        </a:spcBef>
                        <a:spcAft>
                          <a:spcPts val="0"/>
                        </a:spcAft>
                        <a:buNone/>
                      </a:pPr>
                      <a:r>
                        <a:rPr b="1" lang="en-US" sz="2000">
                          <a:solidFill>
                            <a:schemeClr val="lt1"/>
                          </a:solidFill>
                        </a:rPr>
                        <a:t>Phần</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solidFill>
                      <a:srgbClr val="4CB487"/>
                    </a:solidFill>
                  </a:tcPr>
                </a:tc>
                <a:tc>
                  <a:txBody>
                    <a:bodyPr/>
                    <a:lstStyle/>
                    <a:p>
                      <a:pPr indent="0" lvl="0" marL="0" rtl="0" algn="ctr">
                        <a:spcBef>
                          <a:spcPts val="0"/>
                        </a:spcBef>
                        <a:spcAft>
                          <a:spcPts val="0"/>
                        </a:spcAft>
                        <a:buNone/>
                      </a:pPr>
                      <a:r>
                        <a:rPr b="1" lang="en-US" sz="2000">
                          <a:solidFill>
                            <a:schemeClr val="lt1"/>
                          </a:solidFill>
                        </a:rPr>
                        <a:t>Bài mẫu</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solidFill>
                      <a:srgbClr val="4CB487"/>
                    </a:solidFill>
                  </a:tcPr>
                </a:tc>
              </a:tr>
              <a:tr h="928700">
                <a:tc>
                  <a:txBody>
                    <a:bodyPr/>
                    <a:lstStyle/>
                    <a:p>
                      <a:pPr indent="0" lvl="0" marL="0" rtl="0" algn="ctr">
                        <a:lnSpc>
                          <a:spcPct val="150000"/>
                        </a:lnSpc>
                        <a:spcBef>
                          <a:spcPts val="0"/>
                        </a:spcBef>
                        <a:spcAft>
                          <a:spcPts val="0"/>
                        </a:spcAft>
                        <a:buNone/>
                      </a:pPr>
                      <a:r>
                        <a:rPr lang="en-US" sz="1800"/>
                        <a:t>Mở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Dear Mr.Smith,</a:t>
                      </a:r>
                      <a:endParaRPr sz="1800"/>
                    </a:p>
                    <a:p>
                      <a:pPr indent="0" lvl="0" marL="0" rtl="0" algn="l">
                        <a:lnSpc>
                          <a:spcPct val="150000"/>
                        </a:lnSpc>
                        <a:spcBef>
                          <a:spcPts val="0"/>
                        </a:spcBef>
                        <a:spcAft>
                          <a:spcPts val="0"/>
                        </a:spcAft>
                        <a:buNone/>
                      </a:pPr>
                      <a:r>
                        <a:rPr lang="en-US" sz="1800"/>
                        <a:t>I am writing this letter to (1)______ you to give a presentation at an upcoming seminar organized by our company. The seminar is (2)___________ for October 15th and will be held at our main conference hall from 10 AM to 3 PM.</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2644525">
                <a:tc>
                  <a:txBody>
                    <a:bodyPr/>
                    <a:lstStyle/>
                    <a:p>
                      <a:pPr indent="0" lvl="0" marL="0" rtl="0" algn="ctr">
                        <a:lnSpc>
                          <a:spcPct val="150000"/>
                        </a:lnSpc>
                        <a:spcBef>
                          <a:spcPts val="0"/>
                        </a:spcBef>
                        <a:spcAft>
                          <a:spcPts val="0"/>
                        </a:spcAft>
                        <a:buNone/>
                      </a:pPr>
                      <a:r>
                        <a:rPr lang="en-US" sz="1800"/>
                        <a:t>Thân bài</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We would be </a:t>
                      </a:r>
                      <a:r>
                        <a:rPr lang="en-US" sz="1800"/>
                        <a:t>(3)_______________ </a:t>
                      </a:r>
                      <a:r>
                        <a:rPr lang="en-US" sz="1800"/>
                        <a:t> if you could present on the topic of "Saving Energy at the Office." Given your department's impressive efforts in energy conservation, we believe your approach will be invaluable in helping our employees reduce energy consumption across the company.</a:t>
                      </a:r>
                      <a:endParaRPr sz="1800"/>
                    </a:p>
                    <a:p>
                      <a:pPr indent="0" lvl="0" marL="0" rtl="0" algn="l">
                        <a:lnSpc>
                          <a:spcPct val="150000"/>
                        </a:lnSpc>
                        <a:spcBef>
                          <a:spcPts val="1000"/>
                        </a:spcBef>
                        <a:spcAft>
                          <a:spcPts val="0"/>
                        </a:spcAft>
                        <a:buNone/>
                      </a:pPr>
                      <a:r>
                        <a:rPr lang="en-US" sz="1800"/>
                        <a:t>Please (4)___________  if there are any specific requirements or preparations you need from our side to support your presentation. We want to (5)__________ you have everything necessary for a successful and impactful session.</a:t>
                      </a:r>
                      <a:endParaRPr sz="1800"/>
                    </a:p>
                  </a:txBody>
                  <a:tcPr marT="63500" marB="63500" marR="63500" marL="63500" anchor="ctr">
                    <a:lnL cap="flat" cmpd="sng" w="12700">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1016850">
                <a:tc>
                  <a:txBody>
                    <a:bodyPr/>
                    <a:lstStyle/>
                    <a:p>
                      <a:pPr indent="0" lvl="0" marL="0" rtl="0" algn="ctr">
                        <a:lnSpc>
                          <a:spcPct val="150000"/>
                        </a:lnSpc>
                        <a:spcBef>
                          <a:spcPts val="0"/>
                        </a:spcBef>
                        <a:spcAft>
                          <a:spcPts val="0"/>
                        </a:spcAft>
                        <a:buNone/>
                      </a:pPr>
                      <a:r>
                        <a:rPr lang="en-US" sz="1800"/>
                        <a:t>Kết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Thank you for your time and consideration.</a:t>
                      </a:r>
                      <a:endParaRPr sz="1800"/>
                    </a:p>
                    <a:p>
                      <a:pPr indent="0" lvl="0" marL="0" rtl="0" algn="l">
                        <a:lnSpc>
                          <a:spcPct val="150000"/>
                        </a:lnSpc>
                        <a:spcBef>
                          <a:spcPts val="0"/>
                        </a:spcBef>
                        <a:spcAft>
                          <a:spcPts val="0"/>
                        </a:spcAft>
                        <a:buNone/>
                      </a:pPr>
                      <a:r>
                        <a:rPr lang="en-US" sz="1800"/>
                        <a:t>Kind regards,</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r h="576675">
                <a:tc>
                  <a:txBody>
                    <a:bodyPr/>
                    <a:lstStyle/>
                    <a:p>
                      <a:pPr indent="0" lvl="0" marL="0" rtl="0" algn="ctr">
                        <a:lnSpc>
                          <a:spcPct val="150000"/>
                        </a:lnSpc>
                        <a:spcBef>
                          <a:spcPts val="0"/>
                        </a:spcBef>
                        <a:spcAft>
                          <a:spcPts val="0"/>
                        </a:spcAft>
                        <a:buNone/>
                      </a:pPr>
                      <a:r>
                        <a:rPr lang="en-US" sz="1800"/>
                        <a:t>Ký tên</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bl>
          </a:graphicData>
        </a:graphic>
      </p:graphicFrame>
      <p:sp>
        <p:nvSpPr>
          <p:cNvPr id="887" name="Google Shape;887;p37"/>
          <p:cNvSpPr txBox="1"/>
          <p:nvPr/>
        </p:nvSpPr>
        <p:spPr>
          <a:xfrm>
            <a:off x="12114225" y="1220274"/>
            <a:ext cx="5439900" cy="367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2100"/>
          </a:p>
          <a:p>
            <a:pPr indent="-355600" lvl="0" marL="457200" rtl="0" algn="l">
              <a:lnSpc>
                <a:spcPct val="150000"/>
              </a:lnSpc>
              <a:spcBef>
                <a:spcPts val="0"/>
              </a:spcBef>
              <a:spcAft>
                <a:spcPts val="0"/>
              </a:spcAft>
              <a:buSzPts val="2000"/>
              <a:buAutoNum type="alphaLcPeriod"/>
            </a:pPr>
            <a:r>
              <a:rPr lang="en-US" sz="2000"/>
              <a:t>ensure</a:t>
            </a:r>
            <a:endParaRPr sz="2000"/>
          </a:p>
          <a:p>
            <a:pPr indent="-355600" lvl="0" marL="457200" rtl="0" algn="l">
              <a:lnSpc>
                <a:spcPct val="150000"/>
              </a:lnSpc>
              <a:spcBef>
                <a:spcPts val="0"/>
              </a:spcBef>
              <a:spcAft>
                <a:spcPts val="0"/>
              </a:spcAft>
              <a:buSzPts val="2000"/>
              <a:buAutoNum type="alphaLcPeriod"/>
            </a:pPr>
            <a:r>
              <a:rPr lang="en-US" sz="2000"/>
              <a:t>thrilled/glad</a:t>
            </a:r>
            <a:endParaRPr sz="2000"/>
          </a:p>
          <a:p>
            <a:pPr indent="-355600" lvl="0" marL="457200" rtl="0" algn="l">
              <a:lnSpc>
                <a:spcPct val="150000"/>
              </a:lnSpc>
              <a:spcBef>
                <a:spcPts val="0"/>
              </a:spcBef>
              <a:spcAft>
                <a:spcPts val="0"/>
              </a:spcAft>
              <a:buSzPts val="2000"/>
              <a:buAutoNum type="alphaLcPeriod"/>
            </a:pPr>
            <a:r>
              <a:rPr lang="en-US" sz="2000"/>
              <a:t>invite</a:t>
            </a:r>
            <a:endParaRPr sz="2000"/>
          </a:p>
          <a:p>
            <a:pPr indent="-355600" lvl="0" marL="457200" rtl="0" algn="l">
              <a:lnSpc>
                <a:spcPct val="150000"/>
              </a:lnSpc>
              <a:spcBef>
                <a:spcPts val="0"/>
              </a:spcBef>
              <a:spcAft>
                <a:spcPts val="0"/>
              </a:spcAft>
              <a:buSzPts val="2000"/>
              <a:buAutoNum type="alphaLcPeriod"/>
            </a:pPr>
            <a:r>
              <a:rPr lang="en-US" sz="2000"/>
              <a:t>scheduled</a:t>
            </a:r>
            <a:endParaRPr sz="2000"/>
          </a:p>
          <a:p>
            <a:pPr indent="-355600" lvl="0" marL="457200" rtl="0" algn="l">
              <a:lnSpc>
                <a:spcPct val="150000"/>
              </a:lnSpc>
              <a:spcBef>
                <a:spcPts val="0"/>
              </a:spcBef>
              <a:spcAft>
                <a:spcPts val="0"/>
              </a:spcAft>
              <a:buSzPts val="2000"/>
              <a:buAutoNum type="alphaLcPeriod"/>
            </a:pPr>
            <a:r>
              <a:rPr lang="en-US" sz="2000"/>
              <a:t>let me know</a:t>
            </a:r>
            <a:endParaRPr sz="2000"/>
          </a:p>
          <a:p>
            <a:pPr indent="0" lvl="0" marL="0" rtl="0" algn="l">
              <a:lnSpc>
                <a:spcPct val="150000"/>
              </a:lnSpc>
              <a:spcBef>
                <a:spcPts val="1000"/>
              </a:spcBef>
              <a:spcAft>
                <a:spcPts val="0"/>
              </a:spcAft>
              <a:buNone/>
            </a:pPr>
            <a:r>
              <a:t/>
            </a:r>
            <a:endParaRPr sz="1800"/>
          </a:p>
        </p:txBody>
      </p:sp>
      <p:sp>
        <p:nvSpPr>
          <p:cNvPr id="888" name="Google Shape;888;p37"/>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lt1"/>
                </a:solidFill>
                <a:latin typeface="Montserrat"/>
                <a:ea typeface="Montserrat"/>
                <a:cs typeface="Montserrat"/>
                <a:sym typeface="Montserrat"/>
              </a:rPr>
              <a:t>1d. VÍ DỤ: THƯ MỜI</a:t>
            </a:r>
            <a:endParaRPr b="1" sz="800">
              <a:solidFill>
                <a:schemeClr val="lt1"/>
              </a:solidFill>
              <a:latin typeface="Montserrat"/>
              <a:ea typeface="Montserrat"/>
              <a:cs typeface="Montserrat"/>
              <a:sym typeface="Montserrat"/>
            </a:endParaRPr>
          </a:p>
        </p:txBody>
      </p:sp>
      <p:sp>
        <p:nvSpPr>
          <p:cNvPr id="889" name="Google Shape;889;p37"/>
          <p:cNvSpPr/>
          <p:nvPr/>
        </p:nvSpPr>
        <p:spPr>
          <a:xfrm>
            <a:off x="1099900" y="1076425"/>
            <a:ext cx="8785800" cy="624000"/>
          </a:xfrm>
          <a:prstGeom prst="roundRect">
            <a:avLst>
              <a:gd fmla="val 16667" name="adj"/>
            </a:avLst>
          </a:prstGeom>
          <a:noFill/>
          <a:ln cap="flat" cmpd="sng" w="19050">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latin typeface="Roboto"/>
                <a:ea typeface="Roboto"/>
                <a:cs typeface="Roboto"/>
                <a:sym typeface="Roboto"/>
              </a:rPr>
              <a:t>Điền từ vào chỗ trống để tạo thành lá thư hoàn chỉnh</a:t>
            </a:r>
            <a:endParaRPr b="1">
              <a:latin typeface="Roboto"/>
              <a:ea typeface="Roboto"/>
              <a:cs typeface="Roboto"/>
              <a:sym typeface="Roboto"/>
            </a:endParaRPr>
          </a:p>
        </p:txBody>
      </p:sp>
      <p:sp>
        <p:nvSpPr>
          <p:cNvPr id="890" name="Google Shape;890;p37"/>
          <p:cNvSpPr txBox="1"/>
          <p:nvPr/>
        </p:nvSpPr>
        <p:spPr>
          <a:xfrm>
            <a:off x="12114225" y="4179825"/>
            <a:ext cx="5798400" cy="3257700"/>
          </a:xfrm>
          <a:prstGeom prst="rect">
            <a:avLst/>
          </a:prstGeom>
          <a:noFill/>
          <a:ln cap="flat" cmpd="sng" w="9525">
            <a:solidFill>
              <a:srgbClr val="A4C2F4"/>
            </a:solidFill>
            <a:prstDash val="lgDash"/>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600">
                <a:solidFill>
                  <a:schemeClr val="lt2"/>
                </a:solidFill>
              </a:rPr>
              <a:t>upcoming</a:t>
            </a:r>
            <a:r>
              <a:rPr lang="en-US" sz="1600">
                <a:solidFill>
                  <a:schemeClr val="dk1"/>
                </a:solidFill>
              </a:rPr>
              <a:t>: </a:t>
            </a:r>
            <a:r>
              <a:rPr lang="en-US" sz="1600"/>
              <a:t> sắp tới</a:t>
            </a:r>
            <a:endParaRPr sz="1600"/>
          </a:p>
          <a:p>
            <a:pPr indent="0" lvl="0" marL="0" rtl="0" algn="l">
              <a:lnSpc>
                <a:spcPct val="150000"/>
              </a:lnSpc>
              <a:spcBef>
                <a:spcPts val="0"/>
              </a:spcBef>
              <a:spcAft>
                <a:spcPts val="0"/>
              </a:spcAft>
              <a:buNone/>
            </a:pPr>
            <a:r>
              <a:rPr lang="en-US" sz="1600">
                <a:solidFill>
                  <a:srgbClr val="EB1C24"/>
                </a:solidFill>
              </a:rPr>
              <a:t>scheduled</a:t>
            </a:r>
            <a:r>
              <a:rPr lang="en-US" sz="1600">
                <a:solidFill>
                  <a:srgbClr val="EB1C24"/>
                </a:solidFill>
              </a:rPr>
              <a:t> :</a:t>
            </a:r>
            <a:r>
              <a:rPr lang="en-US" sz="1600"/>
              <a:t> </a:t>
            </a:r>
            <a:r>
              <a:rPr lang="en-US" sz="1600"/>
              <a:t>được</a:t>
            </a:r>
            <a:r>
              <a:rPr lang="en-US" sz="1600"/>
              <a:t> lên lịch</a:t>
            </a:r>
            <a:endParaRPr sz="1600"/>
          </a:p>
          <a:p>
            <a:pPr indent="0" lvl="0" marL="0" rtl="0" algn="l">
              <a:lnSpc>
                <a:spcPct val="150000"/>
              </a:lnSpc>
              <a:spcBef>
                <a:spcPts val="0"/>
              </a:spcBef>
              <a:spcAft>
                <a:spcPts val="0"/>
              </a:spcAft>
              <a:buNone/>
            </a:pPr>
            <a:r>
              <a:rPr lang="en-US" sz="1600">
                <a:solidFill>
                  <a:schemeClr val="lt2"/>
                </a:solidFill>
              </a:rPr>
              <a:t>will be held </a:t>
            </a:r>
            <a:r>
              <a:rPr lang="en-US" sz="1600">
                <a:solidFill>
                  <a:schemeClr val="lt2"/>
                </a:solidFill>
              </a:rPr>
              <a:t>:</a:t>
            </a:r>
            <a:r>
              <a:rPr lang="en-US" sz="1600"/>
              <a:t> sẽ được tổ chức</a:t>
            </a:r>
            <a:br>
              <a:rPr lang="en-US" sz="1600"/>
            </a:br>
            <a:r>
              <a:rPr lang="en-US" sz="1600">
                <a:solidFill>
                  <a:schemeClr val="lt2"/>
                </a:solidFill>
              </a:rPr>
              <a:t>given somebody something</a:t>
            </a:r>
            <a:r>
              <a:rPr lang="en-US" sz="1600">
                <a:solidFill>
                  <a:schemeClr val="lt2"/>
                </a:solidFill>
              </a:rPr>
              <a:t>:</a:t>
            </a:r>
            <a:r>
              <a:rPr lang="en-US" sz="1600"/>
              <a:t> </a:t>
            </a:r>
            <a:r>
              <a:rPr lang="en-US" sz="1600"/>
              <a:t>dựa trên việc ai đó có cái gì đó</a:t>
            </a:r>
            <a:endParaRPr sz="1600"/>
          </a:p>
          <a:p>
            <a:pPr indent="0" lvl="0" marL="0" rtl="0" algn="l">
              <a:lnSpc>
                <a:spcPct val="150000"/>
              </a:lnSpc>
              <a:spcBef>
                <a:spcPts val="0"/>
              </a:spcBef>
              <a:spcAft>
                <a:spcPts val="0"/>
              </a:spcAft>
              <a:buNone/>
            </a:pPr>
            <a:r>
              <a:rPr lang="en-US" sz="1600">
                <a:solidFill>
                  <a:schemeClr val="lt2"/>
                </a:solidFill>
              </a:rPr>
              <a:t>impressive</a:t>
            </a:r>
            <a:r>
              <a:rPr lang="en-US" sz="1600">
                <a:solidFill>
                  <a:schemeClr val="lt2"/>
                </a:solidFill>
              </a:rPr>
              <a:t>:</a:t>
            </a:r>
            <a:r>
              <a:rPr lang="en-US" sz="1600"/>
              <a:t> ấn tượng</a:t>
            </a:r>
            <a:endParaRPr sz="1600"/>
          </a:p>
          <a:p>
            <a:pPr indent="0" lvl="0" marL="0" rtl="0" algn="l">
              <a:lnSpc>
                <a:spcPct val="150000"/>
              </a:lnSpc>
              <a:spcBef>
                <a:spcPts val="0"/>
              </a:spcBef>
              <a:spcAft>
                <a:spcPts val="0"/>
              </a:spcAft>
              <a:buNone/>
            </a:pPr>
            <a:r>
              <a:rPr lang="en-US" sz="1600">
                <a:solidFill>
                  <a:srgbClr val="EC1B23"/>
                </a:solidFill>
              </a:rPr>
              <a:t>specific requirements</a:t>
            </a:r>
            <a:r>
              <a:rPr lang="en-US" sz="1600">
                <a:solidFill>
                  <a:srgbClr val="EC1B23"/>
                </a:solidFill>
              </a:rPr>
              <a:t>: </a:t>
            </a:r>
            <a:r>
              <a:rPr lang="en-US" sz="1600"/>
              <a:t>yêu cầu đặc biệt</a:t>
            </a:r>
            <a:endParaRPr sz="1600"/>
          </a:p>
          <a:p>
            <a:pPr indent="0" lvl="0" marL="0" rtl="0" algn="l">
              <a:lnSpc>
                <a:spcPct val="150000"/>
              </a:lnSpc>
              <a:spcBef>
                <a:spcPts val="0"/>
              </a:spcBef>
              <a:spcAft>
                <a:spcPts val="0"/>
              </a:spcAft>
              <a:buNone/>
            </a:pPr>
            <a:r>
              <a:rPr lang="en-US" sz="1600">
                <a:solidFill>
                  <a:srgbClr val="EB1C24"/>
                </a:solidFill>
              </a:rPr>
              <a:t>successful and impactful session</a:t>
            </a:r>
            <a:r>
              <a:rPr lang="en-US" sz="1600">
                <a:solidFill>
                  <a:srgbClr val="EB1C24"/>
                </a:solidFill>
              </a:rPr>
              <a:t>:</a:t>
            </a:r>
            <a:r>
              <a:rPr lang="en-US" sz="1600"/>
              <a:t> buổi chia sẻ thành công và có hiệu quả</a:t>
            </a:r>
            <a:endParaRPr sz="1600"/>
          </a:p>
          <a:p>
            <a:pPr indent="0" lvl="0" marL="0" rtl="0" algn="l">
              <a:lnSpc>
                <a:spcPct val="115000"/>
              </a:lnSpc>
              <a:spcBef>
                <a:spcPts val="0"/>
              </a:spcBef>
              <a:spcAft>
                <a:spcPts val="0"/>
              </a:spcAft>
              <a:buNone/>
            </a:pPr>
            <a:r>
              <a:t/>
            </a:r>
            <a:endParaRPr/>
          </a:p>
          <a:p>
            <a:pPr indent="0" lvl="0" marL="0" rtl="0" algn="l">
              <a:lnSpc>
                <a:spcPct val="150000"/>
              </a:lnSpc>
              <a:spcBef>
                <a:spcPts val="0"/>
              </a:spcBef>
              <a:spcAft>
                <a:spcPts val="0"/>
              </a:spcAft>
              <a:buNone/>
            </a:pPr>
            <a:r>
              <a:t/>
            </a:r>
            <a:endParaRPr sz="1500"/>
          </a:p>
          <a:p>
            <a:pPr indent="0" lvl="0" marL="0" rtl="0" algn="l">
              <a:lnSpc>
                <a:spcPct val="150000"/>
              </a:lnSpc>
              <a:spcBef>
                <a:spcPts val="0"/>
              </a:spcBef>
              <a:spcAft>
                <a:spcPts val="0"/>
              </a:spcAft>
              <a:buNone/>
            </a:pPr>
            <a:r>
              <a:t/>
            </a:r>
            <a:endParaRPr sz="1700"/>
          </a:p>
        </p:txBody>
      </p:sp>
      <p:sp>
        <p:nvSpPr>
          <p:cNvPr id="891" name="Google Shape;891;p37"/>
          <p:cNvSpPr txBox="1"/>
          <p:nvPr/>
        </p:nvSpPr>
        <p:spPr>
          <a:xfrm>
            <a:off x="4374200" y="2921025"/>
            <a:ext cx="10644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invite</a:t>
            </a:r>
            <a:endParaRPr b="1" sz="2000">
              <a:solidFill>
                <a:srgbClr val="EC1B23"/>
              </a:solidFill>
              <a:latin typeface="Roboto"/>
              <a:ea typeface="Roboto"/>
              <a:cs typeface="Roboto"/>
              <a:sym typeface="Roboto"/>
            </a:endParaRPr>
          </a:p>
        </p:txBody>
      </p:sp>
      <p:sp>
        <p:nvSpPr>
          <p:cNvPr id="892" name="Google Shape;892;p37"/>
          <p:cNvSpPr txBox="1"/>
          <p:nvPr/>
        </p:nvSpPr>
        <p:spPr>
          <a:xfrm>
            <a:off x="4956575" y="3370425"/>
            <a:ext cx="1514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scheduled</a:t>
            </a:r>
            <a:endParaRPr b="1" sz="2000">
              <a:solidFill>
                <a:srgbClr val="EC1B23"/>
              </a:solidFill>
              <a:latin typeface="Roboto"/>
              <a:ea typeface="Roboto"/>
              <a:cs typeface="Roboto"/>
              <a:sym typeface="Roboto"/>
            </a:endParaRPr>
          </a:p>
        </p:txBody>
      </p:sp>
      <p:sp>
        <p:nvSpPr>
          <p:cNvPr id="893" name="Google Shape;893;p37"/>
          <p:cNvSpPr txBox="1"/>
          <p:nvPr/>
        </p:nvSpPr>
        <p:spPr>
          <a:xfrm>
            <a:off x="3441825" y="4286225"/>
            <a:ext cx="18147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thrilled/glad</a:t>
            </a:r>
            <a:endParaRPr b="1" sz="2000">
              <a:solidFill>
                <a:srgbClr val="EC1B23"/>
              </a:solidFill>
              <a:latin typeface="Roboto"/>
              <a:ea typeface="Roboto"/>
              <a:cs typeface="Roboto"/>
              <a:sym typeface="Roboto"/>
            </a:endParaRPr>
          </a:p>
        </p:txBody>
      </p:sp>
      <p:sp>
        <p:nvSpPr>
          <p:cNvPr id="894" name="Google Shape;894;p37"/>
          <p:cNvSpPr txBox="1"/>
          <p:nvPr/>
        </p:nvSpPr>
        <p:spPr>
          <a:xfrm>
            <a:off x="2693775" y="6049050"/>
            <a:ext cx="16215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let me know</a:t>
            </a:r>
            <a:endParaRPr b="1" sz="2000">
              <a:solidFill>
                <a:srgbClr val="EC1B23"/>
              </a:solidFill>
              <a:latin typeface="Roboto"/>
              <a:ea typeface="Roboto"/>
              <a:cs typeface="Roboto"/>
              <a:sym typeface="Roboto"/>
            </a:endParaRPr>
          </a:p>
        </p:txBody>
      </p:sp>
      <p:sp>
        <p:nvSpPr>
          <p:cNvPr id="895" name="Google Shape;895;p37"/>
          <p:cNvSpPr txBox="1"/>
          <p:nvPr/>
        </p:nvSpPr>
        <p:spPr>
          <a:xfrm>
            <a:off x="6682600" y="6498450"/>
            <a:ext cx="1064400" cy="44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EC1B23"/>
                </a:solidFill>
                <a:latin typeface="Roboto"/>
                <a:ea typeface="Roboto"/>
                <a:cs typeface="Roboto"/>
                <a:sym typeface="Roboto"/>
              </a:rPr>
              <a:t>ensure </a:t>
            </a:r>
            <a:endParaRPr b="1" sz="2000">
              <a:solidFill>
                <a:srgbClr val="EC1B23"/>
              </a:solidFill>
              <a:latin typeface="Roboto"/>
              <a:ea typeface="Roboto"/>
              <a:cs typeface="Roboto"/>
              <a:sym typeface="Roboto"/>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38"/>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901" name="Google Shape;901;p38"/>
          <p:cNvSpPr/>
          <p:nvPr/>
        </p:nvSpPr>
        <p:spPr>
          <a:xfrm>
            <a:off x="2025567" y="5975810"/>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902" name="Google Shape;902;p38"/>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903" name="Google Shape;903;p38"/>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Roboto"/>
                <a:ea typeface="Roboto"/>
                <a:cs typeface="Roboto"/>
                <a:sym typeface="Roboto"/>
              </a:rPr>
              <a:t>https://edulife.com.vn/</a:t>
            </a:r>
            <a:endParaRPr b="0" i="0" sz="1400" u="none" cap="none" strike="noStrike">
              <a:solidFill>
                <a:srgbClr val="000000"/>
              </a:solidFill>
              <a:latin typeface="Arial"/>
              <a:ea typeface="Arial"/>
              <a:cs typeface="Arial"/>
              <a:sym typeface="Arial"/>
            </a:endParaRPr>
          </a:p>
        </p:txBody>
      </p:sp>
      <p:sp>
        <p:nvSpPr>
          <p:cNvPr id="904" name="Google Shape;904;p38"/>
          <p:cNvSpPr txBox="1"/>
          <p:nvPr/>
        </p:nvSpPr>
        <p:spPr>
          <a:xfrm>
            <a:off x="1341525" y="3120363"/>
            <a:ext cx="17272800" cy="52302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You should spend about 20 minutes on this task.</a:t>
            </a:r>
            <a:endParaRPr b="0" i="0" sz="2500" u="none" cap="none" strike="noStrike">
              <a:solidFill>
                <a:srgbClr val="000000"/>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just">
              <a:lnSpc>
                <a:spcPct val="115000"/>
              </a:lnSpc>
              <a:spcBef>
                <a:spcPts val="1000"/>
              </a:spcBef>
              <a:spcAft>
                <a:spcPts val="0"/>
              </a:spcAft>
              <a:buClr>
                <a:srgbClr val="000000"/>
              </a:buClr>
              <a:buSzPts val="2500"/>
              <a:buFont typeface="Arial"/>
              <a:buNone/>
            </a:pPr>
            <a:r>
              <a:t/>
            </a:r>
            <a:endParaRPr b="1" i="0" sz="250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2500"/>
              <a:buFont typeface="Arial"/>
              <a:buNone/>
            </a:pPr>
            <a:r>
              <a:t/>
            </a:r>
            <a:endParaRPr b="1" i="0" sz="250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2500"/>
              <a:buFont typeface="Arial"/>
              <a:buNone/>
            </a:pPr>
            <a:r>
              <a:t/>
            </a:r>
            <a:endParaRPr b="1" i="0" sz="250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2500"/>
              <a:buFont typeface="Arial"/>
              <a:buNone/>
            </a:pPr>
            <a:r>
              <a:t/>
            </a:r>
            <a:endParaRPr b="1" i="0" sz="2500" u="none" cap="none" strike="noStrike">
              <a:solidFill>
                <a:srgbClr val="000000"/>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2500"/>
              <a:buFont typeface="Arial"/>
              <a:buNone/>
            </a:pPr>
            <a:r>
              <a:t/>
            </a:r>
            <a:endParaRPr b="1" i="0" sz="25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You should write </a:t>
            </a:r>
            <a:r>
              <a:rPr b="0" i="0" lang="en-US" sz="2500" u="sng" cap="none" strike="noStrike">
                <a:solidFill>
                  <a:srgbClr val="000000"/>
                </a:solidFill>
                <a:highlight>
                  <a:srgbClr val="F7B94C"/>
                </a:highlight>
                <a:latin typeface="Arial"/>
                <a:ea typeface="Arial"/>
                <a:cs typeface="Arial"/>
                <a:sym typeface="Arial"/>
              </a:rPr>
              <a:t>at least</a:t>
            </a:r>
            <a:r>
              <a:rPr b="0" i="0" lang="en-US" sz="2500" u="none" cap="none" strike="noStrike">
                <a:solidFill>
                  <a:srgbClr val="000000"/>
                </a:solidFill>
                <a:latin typeface="Arial"/>
                <a:ea typeface="Arial"/>
                <a:cs typeface="Arial"/>
                <a:sym typeface="Arial"/>
              </a:rPr>
              <a:t> </a:t>
            </a:r>
            <a:r>
              <a:rPr b="1" i="0" lang="en-US" sz="2500" u="none" cap="none" strike="noStrike">
                <a:solidFill>
                  <a:srgbClr val="000000"/>
                </a:solidFill>
                <a:latin typeface="Arial"/>
                <a:ea typeface="Arial"/>
                <a:cs typeface="Arial"/>
                <a:sym typeface="Arial"/>
              </a:rPr>
              <a:t>120 words</a:t>
            </a:r>
            <a:r>
              <a:rPr b="0" i="0" lang="en-US" sz="2500" u="none" cap="none" strike="noStrike">
                <a:solidFill>
                  <a:srgbClr val="000000"/>
                </a:solidFill>
                <a:latin typeface="Arial"/>
                <a:ea typeface="Arial"/>
                <a:cs typeface="Arial"/>
                <a:sym typeface="Arial"/>
              </a:rPr>
              <a:t>. Your response will be evaluated in terms of </a:t>
            </a:r>
            <a:r>
              <a:rPr b="0" i="0" lang="en-US" sz="2500" u="sng" cap="none" strike="noStrike">
                <a:solidFill>
                  <a:srgbClr val="000000"/>
                </a:solidFill>
                <a:latin typeface="Arial"/>
                <a:ea typeface="Arial"/>
                <a:cs typeface="Arial"/>
                <a:sym typeface="Arial"/>
              </a:rPr>
              <a:t>Task fulfilment</a:t>
            </a:r>
            <a:r>
              <a:rPr b="0" i="0" lang="en-US" sz="2500" u="none" cap="none" strike="noStrike">
                <a:solidFill>
                  <a:srgbClr val="000000"/>
                </a:solidFill>
                <a:latin typeface="Arial"/>
                <a:ea typeface="Arial"/>
                <a:cs typeface="Arial"/>
                <a:sym typeface="Arial"/>
              </a:rPr>
              <a:t>, </a:t>
            </a:r>
            <a:r>
              <a:rPr b="0" i="0" lang="en-US" sz="2500" u="sng" cap="none" strike="noStrike">
                <a:solidFill>
                  <a:srgbClr val="000000"/>
                </a:solidFill>
                <a:latin typeface="Arial"/>
                <a:ea typeface="Arial"/>
                <a:cs typeface="Arial"/>
                <a:sym typeface="Arial"/>
              </a:rPr>
              <a:t>Organization</a:t>
            </a:r>
            <a:r>
              <a:rPr b="0" i="0" lang="en-US" sz="2500" u="none" cap="none" strike="noStrike">
                <a:solidFill>
                  <a:srgbClr val="000000"/>
                </a:solidFill>
                <a:latin typeface="Arial"/>
                <a:ea typeface="Arial"/>
                <a:cs typeface="Arial"/>
                <a:sym typeface="Arial"/>
              </a:rPr>
              <a:t>, </a:t>
            </a:r>
            <a:r>
              <a:rPr b="0" i="0" lang="en-US" sz="2500" u="sng" cap="none" strike="noStrike">
                <a:solidFill>
                  <a:srgbClr val="000000"/>
                </a:solidFill>
                <a:latin typeface="Arial"/>
                <a:ea typeface="Arial"/>
                <a:cs typeface="Arial"/>
                <a:sym typeface="Arial"/>
              </a:rPr>
              <a:t>Vocabulary </a:t>
            </a:r>
            <a:r>
              <a:rPr b="0" i="0" lang="en-US" sz="2500" u="none" cap="none" strike="noStrike">
                <a:solidFill>
                  <a:srgbClr val="000000"/>
                </a:solidFill>
                <a:latin typeface="Arial"/>
                <a:ea typeface="Arial"/>
                <a:cs typeface="Arial"/>
                <a:sym typeface="Arial"/>
              </a:rPr>
              <a:t>and </a:t>
            </a:r>
            <a:r>
              <a:rPr b="0" i="0" lang="en-US" sz="2500" u="sng" cap="none" strike="noStrike">
                <a:solidFill>
                  <a:srgbClr val="000000"/>
                </a:solidFill>
                <a:latin typeface="Arial"/>
                <a:ea typeface="Arial"/>
                <a:cs typeface="Arial"/>
                <a:sym typeface="Arial"/>
              </a:rPr>
              <a:t>Grammar</a:t>
            </a:r>
            <a:endParaRPr b="0" i="0" sz="2500" u="none" cap="none" strike="noStrike">
              <a:solidFill>
                <a:srgbClr val="000000"/>
              </a:solidFill>
              <a:latin typeface="Arial"/>
              <a:ea typeface="Arial"/>
              <a:cs typeface="Arial"/>
              <a:sym typeface="Arial"/>
            </a:endParaRPr>
          </a:p>
        </p:txBody>
      </p:sp>
      <p:graphicFrame>
        <p:nvGraphicFramePr>
          <p:cNvPr id="905" name="Google Shape;905;p38"/>
          <p:cNvGraphicFramePr/>
          <p:nvPr/>
        </p:nvGraphicFramePr>
        <p:xfrm>
          <a:off x="1372233" y="4457987"/>
          <a:ext cx="3000000" cy="3000000"/>
        </p:xfrm>
        <a:graphic>
          <a:graphicData uri="http://schemas.openxmlformats.org/drawingml/2006/table">
            <a:tbl>
              <a:tblPr>
                <a:noFill/>
                <a:tableStyleId>{3761F0F1-CFE6-413B-A3D0-3D80DC6CAAFC}</a:tableStyleId>
              </a:tblPr>
              <a:tblGrid>
                <a:gridCol w="14741375"/>
              </a:tblGrid>
              <a:tr h="2018675">
                <a:tc>
                  <a:txBody>
                    <a:bodyPr/>
                    <a:lstStyle/>
                    <a:p>
                      <a:pPr indent="0" lvl="0" marL="0" marR="0" rtl="0" algn="just">
                        <a:lnSpc>
                          <a:spcPct val="150000"/>
                        </a:lnSpc>
                        <a:spcBef>
                          <a:spcPts val="0"/>
                        </a:spcBef>
                        <a:spcAft>
                          <a:spcPts val="0"/>
                        </a:spcAft>
                        <a:buClr>
                          <a:srgbClr val="000000"/>
                        </a:buClr>
                        <a:buSzPts val="2200"/>
                        <a:buFont typeface="Arial"/>
                        <a:buNone/>
                      </a:pPr>
                      <a:r>
                        <a:rPr lang="en-US" sz="2200" u="none" cap="none" strike="noStrike"/>
                        <a:t>You have been informed about a marketing intern position in an international company. </a:t>
                      </a:r>
                      <a:endParaRPr/>
                    </a:p>
                    <a:p>
                      <a:pPr indent="0" lvl="0" marL="0" marR="0" rtl="0" algn="just">
                        <a:lnSpc>
                          <a:spcPct val="150000"/>
                        </a:lnSpc>
                        <a:spcBef>
                          <a:spcPts val="0"/>
                        </a:spcBef>
                        <a:spcAft>
                          <a:spcPts val="0"/>
                        </a:spcAft>
                        <a:buClr>
                          <a:srgbClr val="000000"/>
                        </a:buClr>
                        <a:buSzPts val="2200"/>
                        <a:buFont typeface="Arial"/>
                        <a:buNone/>
                      </a:pPr>
                      <a:r>
                        <a:rPr lang="en-US" sz="2200" u="none" cap="none" strike="noStrike"/>
                        <a:t>Write a letter to the hiring manager expressing your interest in the job. </a:t>
                      </a:r>
                      <a:endParaRPr/>
                    </a:p>
                    <a:p>
                      <a:pPr indent="0" lvl="0" marL="0" marR="0" rtl="0" algn="just">
                        <a:lnSpc>
                          <a:spcPct val="150000"/>
                        </a:lnSpc>
                        <a:spcBef>
                          <a:spcPts val="0"/>
                        </a:spcBef>
                        <a:spcAft>
                          <a:spcPts val="0"/>
                        </a:spcAft>
                        <a:buClr>
                          <a:srgbClr val="000000"/>
                        </a:buClr>
                        <a:buSzPts val="2200"/>
                        <a:buFont typeface="Arial"/>
                        <a:buNone/>
                      </a:pPr>
                      <a:r>
                        <a:rPr lang="en-US" sz="2200" u="none" cap="none" strike="noStrike"/>
                        <a:t>You do not need to include your name or addresses.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06" name="Google Shape;906;p38"/>
          <p:cNvSpPr/>
          <p:nvPr/>
        </p:nvSpPr>
        <p:spPr>
          <a:xfrm>
            <a:off x="1236875" y="1246575"/>
            <a:ext cx="38685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Roboto"/>
                <a:ea typeface="Roboto"/>
                <a:cs typeface="Roboto"/>
                <a:sym typeface="Roboto"/>
              </a:rPr>
              <a:t>Đọc dịch đề sau đây</a:t>
            </a:r>
            <a:endParaRPr b="0" i="0" sz="2100" u="none" cap="none" strike="noStrike">
              <a:solidFill>
                <a:srgbClr val="000000"/>
              </a:solidFill>
              <a:latin typeface="Roboto"/>
              <a:ea typeface="Roboto"/>
              <a:cs typeface="Roboto"/>
              <a:sym typeface="Roboto"/>
            </a:endParaRPr>
          </a:p>
        </p:txBody>
      </p:sp>
      <p:sp>
        <p:nvSpPr>
          <p:cNvPr id="907" name="Google Shape;907;p38"/>
          <p:cNvSpPr/>
          <p:nvPr/>
        </p:nvSpPr>
        <p:spPr>
          <a:xfrm>
            <a:off x="1236875" y="2234150"/>
            <a:ext cx="4019700" cy="486000"/>
          </a:xfrm>
          <a:prstGeom prst="roundRect">
            <a:avLst>
              <a:gd fmla="val 16667" name="adj"/>
            </a:avLst>
          </a:prstGeom>
          <a:solidFill>
            <a:srgbClr val="4CB487"/>
          </a:solidFill>
          <a:ln cap="flat" cmpd="sng" w="9525">
            <a:solidFill>
              <a:srgbClr val="4CB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Roboto"/>
                <a:ea typeface="Roboto"/>
                <a:cs typeface="Roboto"/>
                <a:sym typeface="Roboto"/>
              </a:rPr>
              <a:t>Xác định yêu cầu đề bài</a:t>
            </a:r>
            <a:endParaRPr b="0" i="0" sz="2100" u="none" cap="none" strike="noStrike">
              <a:solidFill>
                <a:srgbClr val="000000"/>
              </a:solidFill>
              <a:latin typeface="Roboto"/>
              <a:ea typeface="Roboto"/>
              <a:cs typeface="Roboto"/>
              <a:sym typeface="Roboto"/>
            </a:endParaRPr>
          </a:p>
        </p:txBody>
      </p:sp>
      <p:sp>
        <p:nvSpPr>
          <p:cNvPr id="908" name="Google Shape;908;p38"/>
          <p:cNvSpPr txBox="1"/>
          <p:nvPr/>
        </p:nvSpPr>
        <p:spPr>
          <a:xfrm>
            <a:off x="0" y="37000"/>
            <a:ext cx="57753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chemeClr val="lt1"/>
                </a:solidFill>
                <a:latin typeface="Montserrat"/>
                <a:ea typeface="Montserrat"/>
                <a:cs typeface="Montserrat"/>
                <a:sym typeface="Montserrat"/>
              </a:rPr>
              <a:t>1e. VÍ DỤ: THƯ XIN VIỆC</a:t>
            </a:r>
            <a:endParaRPr b="1" i="0" sz="800" u="none" cap="none" strike="noStrike">
              <a:solidFill>
                <a:schemeClr val="lt1"/>
              </a:solidFill>
              <a:latin typeface="Montserrat"/>
              <a:ea typeface="Montserrat"/>
              <a:cs typeface="Montserrat"/>
              <a:sym typeface="Montserrat"/>
            </a:endParaRPr>
          </a:p>
        </p:txBody>
      </p:sp>
    </p:spTree>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cxnSp>
        <p:nvCxnSpPr>
          <p:cNvPr id="913" name="Google Shape;913;p39"/>
          <p:cNvCxnSpPr/>
          <p:nvPr/>
        </p:nvCxnSpPr>
        <p:spPr>
          <a:xfrm>
            <a:off x="-2714858" y="3677010"/>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914" name="Google Shape;914;p39"/>
          <p:cNvSpPr/>
          <p:nvPr/>
        </p:nvSpPr>
        <p:spPr>
          <a:xfrm>
            <a:off x="776342" y="549067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915" name="Google Shape;915;p39"/>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916" name="Google Shape;916;p39"/>
          <p:cNvSpPr txBox="1"/>
          <p:nvPr/>
        </p:nvSpPr>
        <p:spPr>
          <a:xfrm>
            <a:off x="108825" y="2331138"/>
            <a:ext cx="8503200" cy="624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 </a:t>
            </a:r>
            <a:r>
              <a:rPr lang="en-US" sz="1900">
                <a:latin typeface="Roboto"/>
                <a:ea typeface="Roboto"/>
                <a:cs typeface="Roboto"/>
                <a:sym typeface="Roboto"/>
              </a:rPr>
              <a:t>I would appreciate the opportunity to discuss how my skills align with your company’s needs.</a:t>
            </a:r>
            <a:endParaRPr sz="2100">
              <a:solidFill>
                <a:schemeClr val="dk1"/>
              </a:solidFill>
              <a:latin typeface="Roboto"/>
              <a:ea typeface="Roboto"/>
              <a:cs typeface="Roboto"/>
              <a:sym typeface="Roboto"/>
            </a:endParaRPr>
          </a:p>
        </p:txBody>
      </p:sp>
      <p:sp>
        <p:nvSpPr>
          <p:cNvPr id="917" name="Google Shape;917;p39"/>
          <p:cNvSpPr txBox="1"/>
          <p:nvPr/>
        </p:nvSpPr>
        <p:spPr>
          <a:xfrm>
            <a:off x="119325" y="3042725"/>
            <a:ext cx="79893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2. </a:t>
            </a:r>
            <a:r>
              <a:rPr lang="en-US" sz="1900">
                <a:latin typeface="Roboto"/>
                <a:ea typeface="Roboto"/>
                <a:cs typeface="Roboto"/>
                <a:sym typeface="Roboto"/>
              </a:rPr>
              <a:t>My ability to adapt, collaborate, and communicate effectively makes me a strong candidate for this role. </a:t>
            </a:r>
            <a:endParaRPr sz="2100">
              <a:solidFill>
                <a:schemeClr val="dk1"/>
              </a:solidFill>
              <a:latin typeface="Roboto"/>
              <a:ea typeface="Roboto"/>
              <a:cs typeface="Roboto"/>
              <a:sym typeface="Roboto"/>
            </a:endParaRPr>
          </a:p>
        </p:txBody>
      </p:sp>
      <p:sp>
        <p:nvSpPr>
          <p:cNvPr id="918" name="Google Shape;918;p39"/>
          <p:cNvSpPr txBox="1"/>
          <p:nvPr/>
        </p:nvSpPr>
        <p:spPr>
          <a:xfrm>
            <a:off x="105600" y="3846850"/>
            <a:ext cx="88800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3. </a:t>
            </a:r>
            <a:r>
              <a:rPr lang="en-US" sz="1900">
                <a:latin typeface="Roboto"/>
                <a:ea typeface="Roboto"/>
                <a:cs typeface="Roboto"/>
                <a:sym typeface="Roboto"/>
              </a:rPr>
              <a:t>I am writing to express my interest in the marketing intern position at your company. </a:t>
            </a:r>
            <a:endParaRPr sz="2100">
              <a:solidFill>
                <a:schemeClr val="dk1"/>
              </a:solidFill>
              <a:latin typeface="Roboto"/>
              <a:ea typeface="Roboto"/>
              <a:cs typeface="Roboto"/>
              <a:sym typeface="Roboto"/>
            </a:endParaRPr>
          </a:p>
        </p:txBody>
      </p:sp>
      <p:sp>
        <p:nvSpPr>
          <p:cNvPr id="919" name="Google Shape;919;p39"/>
          <p:cNvSpPr txBox="1"/>
          <p:nvPr/>
        </p:nvSpPr>
        <p:spPr>
          <a:xfrm>
            <a:off x="119325" y="4566375"/>
            <a:ext cx="2646000" cy="40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4. </a:t>
            </a:r>
            <a:r>
              <a:rPr lang="en-US" sz="1900">
                <a:latin typeface="Roboto"/>
                <a:ea typeface="Roboto"/>
                <a:cs typeface="Roboto"/>
                <a:sym typeface="Roboto"/>
              </a:rPr>
              <a:t>Dear Sir or Madam,</a:t>
            </a:r>
            <a:endParaRPr sz="2100">
              <a:solidFill>
                <a:schemeClr val="dk1"/>
              </a:solidFill>
              <a:latin typeface="Roboto"/>
              <a:ea typeface="Roboto"/>
              <a:cs typeface="Roboto"/>
              <a:sym typeface="Roboto"/>
            </a:endParaRPr>
          </a:p>
        </p:txBody>
      </p:sp>
      <p:sp>
        <p:nvSpPr>
          <p:cNvPr id="920" name="Google Shape;920;p39"/>
          <p:cNvSpPr txBox="1"/>
          <p:nvPr/>
        </p:nvSpPr>
        <p:spPr>
          <a:xfrm>
            <a:off x="105600" y="5024000"/>
            <a:ext cx="9038400" cy="7194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5. </a:t>
            </a:r>
            <a:r>
              <a:rPr lang="en-US" sz="1900">
                <a:latin typeface="Roboto"/>
                <a:ea typeface="Roboto"/>
                <a:cs typeface="Roboto"/>
                <a:sym typeface="Roboto"/>
              </a:rPr>
              <a:t>During my studies, I have worked on projects involving market research and social media management, which have enhanced my analytical and creative skills.</a:t>
            </a:r>
            <a:r>
              <a:rPr lang="en-US" sz="2100">
                <a:solidFill>
                  <a:schemeClr val="dk1"/>
                </a:solidFill>
                <a:latin typeface="Roboto"/>
                <a:ea typeface="Roboto"/>
                <a:cs typeface="Roboto"/>
                <a:sym typeface="Roboto"/>
              </a:rPr>
              <a:t> </a:t>
            </a:r>
            <a:endParaRPr sz="2100">
              <a:solidFill>
                <a:schemeClr val="dk1"/>
              </a:solidFill>
              <a:latin typeface="Roboto"/>
              <a:ea typeface="Roboto"/>
              <a:cs typeface="Roboto"/>
              <a:sym typeface="Roboto"/>
            </a:endParaRPr>
          </a:p>
        </p:txBody>
      </p:sp>
      <p:sp>
        <p:nvSpPr>
          <p:cNvPr id="921" name="Google Shape;921;p39"/>
          <p:cNvSpPr txBox="1"/>
          <p:nvPr/>
        </p:nvSpPr>
        <p:spPr>
          <a:xfrm>
            <a:off x="70250" y="5832713"/>
            <a:ext cx="19455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6. </a:t>
            </a:r>
            <a:r>
              <a:rPr lang="en-US" sz="1900">
                <a:latin typeface="Roboto"/>
                <a:ea typeface="Roboto"/>
                <a:cs typeface="Roboto"/>
                <a:sym typeface="Roboto"/>
              </a:rPr>
              <a:t>Best regards,</a:t>
            </a:r>
            <a:endParaRPr sz="2100">
              <a:solidFill>
                <a:schemeClr val="dk1"/>
              </a:solidFill>
              <a:latin typeface="Roboto"/>
              <a:ea typeface="Roboto"/>
              <a:cs typeface="Roboto"/>
              <a:sym typeface="Roboto"/>
            </a:endParaRPr>
          </a:p>
        </p:txBody>
      </p:sp>
      <p:sp>
        <p:nvSpPr>
          <p:cNvPr id="922" name="Google Shape;922;p39"/>
          <p:cNvSpPr txBox="1"/>
          <p:nvPr/>
        </p:nvSpPr>
        <p:spPr>
          <a:xfrm>
            <a:off x="108825" y="6363625"/>
            <a:ext cx="8503200" cy="79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7. </a:t>
            </a:r>
            <a:r>
              <a:rPr lang="en-US" sz="1900">
                <a:latin typeface="Roboto"/>
                <a:ea typeface="Roboto"/>
                <a:cs typeface="Roboto"/>
                <a:sym typeface="Roboto"/>
              </a:rPr>
              <a:t>I am particularly excited about the opportunity to apply my knowledge in an international environment and gain hands-on experience.</a:t>
            </a:r>
            <a:endParaRPr sz="2100">
              <a:solidFill>
                <a:schemeClr val="dk1"/>
              </a:solidFill>
              <a:latin typeface="Roboto"/>
              <a:ea typeface="Roboto"/>
              <a:cs typeface="Roboto"/>
              <a:sym typeface="Roboto"/>
            </a:endParaRPr>
          </a:p>
        </p:txBody>
      </p:sp>
      <p:sp>
        <p:nvSpPr>
          <p:cNvPr id="923" name="Google Shape;923;p39"/>
          <p:cNvSpPr txBox="1"/>
          <p:nvPr/>
        </p:nvSpPr>
        <p:spPr>
          <a:xfrm>
            <a:off x="108825" y="7236663"/>
            <a:ext cx="85032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8. </a:t>
            </a:r>
            <a:r>
              <a:rPr lang="en-US" sz="1900">
                <a:latin typeface="Roboto"/>
                <a:ea typeface="Roboto"/>
                <a:cs typeface="Roboto"/>
                <a:sym typeface="Roboto"/>
              </a:rPr>
              <a:t>Thank you for your time and consideration. I look forward to your response.</a:t>
            </a:r>
            <a:endParaRPr sz="2100">
              <a:solidFill>
                <a:schemeClr val="dk1"/>
              </a:solidFill>
              <a:latin typeface="Roboto"/>
              <a:ea typeface="Roboto"/>
              <a:cs typeface="Roboto"/>
              <a:sym typeface="Roboto"/>
            </a:endParaRPr>
          </a:p>
        </p:txBody>
      </p:sp>
      <p:sp>
        <p:nvSpPr>
          <p:cNvPr id="924" name="Google Shape;924;p39"/>
          <p:cNvSpPr txBox="1"/>
          <p:nvPr/>
        </p:nvSpPr>
        <p:spPr>
          <a:xfrm>
            <a:off x="108825" y="7741025"/>
            <a:ext cx="8503200" cy="7971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9</a:t>
            </a:r>
            <a:r>
              <a:rPr lang="en-US" sz="2100">
                <a:solidFill>
                  <a:schemeClr val="dk1"/>
                </a:solidFill>
                <a:latin typeface="Roboto"/>
                <a:ea typeface="Roboto"/>
                <a:cs typeface="Roboto"/>
                <a:sym typeface="Roboto"/>
              </a:rPr>
              <a:t>. </a:t>
            </a:r>
            <a:r>
              <a:rPr lang="en-US" sz="1900">
                <a:latin typeface="Roboto"/>
                <a:ea typeface="Roboto"/>
                <a:cs typeface="Roboto"/>
                <a:sym typeface="Roboto"/>
              </a:rPr>
              <a:t>As a marketing student at RMIT, I have developed a strong foundation in marketing strategies, consumer behavior, and digital media.</a:t>
            </a:r>
            <a:endParaRPr sz="2100">
              <a:solidFill>
                <a:schemeClr val="dk1"/>
              </a:solidFill>
              <a:latin typeface="Roboto"/>
              <a:ea typeface="Roboto"/>
              <a:cs typeface="Roboto"/>
              <a:sym typeface="Roboto"/>
            </a:endParaRPr>
          </a:p>
        </p:txBody>
      </p:sp>
      <p:sp>
        <p:nvSpPr>
          <p:cNvPr id="925" name="Google Shape;925;p39"/>
          <p:cNvSpPr txBox="1"/>
          <p:nvPr/>
        </p:nvSpPr>
        <p:spPr>
          <a:xfrm>
            <a:off x="108825" y="8627250"/>
            <a:ext cx="9038400" cy="708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10. </a:t>
            </a:r>
            <a:r>
              <a:rPr lang="en-US" sz="1900">
                <a:latin typeface="Roboto"/>
                <a:ea typeface="Roboto"/>
                <a:cs typeface="Roboto"/>
                <a:sym typeface="Roboto"/>
              </a:rPr>
              <a:t>I am eager to contribute to your team and learn from experienced professionals.</a:t>
            </a:r>
            <a:endParaRPr sz="2100">
              <a:solidFill>
                <a:schemeClr val="dk1"/>
              </a:solidFill>
              <a:latin typeface="Roboto"/>
              <a:ea typeface="Roboto"/>
              <a:cs typeface="Roboto"/>
              <a:sym typeface="Roboto"/>
            </a:endParaRPr>
          </a:p>
        </p:txBody>
      </p:sp>
      <p:sp>
        <p:nvSpPr>
          <p:cNvPr id="926" name="Google Shape;926;p39"/>
          <p:cNvSpPr txBox="1"/>
          <p:nvPr/>
        </p:nvSpPr>
        <p:spPr>
          <a:xfrm>
            <a:off x="108825" y="9381375"/>
            <a:ext cx="12171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11. </a:t>
            </a:r>
            <a:r>
              <a:rPr lang="en-US" sz="1900">
                <a:latin typeface="Roboto"/>
                <a:ea typeface="Roboto"/>
                <a:cs typeface="Roboto"/>
                <a:sym typeface="Roboto"/>
              </a:rPr>
              <a:t>Josh</a:t>
            </a:r>
            <a:endParaRPr sz="2100">
              <a:solidFill>
                <a:schemeClr val="dk1"/>
              </a:solidFill>
              <a:latin typeface="Roboto"/>
              <a:ea typeface="Roboto"/>
              <a:cs typeface="Roboto"/>
              <a:sym typeface="Roboto"/>
            </a:endParaRPr>
          </a:p>
        </p:txBody>
      </p:sp>
      <p:sp>
        <p:nvSpPr>
          <p:cNvPr id="927" name="Google Shape;927;p39"/>
          <p:cNvSpPr txBox="1"/>
          <p:nvPr/>
        </p:nvSpPr>
        <p:spPr>
          <a:xfrm>
            <a:off x="0" y="37000"/>
            <a:ext cx="8376900" cy="708000"/>
          </a:xfrm>
          <a:prstGeom prst="rect">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chemeClr val="lt1"/>
                </a:solidFill>
                <a:latin typeface="Montserrat"/>
                <a:ea typeface="Montserrat"/>
                <a:cs typeface="Montserrat"/>
                <a:sym typeface="Montserrat"/>
              </a:rPr>
              <a:t>1e. VÍ DỤ: THƯ XIN VIỆC</a:t>
            </a:r>
            <a:endParaRPr b="1" i="0" sz="800" u="none" cap="none" strike="noStrike">
              <a:solidFill>
                <a:schemeClr val="lt1"/>
              </a:solidFill>
              <a:latin typeface="Montserrat"/>
              <a:ea typeface="Montserrat"/>
              <a:cs typeface="Montserrat"/>
              <a:sym typeface="Montserrat"/>
            </a:endParaRPr>
          </a:p>
        </p:txBody>
      </p:sp>
      <p:sp>
        <p:nvSpPr>
          <p:cNvPr id="928" name="Google Shape;928;p39"/>
          <p:cNvSpPr/>
          <p:nvPr/>
        </p:nvSpPr>
        <p:spPr>
          <a:xfrm>
            <a:off x="4751100" y="1150000"/>
            <a:ext cx="8785800" cy="624000"/>
          </a:xfrm>
          <a:prstGeom prst="roundRect">
            <a:avLst>
              <a:gd fmla="val 16667" name="adj"/>
            </a:avLst>
          </a:prstGeom>
          <a:noFill/>
          <a:ln cap="flat" cmpd="sng" w="19050">
            <a:solidFill>
              <a:srgbClr val="4CB487"/>
            </a:solidFill>
            <a:prstDash val="lg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lang="en-US" sz="2600">
                <a:latin typeface="Roboto"/>
                <a:ea typeface="Roboto"/>
                <a:cs typeface="Roboto"/>
                <a:sym typeface="Roboto"/>
              </a:rPr>
              <a:t>Sắp xếp lại các câu sau đây thành bài viết hoàn chỉnh</a:t>
            </a:r>
            <a:endParaRPr b="1" i="0" sz="1400" u="none" cap="none" strike="noStrike">
              <a:solidFill>
                <a:srgbClr val="000000"/>
              </a:solidFill>
              <a:latin typeface="Roboto"/>
              <a:ea typeface="Roboto"/>
              <a:cs typeface="Roboto"/>
              <a:sym typeface="Roboto"/>
            </a:endParaRPr>
          </a:p>
        </p:txBody>
      </p:sp>
      <p:sp>
        <p:nvSpPr>
          <p:cNvPr id="929" name="Google Shape;929;p39"/>
          <p:cNvSpPr txBox="1"/>
          <p:nvPr/>
        </p:nvSpPr>
        <p:spPr>
          <a:xfrm>
            <a:off x="10220075" y="2296375"/>
            <a:ext cx="2646000" cy="404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4. </a:t>
            </a:r>
            <a:r>
              <a:rPr lang="en-US" sz="1900">
                <a:latin typeface="Roboto"/>
                <a:ea typeface="Roboto"/>
                <a:cs typeface="Roboto"/>
                <a:sym typeface="Roboto"/>
              </a:rPr>
              <a:t>Dear Sir or Madam,</a:t>
            </a:r>
            <a:endParaRPr sz="2100">
              <a:solidFill>
                <a:schemeClr val="dk1"/>
              </a:solidFill>
              <a:latin typeface="Roboto"/>
              <a:ea typeface="Roboto"/>
              <a:cs typeface="Roboto"/>
              <a:sym typeface="Roboto"/>
            </a:endParaRPr>
          </a:p>
        </p:txBody>
      </p:sp>
      <p:sp>
        <p:nvSpPr>
          <p:cNvPr id="930" name="Google Shape;930;p39"/>
          <p:cNvSpPr txBox="1"/>
          <p:nvPr/>
        </p:nvSpPr>
        <p:spPr>
          <a:xfrm>
            <a:off x="10220075" y="2808625"/>
            <a:ext cx="8880000" cy="64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3. </a:t>
            </a:r>
            <a:r>
              <a:rPr lang="en-US" sz="1900">
                <a:latin typeface="Roboto"/>
                <a:ea typeface="Roboto"/>
                <a:cs typeface="Roboto"/>
                <a:sym typeface="Roboto"/>
              </a:rPr>
              <a:t>I am writing to express my interest in the marketing intern position at your company. </a:t>
            </a:r>
            <a:endParaRPr sz="2100">
              <a:solidFill>
                <a:schemeClr val="dk1"/>
              </a:solidFill>
              <a:latin typeface="Roboto"/>
              <a:ea typeface="Roboto"/>
              <a:cs typeface="Roboto"/>
              <a:sym typeface="Roboto"/>
            </a:endParaRPr>
          </a:p>
        </p:txBody>
      </p:sp>
      <p:sp>
        <p:nvSpPr>
          <p:cNvPr id="931" name="Google Shape;931;p39"/>
          <p:cNvSpPr txBox="1"/>
          <p:nvPr/>
        </p:nvSpPr>
        <p:spPr>
          <a:xfrm>
            <a:off x="10220075" y="3563263"/>
            <a:ext cx="8503200" cy="7971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9. </a:t>
            </a:r>
            <a:r>
              <a:rPr lang="en-US" sz="1900">
                <a:latin typeface="Roboto"/>
                <a:ea typeface="Roboto"/>
                <a:cs typeface="Roboto"/>
                <a:sym typeface="Roboto"/>
              </a:rPr>
              <a:t>As a marketing student at RMIT, I have developed a strong foundation in marketing strategies, consumer behavior, and digital media.</a:t>
            </a:r>
            <a:endParaRPr sz="2100">
              <a:solidFill>
                <a:schemeClr val="dk1"/>
              </a:solidFill>
              <a:latin typeface="Roboto"/>
              <a:ea typeface="Roboto"/>
              <a:cs typeface="Roboto"/>
              <a:sym typeface="Roboto"/>
            </a:endParaRPr>
          </a:p>
        </p:txBody>
      </p:sp>
      <p:sp>
        <p:nvSpPr>
          <p:cNvPr id="932" name="Google Shape;932;p39"/>
          <p:cNvSpPr txBox="1"/>
          <p:nvPr/>
        </p:nvSpPr>
        <p:spPr>
          <a:xfrm>
            <a:off x="10220075" y="4409025"/>
            <a:ext cx="9038400" cy="7194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5. </a:t>
            </a:r>
            <a:r>
              <a:rPr lang="en-US" sz="1900">
                <a:latin typeface="Roboto"/>
                <a:ea typeface="Roboto"/>
                <a:cs typeface="Roboto"/>
                <a:sym typeface="Roboto"/>
              </a:rPr>
              <a:t>During my studies, I have worked on projects involving market research and social media management, which have enhanced my analytical and creative skills.</a:t>
            </a:r>
            <a:r>
              <a:rPr lang="en-US" sz="2100">
                <a:solidFill>
                  <a:schemeClr val="dk1"/>
                </a:solidFill>
                <a:latin typeface="Roboto"/>
                <a:ea typeface="Roboto"/>
                <a:cs typeface="Roboto"/>
                <a:sym typeface="Roboto"/>
              </a:rPr>
              <a:t> </a:t>
            </a:r>
            <a:endParaRPr sz="2100">
              <a:solidFill>
                <a:schemeClr val="dk1"/>
              </a:solidFill>
              <a:latin typeface="Roboto"/>
              <a:ea typeface="Roboto"/>
              <a:cs typeface="Roboto"/>
              <a:sym typeface="Roboto"/>
            </a:endParaRPr>
          </a:p>
        </p:txBody>
      </p:sp>
      <p:sp>
        <p:nvSpPr>
          <p:cNvPr id="933" name="Google Shape;933;p39"/>
          <p:cNvSpPr txBox="1"/>
          <p:nvPr/>
        </p:nvSpPr>
        <p:spPr>
          <a:xfrm>
            <a:off x="10220075" y="5222563"/>
            <a:ext cx="8503200" cy="7971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7. </a:t>
            </a:r>
            <a:r>
              <a:rPr lang="en-US" sz="1900">
                <a:latin typeface="Roboto"/>
                <a:ea typeface="Roboto"/>
                <a:cs typeface="Roboto"/>
                <a:sym typeface="Roboto"/>
              </a:rPr>
              <a:t>I am particularly excited about the opportunity to apply my knowledge in an international environment and gain hands-on experience.</a:t>
            </a:r>
            <a:endParaRPr sz="2100">
              <a:solidFill>
                <a:schemeClr val="dk1"/>
              </a:solidFill>
              <a:latin typeface="Roboto"/>
              <a:ea typeface="Roboto"/>
              <a:cs typeface="Roboto"/>
              <a:sym typeface="Roboto"/>
            </a:endParaRPr>
          </a:p>
        </p:txBody>
      </p:sp>
      <p:sp>
        <p:nvSpPr>
          <p:cNvPr id="934" name="Google Shape;934;p39"/>
          <p:cNvSpPr txBox="1"/>
          <p:nvPr/>
        </p:nvSpPr>
        <p:spPr>
          <a:xfrm>
            <a:off x="10220075" y="6149650"/>
            <a:ext cx="7989300" cy="719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2. </a:t>
            </a:r>
            <a:r>
              <a:rPr lang="en-US" sz="1900">
                <a:latin typeface="Roboto"/>
                <a:ea typeface="Roboto"/>
                <a:cs typeface="Roboto"/>
                <a:sym typeface="Roboto"/>
              </a:rPr>
              <a:t>My ability to adapt, collaborate, and communicate effectively makes me a strong candidate for this role. </a:t>
            </a:r>
            <a:endParaRPr sz="2100">
              <a:solidFill>
                <a:schemeClr val="dk1"/>
              </a:solidFill>
              <a:latin typeface="Roboto"/>
              <a:ea typeface="Roboto"/>
              <a:cs typeface="Roboto"/>
              <a:sym typeface="Roboto"/>
            </a:endParaRPr>
          </a:p>
        </p:txBody>
      </p:sp>
      <p:sp>
        <p:nvSpPr>
          <p:cNvPr id="935" name="Google Shape;935;p39"/>
          <p:cNvSpPr txBox="1"/>
          <p:nvPr/>
        </p:nvSpPr>
        <p:spPr>
          <a:xfrm>
            <a:off x="10220075" y="6999125"/>
            <a:ext cx="9038400" cy="708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10. </a:t>
            </a:r>
            <a:r>
              <a:rPr lang="en-US" sz="1900">
                <a:latin typeface="Roboto"/>
                <a:ea typeface="Roboto"/>
                <a:cs typeface="Roboto"/>
                <a:sym typeface="Roboto"/>
              </a:rPr>
              <a:t>I am eager to contribute to your team and learn from experienced professionals.</a:t>
            </a:r>
            <a:endParaRPr sz="2100">
              <a:solidFill>
                <a:schemeClr val="dk1"/>
              </a:solidFill>
              <a:latin typeface="Roboto"/>
              <a:ea typeface="Roboto"/>
              <a:cs typeface="Roboto"/>
              <a:sym typeface="Roboto"/>
            </a:endParaRPr>
          </a:p>
        </p:txBody>
      </p:sp>
      <p:sp>
        <p:nvSpPr>
          <p:cNvPr id="936" name="Google Shape;936;p39"/>
          <p:cNvSpPr txBox="1"/>
          <p:nvPr/>
        </p:nvSpPr>
        <p:spPr>
          <a:xfrm>
            <a:off x="10220075" y="7837188"/>
            <a:ext cx="8503200" cy="624000"/>
          </a:xfrm>
          <a:prstGeom prst="rect">
            <a:avLst/>
          </a:prstGeom>
          <a:solidFill>
            <a:srgbClr val="00B050">
              <a:alpha val="15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 </a:t>
            </a:r>
            <a:r>
              <a:rPr lang="en-US" sz="1900">
                <a:latin typeface="Roboto"/>
                <a:ea typeface="Roboto"/>
                <a:cs typeface="Roboto"/>
                <a:sym typeface="Roboto"/>
              </a:rPr>
              <a:t>I would appreciate the opportunity to discuss how my skills align with your company’s needs.</a:t>
            </a:r>
            <a:endParaRPr sz="2100">
              <a:solidFill>
                <a:schemeClr val="dk1"/>
              </a:solidFill>
              <a:latin typeface="Roboto"/>
              <a:ea typeface="Roboto"/>
              <a:cs typeface="Roboto"/>
              <a:sym typeface="Roboto"/>
            </a:endParaRPr>
          </a:p>
        </p:txBody>
      </p:sp>
      <p:sp>
        <p:nvSpPr>
          <p:cNvPr id="937" name="Google Shape;937;p39"/>
          <p:cNvSpPr txBox="1"/>
          <p:nvPr/>
        </p:nvSpPr>
        <p:spPr>
          <a:xfrm>
            <a:off x="10220075" y="8526225"/>
            <a:ext cx="85032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8. </a:t>
            </a:r>
            <a:r>
              <a:rPr lang="en-US" sz="1900">
                <a:latin typeface="Roboto"/>
                <a:ea typeface="Roboto"/>
                <a:cs typeface="Roboto"/>
                <a:sym typeface="Roboto"/>
              </a:rPr>
              <a:t>Thank you for your time and consideration. I look forward to your response.</a:t>
            </a:r>
            <a:endParaRPr sz="2100">
              <a:solidFill>
                <a:schemeClr val="dk1"/>
              </a:solidFill>
              <a:latin typeface="Roboto"/>
              <a:ea typeface="Roboto"/>
              <a:cs typeface="Roboto"/>
              <a:sym typeface="Roboto"/>
            </a:endParaRPr>
          </a:p>
        </p:txBody>
      </p:sp>
      <p:sp>
        <p:nvSpPr>
          <p:cNvPr id="938" name="Google Shape;938;p39"/>
          <p:cNvSpPr txBox="1"/>
          <p:nvPr/>
        </p:nvSpPr>
        <p:spPr>
          <a:xfrm>
            <a:off x="10220075" y="9032875"/>
            <a:ext cx="19455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6. </a:t>
            </a:r>
            <a:r>
              <a:rPr lang="en-US" sz="1900">
                <a:latin typeface="Roboto"/>
                <a:ea typeface="Roboto"/>
                <a:cs typeface="Roboto"/>
                <a:sym typeface="Roboto"/>
              </a:rPr>
              <a:t>Best regards,</a:t>
            </a:r>
            <a:endParaRPr sz="2100">
              <a:solidFill>
                <a:schemeClr val="dk1"/>
              </a:solidFill>
              <a:latin typeface="Roboto"/>
              <a:ea typeface="Roboto"/>
              <a:cs typeface="Roboto"/>
              <a:sym typeface="Roboto"/>
            </a:endParaRPr>
          </a:p>
        </p:txBody>
      </p:sp>
      <p:sp>
        <p:nvSpPr>
          <p:cNvPr id="939" name="Google Shape;939;p39"/>
          <p:cNvSpPr txBox="1"/>
          <p:nvPr/>
        </p:nvSpPr>
        <p:spPr>
          <a:xfrm>
            <a:off x="10220075" y="9577825"/>
            <a:ext cx="1217100" cy="441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11. </a:t>
            </a:r>
            <a:r>
              <a:rPr lang="en-US" sz="1900">
                <a:latin typeface="Roboto"/>
                <a:ea typeface="Roboto"/>
                <a:cs typeface="Roboto"/>
                <a:sym typeface="Roboto"/>
              </a:rPr>
              <a:t>Josh</a:t>
            </a:r>
            <a:endParaRPr sz="2100">
              <a:solidFill>
                <a:schemeClr val="dk1"/>
              </a:solidFill>
              <a:latin typeface="Roboto"/>
              <a:ea typeface="Roboto"/>
              <a:cs typeface="Roboto"/>
              <a:sym typeface="Roboto"/>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40"/>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fair Display"/>
              <a:buNone/>
            </a:pPr>
            <a:r>
              <a:rPr b="1" lang="en-US">
                <a:latin typeface="Arial"/>
                <a:ea typeface="Arial"/>
                <a:cs typeface="Arial"/>
                <a:sym typeface="Arial"/>
              </a:rPr>
              <a:t>02. THỰC HÀNH</a:t>
            </a:r>
            <a:endParaRPr b="1">
              <a:latin typeface="Arial"/>
              <a:ea typeface="Arial"/>
              <a:cs typeface="Arial"/>
              <a:sym typeface="Arial"/>
            </a:endParaRPr>
          </a:p>
        </p:txBody>
      </p:sp>
      <p:sp>
        <p:nvSpPr>
          <p:cNvPr id="945" name="Google Shape;945;p40"/>
          <p:cNvSpPr txBox="1"/>
          <p:nvPr/>
        </p:nvSpPr>
        <p:spPr>
          <a:xfrm>
            <a:off x="1043000" y="2296238"/>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946" name="Google Shape;946;p40"/>
          <p:cNvGraphicFramePr/>
          <p:nvPr/>
        </p:nvGraphicFramePr>
        <p:xfrm>
          <a:off x="1127350" y="3209550"/>
          <a:ext cx="3000000" cy="3000000"/>
        </p:xfrm>
        <a:graphic>
          <a:graphicData uri="http://schemas.openxmlformats.org/drawingml/2006/table">
            <a:tbl>
              <a:tblPr>
                <a:noFill/>
                <a:tableStyleId>{60638938-71CB-40BF-9EBE-1958C9D59905}</a:tableStyleId>
              </a:tblPr>
              <a:tblGrid>
                <a:gridCol w="14741375"/>
              </a:tblGrid>
              <a:tr h="3041550">
                <a:tc>
                  <a:txBody>
                    <a:bodyPr/>
                    <a:lstStyle/>
                    <a:p>
                      <a:pPr indent="0" lvl="0" marL="0" rtl="0" algn="just">
                        <a:lnSpc>
                          <a:spcPct val="150000"/>
                        </a:lnSpc>
                        <a:spcBef>
                          <a:spcPts val="0"/>
                        </a:spcBef>
                        <a:spcAft>
                          <a:spcPts val="0"/>
                        </a:spcAft>
                        <a:buNone/>
                      </a:pPr>
                      <a:r>
                        <a:rPr lang="en-US" sz="2200"/>
                        <a:t>You recently bought a piece of equipment for your kitchen but it did not work. You phoned the shop but no action was taken. Write a letter to the shop manager. In your letter: </a:t>
                      </a:r>
                      <a:endParaRPr sz="2200"/>
                    </a:p>
                    <a:p>
                      <a:pPr indent="-368300" lvl="0" marL="457200" rtl="0" algn="just">
                        <a:lnSpc>
                          <a:spcPct val="150000"/>
                        </a:lnSpc>
                        <a:spcBef>
                          <a:spcPts val="0"/>
                        </a:spcBef>
                        <a:spcAft>
                          <a:spcPts val="0"/>
                        </a:spcAft>
                        <a:buSzPts val="2200"/>
                        <a:buChar char="●"/>
                      </a:pPr>
                      <a:r>
                        <a:rPr lang="en-US" sz="2200"/>
                        <a:t>Describe the problem with the equipment </a:t>
                      </a:r>
                      <a:endParaRPr sz="2200"/>
                    </a:p>
                    <a:p>
                      <a:pPr indent="-368300" lvl="0" marL="457200" rtl="0" algn="just">
                        <a:lnSpc>
                          <a:spcPct val="150000"/>
                        </a:lnSpc>
                        <a:spcBef>
                          <a:spcPts val="0"/>
                        </a:spcBef>
                        <a:spcAft>
                          <a:spcPts val="0"/>
                        </a:spcAft>
                        <a:buSzPts val="2200"/>
                        <a:buChar char="●"/>
                      </a:pPr>
                      <a:r>
                        <a:rPr lang="en-US" sz="2200"/>
                        <a:t>Explain what happened when you phoned the shop </a:t>
                      </a:r>
                      <a:endParaRPr sz="2200"/>
                    </a:p>
                    <a:p>
                      <a:pPr indent="-368300" lvl="0" marL="457200" rtl="0" algn="just">
                        <a:lnSpc>
                          <a:spcPct val="150000"/>
                        </a:lnSpc>
                        <a:spcBef>
                          <a:spcPts val="0"/>
                        </a:spcBef>
                        <a:spcAft>
                          <a:spcPts val="0"/>
                        </a:spcAft>
                        <a:buSzPts val="2200"/>
                        <a:buChar char="●"/>
                      </a:pPr>
                      <a:r>
                        <a:rPr lang="en-US" sz="2200"/>
                        <a:t>Say what you would like the manager to do</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47" name="Google Shape;947;p40"/>
          <p:cNvSpPr txBox="1"/>
          <p:nvPr/>
        </p:nvSpPr>
        <p:spPr>
          <a:xfrm>
            <a:off x="1127350" y="1713625"/>
            <a:ext cx="3667800" cy="78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018345"/>
                </a:solidFill>
                <a:latin typeface="Montserrat"/>
                <a:ea typeface="Montserrat"/>
                <a:cs typeface="Montserrat"/>
                <a:sym typeface="Montserrat"/>
              </a:rPr>
              <a:t>Bài</a:t>
            </a:r>
            <a:r>
              <a:rPr b="1" lang="en-US" sz="3900">
                <a:solidFill>
                  <a:srgbClr val="018345"/>
                </a:solidFill>
                <a:latin typeface="Montserrat"/>
                <a:ea typeface="Montserrat"/>
                <a:cs typeface="Montserrat"/>
                <a:sym typeface="Montserrat"/>
              </a:rPr>
              <a:t> 1</a:t>
            </a:r>
            <a:endParaRPr b="1" sz="1300">
              <a:solidFill>
                <a:srgbClr val="018345"/>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41"/>
          <p:cNvSpPr/>
          <p:nvPr/>
        </p:nvSpPr>
        <p:spPr>
          <a:xfrm rot="10800000">
            <a:off x="14832492" y="135850"/>
            <a:ext cx="7681976" cy="3541001"/>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descr="Books with solid fill" id="953" name="Google Shape;953;p41"/>
          <p:cNvSpPr/>
          <p:nvPr/>
        </p:nvSpPr>
        <p:spPr>
          <a:xfrm>
            <a:off x="1914492" y="4670422"/>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954" name="Google Shape;954;p41"/>
          <p:cNvSpPr/>
          <p:nvPr/>
        </p:nvSpPr>
        <p:spPr>
          <a:xfrm>
            <a:off x="15901163" y="33116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955" name="Google Shape;955;p41"/>
          <p:cNvSpPr txBox="1"/>
          <p:nvPr/>
        </p:nvSpPr>
        <p:spPr>
          <a:xfrm>
            <a:off x="-10653311" y="9716809"/>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sp>
        <p:nvSpPr>
          <p:cNvPr id="956" name="Google Shape;956;p41"/>
          <p:cNvSpPr txBox="1"/>
          <p:nvPr/>
        </p:nvSpPr>
        <p:spPr>
          <a:xfrm>
            <a:off x="450850" y="652700"/>
            <a:ext cx="3667800" cy="78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018345"/>
                </a:solidFill>
                <a:latin typeface="Montserrat"/>
                <a:ea typeface="Montserrat"/>
                <a:cs typeface="Montserrat"/>
                <a:sym typeface="Montserrat"/>
              </a:rPr>
              <a:t>Bài 1</a:t>
            </a:r>
            <a:endParaRPr b="1" sz="1300">
              <a:solidFill>
                <a:srgbClr val="018345"/>
              </a:solidFill>
              <a:latin typeface="Montserrat"/>
              <a:ea typeface="Montserrat"/>
              <a:cs typeface="Montserrat"/>
              <a:sym typeface="Montserrat"/>
            </a:endParaRPr>
          </a:p>
        </p:txBody>
      </p:sp>
      <p:graphicFrame>
        <p:nvGraphicFramePr>
          <p:cNvPr id="957" name="Google Shape;957;p41"/>
          <p:cNvGraphicFramePr/>
          <p:nvPr/>
        </p:nvGraphicFramePr>
        <p:xfrm>
          <a:off x="450838" y="2031863"/>
          <a:ext cx="3000000" cy="3000000"/>
        </p:xfrm>
        <a:graphic>
          <a:graphicData uri="http://schemas.openxmlformats.org/drawingml/2006/table">
            <a:tbl>
              <a:tblPr>
                <a:noFill/>
                <a:tableStyleId>{1168440D-A4AB-44A5-AED7-D7F76E54A885}</a:tableStyleId>
              </a:tblPr>
              <a:tblGrid>
                <a:gridCol w="1204050"/>
                <a:gridCol w="10237575"/>
              </a:tblGrid>
              <a:tr h="573250">
                <a:tc>
                  <a:txBody>
                    <a:bodyPr/>
                    <a:lstStyle/>
                    <a:p>
                      <a:pPr indent="0" lvl="0" marL="0" rtl="0" algn="ctr">
                        <a:spcBef>
                          <a:spcPts val="0"/>
                        </a:spcBef>
                        <a:spcAft>
                          <a:spcPts val="0"/>
                        </a:spcAft>
                        <a:buNone/>
                      </a:pPr>
                      <a:r>
                        <a:rPr b="1" lang="en-US" sz="2000">
                          <a:solidFill>
                            <a:schemeClr val="lt1"/>
                          </a:solidFill>
                        </a:rPr>
                        <a:t>Phần</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solidFill>
                      <a:srgbClr val="4CB487"/>
                    </a:solidFill>
                  </a:tcPr>
                </a:tc>
                <a:tc>
                  <a:txBody>
                    <a:bodyPr/>
                    <a:lstStyle/>
                    <a:p>
                      <a:pPr indent="0" lvl="0" marL="0" rtl="0" algn="ctr">
                        <a:spcBef>
                          <a:spcPts val="0"/>
                        </a:spcBef>
                        <a:spcAft>
                          <a:spcPts val="0"/>
                        </a:spcAft>
                        <a:buNone/>
                      </a:pPr>
                      <a:r>
                        <a:rPr b="1" lang="en-US" sz="2000">
                          <a:solidFill>
                            <a:schemeClr val="lt1"/>
                          </a:solidFill>
                        </a:rPr>
                        <a:t>Bài mẫu</a:t>
                      </a:r>
                      <a:endParaRPr b="1" sz="2000">
                        <a:solidFill>
                          <a:schemeClr val="lt1"/>
                        </a:solidFill>
                      </a:endParaRPr>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solidFill>
                      <a:srgbClr val="4CB487"/>
                    </a:solidFill>
                  </a:tcPr>
                </a:tc>
              </a:tr>
              <a:tr h="928700">
                <a:tc>
                  <a:txBody>
                    <a:bodyPr/>
                    <a:lstStyle/>
                    <a:p>
                      <a:pPr indent="0" lvl="0" marL="0" rtl="0" algn="ctr">
                        <a:lnSpc>
                          <a:spcPct val="150000"/>
                        </a:lnSpc>
                        <a:spcBef>
                          <a:spcPts val="0"/>
                        </a:spcBef>
                        <a:spcAft>
                          <a:spcPts val="0"/>
                        </a:spcAft>
                        <a:buNone/>
                      </a:pPr>
                      <a:r>
                        <a:rPr lang="en-US" sz="1800"/>
                        <a:t>Mở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Dear Sir or Madam,</a:t>
                      </a:r>
                      <a:endParaRPr sz="1800"/>
                    </a:p>
                    <a:p>
                      <a:pPr indent="0" lvl="0" marL="0" rtl="0" algn="l">
                        <a:lnSpc>
                          <a:spcPct val="150000"/>
                        </a:lnSpc>
                        <a:spcBef>
                          <a:spcPts val="0"/>
                        </a:spcBef>
                        <a:spcAft>
                          <a:spcPts val="0"/>
                        </a:spcAft>
                        <a:buNone/>
                      </a:pPr>
                      <a:r>
                        <a:rPr lang="en-US" sz="1800"/>
                        <a:t>I am writing to inform you about a (1)_________ blender I purchased from your shop last week.</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2644525">
                <a:tc>
                  <a:txBody>
                    <a:bodyPr/>
                    <a:lstStyle/>
                    <a:p>
                      <a:pPr indent="0" lvl="0" marL="0" rtl="0" algn="ctr">
                        <a:lnSpc>
                          <a:spcPct val="150000"/>
                        </a:lnSpc>
                        <a:spcBef>
                          <a:spcPts val="0"/>
                        </a:spcBef>
                        <a:spcAft>
                          <a:spcPts val="0"/>
                        </a:spcAft>
                        <a:buNone/>
                      </a:pPr>
                      <a:r>
                        <a:rPr lang="en-US" sz="1800"/>
                        <a:t>Thân bài</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The blender stopped working after just two uses. Despite being </a:t>
                      </a:r>
                      <a:r>
                        <a:rPr lang="en-US" sz="1800"/>
                        <a:t>(2)____________</a:t>
                      </a:r>
                      <a:r>
                        <a:rPr lang="en-US" sz="1800"/>
                        <a:t> and properly </a:t>
                      </a:r>
                      <a:r>
                        <a:rPr lang="en-US" sz="1800"/>
                        <a:t>(3)____________</a:t>
                      </a:r>
                      <a:r>
                        <a:rPr lang="en-US" sz="1800"/>
                        <a:t>, it fails to turn on, making it </a:t>
                      </a:r>
                      <a:r>
                        <a:rPr lang="en-US" sz="1800"/>
                        <a:t>(4)____________</a:t>
                      </a:r>
                      <a:endParaRPr sz="1800"/>
                    </a:p>
                    <a:p>
                      <a:pPr indent="0" lvl="0" marL="0" rtl="0" algn="l">
                        <a:lnSpc>
                          <a:spcPct val="150000"/>
                        </a:lnSpc>
                        <a:spcBef>
                          <a:spcPts val="1000"/>
                        </a:spcBef>
                        <a:spcAft>
                          <a:spcPts val="0"/>
                        </a:spcAft>
                        <a:buNone/>
                      </a:pPr>
                      <a:r>
                        <a:rPr lang="en-US" sz="1800"/>
                        <a:t>When I called your (5)___________________________two days ago, I (6)________________someone would contact me within 24 hours to (7)________ the issue. Unfortunately, I have not received any (8)___________ or action since then.</a:t>
                      </a:r>
                      <a:endParaRPr sz="1800"/>
                    </a:p>
                    <a:p>
                      <a:pPr indent="0" lvl="0" marL="0" rtl="0" algn="l">
                        <a:lnSpc>
                          <a:spcPct val="150000"/>
                        </a:lnSpc>
                        <a:spcBef>
                          <a:spcPts val="1000"/>
                        </a:spcBef>
                        <a:spcAft>
                          <a:spcPts val="0"/>
                        </a:spcAft>
                        <a:buNone/>
                      </a:pPr>
                      <a:r>
                        <a:rPr lang="en-US" sz="1800"/>
                        <a:t>I would like to request a (9)____________for the (10)__________blender or (11)_______________  if a replacement is not possible. I expect this matter to be resolved (12)____________. Your (13)___________________ to this issue would be greatly appreciated.</a:t>
                      </a:r>
                      <a:endParaRPr sz="1800"/>
                    </a:p>
                  </a:txBody>
                  <a:tcPr marT="63500" marB="63500" marR="63500" marL="63500" anchor="ctr">
                    <a:lnL cap="flat" cmpd="sng" w="12700">
                      <a:solidFill>
                        <a:srgbClr val="000000"/>
                      </a:solidFill>
                      <a:prstDash val="dash"/>
                      <a:round/>
                      <a:headEnd len="sm" w="sm" type="none"/>
                      <a:tailEnd len="sm" w="sm" type="none"/>
                    </a:lnL>
                    <a:lnR cap="flat" cmpd="sng" w="9525">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9525">
                      <a:solidFill>
                        <a:srgbClr val="000000"/>
                      </a:solidFill>
                      <a:prstDash val="dash"/>
                      <a:round/>
                      <a:headEnd len="sm" w="sm" type="none"/>
                      <a:tailEnd len="sm" w="sm" type="none"/>
                    </a:lnB>
                  </a:tcPr>
                </a:tc>
              </a:tr>
              <a:tr h="1016850">
                <a:tc>
                  <a:txBody>
                    <a:bodyPr/>
                    <a:lstStyle/>
                    <a:p>
                      <a:pPr indent="0" lvl="0" marL="0" rtl="0" algn="ctr">
                        <a:lnSpc>
                          <a:spcPct val="150000"/>
                        </a:lnSpc>
                        <a:spcBef>
                          <a:spcPts val="0"/>
                        </a:spcBef>
                        <a:spcAft>
                          <a:spcPts val="0"/>
                        </a:spcAft>
                        <a:buNone/>
                      </a:pPr>
                      <a:r>
                        <a:rPr lang="en-US" sz="1800"/>
                        <a:t>Kết thư</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rPr lang="en-US" sz="1800"/>
                        <a:t>Thank you for your time and consideration. I look forward to your positive reply.</a:t>
                      </a:r>
                      <a:endParaRPr sz="1800"/>
                    </a:p>
                    <a:p>
                      <a:pPr indent="0" lvl="0" marL="0" rtl="0" algn="l">
                        <a:lnSpc>
                          <a:spcPct val="150000"/>
                        </a:lnSpc>
                        <a:spcBef>
                          <a:spcPts val="0"/>
                        </a:spcBef>
                        <a:spcAft>
                          <a:spcPts val="0"/>
                        </a:spcAft>
                        <a:buNone/>
                      </a:pPr>
                      <a:r>
                        <a:rPr lang="en-US" sz="1800"/>
                        <a:t>Kind regards,</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9525">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r h="576675">
                <a:tc>
                  <a:txBody>
                    <a:bodyPr/>
                    <a:lstStyle/>
                    <a:p>
                      <a:pPr indent="0" lvl="0" marL="0" rtl="0" algn="ctr">
                        <a:lnSpc>
                          <a:spcPct val="150000"/>
                        </a:lnSpc>
                        <a:spcBef>
                          <a:spcPts val="0"/>
                        </a:spcBef>
                        <a:spcAft>
                          <a:spcPts val="0"/>
                        </a:spcAft>
                        <a:buNone/>
                      </a:pPr>
                      <a:r>
                        <a:rPr lang="en-US" sz="1800"/>
                        <a:t>Ký tên</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c>
                  <a:txBody>
                    <a:bodyPr/>
                    <a:lstStyle/>
                    <a:p>
                      <a:pPr indent="0" lvl="0" marL="0" rtl="0" algn="l">
                        <a:lnSpc>
                          <a:spcPct val="150000"/>
                        </a:lnSpc>
                        <a:spcBef>
                          <a:spcPts val="0"/>
                        </a:spcBef>
                        <a:spcAft>
                          <a:spcPts val="0"/>
                        </a:spcAft>
                        <a:buNone/>
                      </a:pPr>
                      <a:r>
                        <a:t/>
                      </a:r>
                      <a:endParaRPr sz="1800"/>
                    </a:p>
                  </a:txBody>
                  <a:tcPr marT="63500" marB="63500" marR="63500" marL="63500" anchor="ctr">
                    <a:lnL cap="flat" cmpd="sng" w="12700">
                      <a:solidFill>
                        <a:srgbClr val="000000"/>
                      </a:solidFill>
                      <a:prstDash val="dash"/>
                      <a:round/>
                      <a:headEnd len="sm" w="sm" type="none"/>
                      <a:tailEnd len="sm" w="sm" type="none"/>
                    </a:lnL>
                    <a:lnR cap="flat" cmpd="sng" w="12700">
                      <a:solidFill>
                        <a:srgbClr val="000000"/>
                      </a:solidFill>
                      <a:prstDash val="dash"/>
                      <a:round/>
                      <a:headEnd len="sm" w="sm" type="none"/>
                      <a:tailEnd len="sm" w="sm" type="none"/>
                    </a:lnR>
                    <a:lnT cap="flat" cmpd="sng" w="12700">
                      <a:solidFill>
                        <a:srgbClr val="000000"/>
                      </a:solidFill>
                      <a:prstDash val="dash"/>
                      <a:round/>
                      <a:headEnd len="sm" w="sm" type="none"/>
                      <a:tailEnd len="sm" w="sm" type="none"/>
                    </a:lnT>
                    <a:lnB cap="flat" cmpd="sng" w="12700">
                      <a:solidFill>
                        <a:srgbClr val="000000"/>
                      </a:solidFill>
                      <a:prstDash val="dash"/>
                      <a:round/>
                      <a:headEnd len="sm" w="sm" type="none"/>
                      <a:tailEnd len="sm" w="sm" type="none"/>
                    </a:lnB>
                  </a:tcPr>
                </a:tc>
              </a:tr>
            </a:tbl>
          </a:graphicData>
        </a:graphic>
      </p:graphicFrame>
      <p:sp>
        <p:nvSpPr>
          <p:cNvPr id="958" name="Google Shape;958;p41"/>
          <p:cNvSpPr txBox="1"/>
          <p:nvPr/>
        </p:nvSpPr>
        <p:spPr>
          <a:xfrm>
            <a:off x="12381400" y="922288"/>
            <a:ext cx="5439900" cy="84456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US" sz="2500"/>
              <a:t>TỪ VỰNG LIÊN QUAN</a:t>
            </a:r>
            <a:endParaRPr b="1" sz="2500"/>
          </a:p>
          <a:p>
            <a:pPr indent="0" lvl="0" marL="0" rtl="0" algn="l">
              <a:lnSpc>
                <a:spcPct val="150000"/>
              </a:lnSpc>
              <a:spcBef>
                <a:spcPts val="0"/>
              </a:spcBef>
              <a:spcAft>
                <a:spcPts val="0"/>
              </a:spcAft>
              <a:buNone/>
            </a:pPr>
            <a:r>
              <a:t/>
            </a:r>
            <a:endParaRPr sz="1800"/>
          </a:p>
          <a:p>
            <a:pPr indent="-342900" lvl="0" marL="457200" rtl="0" algn="l">
              <a:lnSpc>
                <a:spcPct val="150000"/>
              </a:lnSpc>
              <a:spcBef>
                <a:spcPts val="0"/>
              </a:spcBef>
              <a:spcAft>
                <a:spcPts val="0"/>
              </a:spcAft>
              <a:buSzPts val="1800"/>
              <a:buAutoNum type="alphaLcPeriod"/>
            </a:pPr>
            <a:r>
              <a:rPr b="1" lang="en-US" sz="1800">
                <a:solidFill>
                  <a:srgbClr val="EB1C24"/>
                </a:solidFill>
              </a:rPr>
              <a:t>purchase:</a:t>
            </a:r>
            <a:r>
              <a:rPr lang="en-US" sz="1800"/>
              <a:t> mua </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replacement: </a:t>
            </a:r>
            <a:r>
              <a:rPr lang="en-US" sz="1800"/>
              <a:t>thay thế</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promptly:</a:t>
            </a:r>
            <a:r>
              <a:rPr lang="en-US" sz="1800"/>
              <a:t> ngay lập tức</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fails to do something:</a:t>
            </a:r>
            <a:r>
              <a:rPr lang="en-US" sz="1800"/>
              <a:t> thất bại khi làm gì đó/hỏng</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response:</a:t>
            </a:r>
            <a:r>
              <a:rPr lang="en-US" sz="1800"/>
              <a:t> phản hồi</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unusable: </a:t>
            </a:r>
            <a:r>
              <a:rPr lang="en-US" sz="1800"/>
              <a:t>không thể sử dụng được</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faulty: </a:t>
            </a:r>
            <a:r>
              <a:rPr lang="en-US" sz="1800"/>
              <a:t> lỗi</a:t>
            </a:r>
            <a:endParaRPr b="1" sz="1800">
              <a:solidFill>
                <a:srgbClr val="FF0000"/>
              </a:solidFill>
            </a:endParaRPr>
          </a:p>
          <a:p>
            <a:pPr indent="-342900" lvl="0" marL="457200" rtl="0" algn="l">
              <a:lnSpc>
                <a:spcPct val="150000"/>
              </a:lnSpc>
              <a:spcBef>
                <a:spcPts val="0"/>
              </a:spcBef>
              <a:spcAft>
                <a:spcPts val="0"/>
              </a:spcAft>
              <a:buSzPts val="1800"/>
              <a:buAutoNum type="alphaLcPeriod"/>
            </a:pPr>
            <a:r>
              <a:rPr b="1" lang="en-US" sz="1800">
                <a:solidFill>
                  <a:srgbClr val="FF0000"/>
                </a:solidFill>
              </a:rPr>
              <a:t>was assured that:</a:t>
            </a:r>
            <a:r>
              <a:rPr lang="en-US" sz="1800"/>
              <a:t> đảm bảo rằng</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immediate attention:</a:t>
            </a:r>
            <a:r>
              <a:rPr lang="en-US" sz="1800"/>
              <a:t> sự quan tâm kịp thời</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assembled: </a:t>
            </a:r>
            <a:r>
              <a:rPr lang="en-US" sz="1800"/>
              <a:t>lắp ghép</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customer service department:</a:t>
            </a:r>
            <a:r>
              <a:rPr lang="en-US" sz="1800"/>
              <a:t> bộ phận chăm sóc khách hàng</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defective: </a:t>
            </a:r>
            <a:r>
              <a:rPr lang="en-US" sz="1800"/>
              <a:t>lỗi</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a full refund:</a:t>
            </a:r>
            <a:r>
              <a:rPr lang="en-US" sz="1800"/>
              <a:t> hoàn toàn bộ tiền</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plugged in: </a:t>
            </a:r>
            <a:r>
              <a:rPr lang="en-US" sz="1800"/>
              <a:t>cắm điện </a:t>
            </a:r>
            <a:endParaRPr sz="1800"/>
          </a:p>
          <a:p>
            <a:pPr indent="-342900" lvl="0" marL="457200" rtl="0" algn="l">
              <a:lnSpc>
                <a:spcPct val="150000"/>
              </a:lnSpc>
              <a:spcBef>
                <a:spcPts val="0"/>
              </a:spcBef>
              <a:spcAft>
                <a:spcPts val="0"/>
              </a:spcAft>
              <a:buSzPts val="1800"/>
              <a:buAutoNum type="alphaLcPeriod"/>
            </a:pPr>
            <a:r>
              <a:rPr b="1" lang="en-US" sz="1800">
                <a:solidFill>
                  <a:srgbClr val="FF0000"/>
                </a:solidFill>
              </a:rPr>
              <a:t>resolve: </a:t>
            </a:r>
            <a:r>
              <a:rPr lang="en-US" sz="1800"/>
              <a:t>giải quyết</a:t>
            </a:r>
            <a:endParaRPr sz="1800"/>
          </a:p>
          <a:p>
            <a:pPr indent="0" lvl="0" marL="0" rtl="0" algn="l">
              <a:lnSpc>
                <a:spcPct val="150000"/>
              </a:lnSpc>
              <a:spcBef>
                <a:spcPts val="1000"/>
              </a:spcBef>
              <a:spcAft>
                <a:spcPts val="0"/>
              </a:spcAft>
              <a:buNone/>
            </a:pPr>
            <a:r>
              <a:t/>
            </a:r>
            <a:endParaRPr sz="1800"/>
          </a:p>
        </p:txBody>
      </p:sp>
      <p:sp>
        <p:nvSpPr>
          <p:cNvPr id="959" name="Google Shape;959;p41"/>
          <p:cNvSpPr txBox="1"/>
          <p:nvPr/>
        </p:nvSpPr>
        <p:spPr>
          <a:xfrm>
            <a:off x="8485125" y="3444300"/>
            <a:ext cx="16260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plugged in</a:t>
            </a:r>
            <a:endParaRPr sz="2100">
              <a:solidFill>
                <a:schemeClr val="dk1"/>
              </a:solidFill>
              <a:latin typeface="Roboto"/>
              <a:ea typeface="Roboto"/>
              <a:cs typeface="Roboto"/>
              <a:sym typeface="Roboto"/>
            </a:endParaRPr>
          </a:p>
        </p:txBody>
      </p:sp>
      <p:sp>
        <p:nvSpPr>
          <p:cNvPr id="960" name="Google Shape;960;p41"/>
          <p:cNvSpPr txBox="1"/>
          <p:nvPr/>
        </p:nvSpPr>
        <p:spPr>
          <a:xfrm>
            <a:off x="5577575" y="2948575"/>
            <a:ext cx="9564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faulty</a:t>
            </a:r>
            <a:endParaRPr sz="2100">
              <a:solidFill>
                <a:schemeClr val="dk1"/>
              </a:solidFill>
              <a:latin typeface="Roboto"/>
              <a:ea typeface="Roboto"/>
              <a:cs typeface="Roboto"/>
              <a:sym typeface="Roboto"/>
            </a:endParaRPr>
          </a:p>
        </p:txBody>
      </p:sp>
      <p:sp>
        <p:nvSpPr>
          <p:cNvPr id="961" name="Google Shape;961;p41"/>
          <p:cNvSpPr txBox="1"/>
          <p:nvPr/>
        </p:nvSpPr>
        <p:spPr>
          <a:xfrm>
            <a:off x="1914500" y="3951475"/>
            <a:ext cx="16260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assembled</a:t>
            </a:r>
            <a:endParaRPr sz="2100">
              <a:solidFill>
                <a:schemeClr val="dk1"/>
              </a:solidFill>
              <a:latin typeface="Roboto"/>
              <a:ea typeface="Roboto"/>
              <a:cs typeface="Roboto"/>
              <a:sym typeface="Roboto"/>
            </a:endParaRPr>
          </a:p>
        </p:txBody>
      </p:sp>
      <p:sp>
        <p:nvSpPr>
          <p:cNvPr id="962" name="Google Shape;962;p41"/>
          <p:cNvSpPr txBox="1"/>
          <p:nvPr/>
        </p:nvSpPr>
        <p:spPr>
          <a:xfrm>
            <a:off x="6745375" y="3951475"/>
            <a:ext cx="16260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unusable</a:t>
            </a:r>
            <a:endParaRPr sz="2100">
              <a:solidFill>
                <a:schemeClr val="dk1"/>
              </a:solidFill>
              <a:latin typeface="Roboto"/>
              <a:ea typeface="Roboto"/>
              <a:cs typeface="Roboto"/>
              <a:sym typeface="Roboto"/>
            </a:endParaRPr>
          </a:p>
        </p:txBody>
      </p:sp>
      <p:sp>
        <p:nvSpPr>
          <p:cNvPr id="963" name="Google Shape;963;p41"/>
          <p:cNvSpPr txBox="1"/>
          <p:nvPr/>
        </p:nvSpPr>
        <p:spPr>
          <a:xfrm>
            <a:off x="4057900" y="4406700"/>
            <a:ext cx="35643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customer service department</a:t>
            </a:r>
            <a:endParaRPr sz="2100">
              <a:solidFill>
                <a:schemeClr val="dk1"/>
              </a:solidFill>
              <a:latin typeface="Roboto"/>
              <a:ea typeface="Roboto"/>
              <a:cs typeface="Roboto"/>
              <a:sym typeface="Roboto"/>
            </a:endParaRPr>
          </a:p>
        </p:txBody>
      </p:sp>
      <p:sp>
        <p:nvSpPr>
          <p:cNvPr id="964" name="Google Shape;964;p41"/>
          <p:cNvSpPr txBox="1"/>
          <p:nvPr/>
        </p:nvSpPr>
        <p:spPr>
          <a:xfrm>
            <a:off x="1991188" y="4861925"/>
            <a:ext cx="20667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was assured that</a:t>
            </a:r>
            <a:endParaRPr sz="2100">
              <a:solidFill>
                <a:schemeClr val="dk1"/>
              </a:solidFill>
              <a:latin typeface="Roboto"/>
              <a:ea typeface="Roboto"/>
              <a:cs typeface="Roboto"/>
              <a:sym typeface="Roboto"/>
            </a:endParaRPr>
          </a:p>
        </p:txBody>
      </p:sp>
      <p:sp>
        <p:nvSpPr>
          <p:cNvPr id="965" name="Google Shape;965;p41"/>
          <p:cNvSpPr txBox="1"/>
          <p:nvPr/>
        </p:nvSpPr>
        <p:spPr>
          <a:xfrm>
            <a:off x="9021275" y="4815338"/>
            <a:ext cx="11382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resolve</a:t>
            </a:r>
            <a:endParaRPr sz="2100">
              <a:solidFill>
                <a:schemeClr val="dk1"/>
              </a:solidFill>
              <a:latin typeface="Roboto"/>
              <a:ea typeface="Roboto"/>
              <a:cs typeface="Roboto"/>
              <a:sym typeface="Roboto"/>
            </a:endParaRPr>
          </a:p>
        </p:txBody>
      </p:sp>
      <p:sp>
        <p:nvSpPr>
          <p:cNvPr id="966" name="Google Shape;966;p41"/>
          <p:cNvSpPr txBox="1"/>
          <p:nvPr/>
        </p:nvSpPr>
        <p:spPr>
          <a:xfrm>
            <a:off x="6051188" y="5241925"/>
            <a:ext cx="12816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response</a:t>
            </a:r>
            <a:endParaRPr sz="2100">
              <a:solidFill>
                <a:schemeClr val="dk1"/>
              </a:solidFill>
              <a:latin typeface="Roboto"/>
              <a:ea typeface="Roboto"/>
              <a:cs typeface="Roboto"/>
              <a:sym typeface="Roboto"/>
            </a:endParaRPr>
          </a:p>
        </p:txBody>
      </p:sp>
      <p:sp>
        <p:nvSpPr>
          <p:cNvPr id="967" name="Google Shape;967;p41"/>
          <p:cNvSpPr txBox="1"/>
          <p:nvPr/>
        </p:nvSpPr>
        <p:spPr>
          <a:xfrm>
            <a:off x="4492600" y="5772375"/>
            <a:ext cx="16260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replacement</a:t>
            </a:r>
            <a:endParaRPr sz="2100">
              <a:solidFill>
                <a:schemeClr val="dk1"/>
              </a:solidFill>
              <a:latin typeface="Roboto"/>
              <a:ea typeface="Roboto"/>
              <a:cs typeface="Roboto"/>
              <a:sym typeface="Roboto"/>
            </a:endParaRPr>
          </a:p>
        </p:txBody>
      </p:sp>
      <p:sp>
        <p:nvSpPr>
          <p:cNvPr id="968" name="Google Shape;968;p41"/>
          <p:cNvSpPr txBox="1"/>
          <p:nvPr/>
        </p:nvSpPr>
        <p:spPr>
          <a:xfrm>
            <a:off x="7069975" y="5772375"/>
            <a:ext cx="12816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defective</a:t>
            </a:r>
            <a:endParaRPr sz="2100">
              <a:solidFill>
                <a:schemeClr val="dk1"/>
              </a:solidFill>
              <a:latin typeface="Roboto"/>
              <a:ea typeface="Roboto"/>
              <a:cs typeface="Roboto"/>
              <a:sym typeface="Roboto"/>
            </a:endParaRPr>
          </a:p>
        </p:txBody>
      </p:sp>
      <p:sp>
        <p:nvSpPr>
          <p:cNvPr id="969" name="Google Shape;969;p41"/>
          <p:cNvSpPr txBox="1"/>
          <p:nvPr/>
        </p:nvSpPr>
        <p:spPr>
          <a:xfrm>
            <a:off x="9885700" y="5772375"/>
            <a:ext cx="20667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a full refund</a:t>
            </a:r>
            <a:endParaRPr sz="2100">
              <a:solidFill>
                <a:schemeClr val="dk1"/>
              </a:solidFill>
              <a:latin typeface="Roboto"/>
              <a:ea typeface="Roboto"/>
              <a:cs typeface="Roboto"/>
              <a:sym typeface="Roboto"/>
            </a:endParaRPr>
          </a:p>
        </p:txBody>
      </p:sp>
      <p:sp>
        <p:nvSpPr>
          <p:cNvPr id="970" name="Google Shape;970;p41"/>
          <p:cNvSpPr txBox="1"/>
          <p:nvPr/>
        </p:nvSpPr>
        <p:spPr>
          <a:xfrm>
            <a:off x="9021275" y="6186375"/>
            <a:ext cx="12816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promptly</a:t>
            </a:r>
            <a:endParaRPr sz="2100">
              <a:solidFill>
                <a:schemeClr val="dk1"/>
              </a:solidFill>
              <a:latin typeface="Roboto"/>
              <a:ea typeface="Roboto"/>
              <a:cs typeface="Roboto"/>
              <a:sym typeface="Roboto"/>
            </a:endParaRPr>
          </a:p>
        </p:txBody>
      </p:sp>
      <p:sp>
        <p:nvSpPr>
          <p:cNvPr id="971" name="Google Shape;971;p41"/>
          <p:cNvSpPr txBox="1"/>
          <p:nvPr/>
        </p:nvSpPr>
        <p:spPr>
          <a:xfrm>
            <a:off x="2112075" y="6600375"/>
            <a:ext cx="2544300" cy="414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800">
                <a:solidFill>
                  <a:srgbClr val="EB1C24"/>
                </a:solidFill>
              </a:rPr>
              <a:t>immediate attention</a:t>
            </a:r>
            <a:endParaRPr sz="2100">
              <a:solidFill>
                <a:schemeClr val="dk1"/>
              </a:solidFill>
              <a:latin typeface="Roboto"/>
              <a:ea typeface="Roboto"/>
              <a:cs typeface="Roboto"/>
              <a:sym typeface="Roboto"/>
            </a:endParaRPr>
          </a:p>
        </p:txBody>
      </p:sp>
    </p:spTree>
  </p:cSld>
  <p:clrMapOvr>
    <a:masterClrMapping/>
  </p:clrMapOvr>
  <p:transition spd="med">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42"/>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fair Display"/>
              <a:buNone/>
            </a:pPr>
            <a:r>
              <a:rPr b="1" lang="en-US">
                <a:latin typeface="Arial"/>
                <a:ea typeface="Arial"/>
                <a:cs typeface="Arial"/>
                <a:sym typeface="Arial"/>
              </a:rPr>
              <a:t>02. THỰC HÀNH</a:t>
            </a:r>
            <a:endParaRPr b="1">
              <a:latin typeface="Arial"/>
              <a:ea typeface="Arial"/>
              <a:cs typeface="Arial"/>
              <a:sym typeface="Arial"/>
            </a:endParaRPr>
          </a:p>
        </p:txBody>
      </p:sp>
      <p:sp>
        <p:nvSpPr>
          <p:cNvPr id="977" name="Google Shape;977;p42"/>
          <p:cNvSpPr txBox="1"/>
          <p:nvPr/>
        </p:nvSpPr>
        <p:spPr>
          <a:xfrm>
            <a:off x="1043000" y="2296238"/>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978" name="Google Shape;978;p42"/>
          <p:cNvGraphicFramePr/>
          <p:nvPr/>
        </p:nvGraphicFramePr>
        <p:xfrm>
          <a:off x="1127350" y="3209550"/>
          <a:ext cx="3000000" cy="3000000"/>
        </p:xfrm>
        <a:graphic>
          <a:graphicData uri="http://schemas.openxmlformats.org/drawingml/2006/table">
            <a:tbl>
              <a:tblPr>
                <a:noFill/>
                <a:tableStyleId>{60638938-71CB-40BF-9EBE-1958C9D59905}</a:tableStyleId>
              </a:tblPr>
              <a:tblGrid>
                <a:gridCol w="14741375"/>
              </a:tblGrid>
              <a:tr h="3041550">
                <a:tc>
                  <a:txBody>
                    <a:bodyPr/>
                    <a:lstStyle/>
                    <a:p>
                      <a:pPr indent="0" lvl="0" marL="0" rtl="0" algn="just">
                        <a:lnSpc>
                          <a:spcPct val="150000"/>
                        </a:lnSpc>
                        <a:spcBef>
                          <a:spcPts val="0"/>
                        </a:spcBef>
                        <a:spcAft>
                          <a:spcPts val="0"/>
                        </a:spcAft>
                        <a:buNone/>
                      </a:pPr>
                      <a:r>
                        <a:rPr lang="en-US" sz="2200"/>
                        <a:t>Recently, you noticed that a local restaurant is offering a part-time job. Write a letter to the restaurant's manager requesting information about the position. In your letter, be sure to:</a:t>
                      </a:r>
                      <a:endParaRPr sz="2200"/>
                    </a:p>
                    <a:p>
                      <a:pPr indent="-368300" lvl="0" marL="457200" rtl="0" algn="just">
                        <a:lnSpc>
                          <a:spcPct val="150000"/>
                        </a:lnSpc>
                        <a:spcBef>
                          <a:spcPts val="1000"/>
                        </a:spcBef>
                        <a:spcAft>
                          <a:spcPts val="0"/>
                        </a:spcAft>
                        <a:buSzPts val="2200"/>
                        <a:buChar char="●"/>
                      </a:pPr>
                      <a:r>
                        <a:rPr lang="en-US" sz="2200"/>
                        <a:t>Ask for more details about the job opportunity</a:t>
                      </a:r>
                      <a:endParaRPr sz="2200"/>
                    </a:p>
                    <a:p>
                      <a:pPr indent="-368300" lvl="0" marL="457200" rtl="0" algn="just">
                        <a:lnSpc>
                          <a:spcPct val="150000"/>
                        </a:lnSpc>
                        <a:spcBef>
                          <a:spcPts val="0"/>
                        </a:spcBef>
                        <a:spcAft>
                          <a:spcPts val="0"/>
                        </a:spcAft>
                        <a:buSzPts val="2200"/>
                        <a:buChar char="●"/>
                      </a:pPr>
                      <a:r>
                        <a:rPr lang="en-US" sz="2200"/>
                        <a:t>Provide some information about your relevant experience</a:t>
                      </a:r>
                      <a:endParaRPr sz="2200"/>
                    </a:p>
                    <a:p>
                      <a:pPr indent="-368300" lvl="0" marL="457200" rtl="0" algn="just">
                        <a:lnSpc>
                          <a:spcPct val="150000"/>
                        </a:lnSpc>
                        <a:spcBef>
                          <a:spcPts val="0"/>
                        </a:spcBef>
                        <a:spcAft>
                          <a:spcPts val="0"/>
                        </a:spcAft>
                        <a:buSzPts val="2200"/>
                        <a:buChar char="●"/>
                      </a:pPr>
                      <a:r>
                        <a:rPr lang="en-US" sz="2200"/>
                        <a:t>Specify the days and times you are available to work</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79" name="Google Shape;979;p42"/>
          <p:cNvSpPr txBox="1"/>
          <p:nvPr/>
        </p:nvSpPr>
        <p:spPr>
          <a:xfrm>
            <a:off x="1127350" y="1713625"/>
            <a:ext cx="3667800" cy="78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018345"/>
                </a:solidFill>
                <a:latin typeface="Montserrat"/>
                <a:ea typeface="Montserrat"/>
                <a:cs typeface="Montserrat"/>
                <a:sym typeface="Montserrat"/>
              </a:rPr>
              <a:t>Bài</a:t>
            </a:r>
            <a:r>
              <a:rPr b="1" lang="en-US" sz="3900">
                <a:solidFill>
                  <a:srgbClr val="018345"/>
                </a:solidFill>
                <a:latin typeface="Montserrat"/>
                <a:ea typeface="Montserrat"/>
                <a:cs typeface="Montserrat"/>
                <a:sym typeface="Montserrat"/>
              </a:rPr>
              <a:t> 2</a:t>
            </a:r>
            <a:endParaRPr b="1" sz="1300">
              <a:solidFill>
                <a:srgbClr val="018345"/>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4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Playfair Display"/>
              <a:buNone/>
            </a:pPr>
            <a:r>
              <a:rPr b="1" lang="en-US">
                <a:latin typeface="Arial"/>
                <a:ea typeface="Arial"/>
                <a:cs typeface="Arial"/>
                <a:sym typeface="Arial"/>
              </a:rPr>
              <a:t>02. THỰC HÀNH</a:t>
            </a:r>
            <a:endParaRPr b="1">
              <a:latin typeface="Arial"/>
              <a:ea typeface="Arial"/>
              <a:cs typeface="Arial"/>
              <a:sym typeface="Arial"/>
            </a:endParaRPr>
          </a:p>
        </p:txBody>
      </p:sp>
      <p:sp>
        <p:nvSpPr>
          <p:cNvPr id="985" name="Google Shape;985;p43"/>
          <p:cNvSpPr txBox="1"/>
          <p:nvPr/>
        </p:nvSpPr>
        <p:spPr>
          <a:xfrm>
            <a:off x="1043000" y="2296238"/>
            <a:ext cx="17272800" cy="523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500"/>
              <a:t>You should spend about 20 minutes on this task.</a:t>
            </a:r>
            <a:endParaRPr sz="2500"/>
          </a:p>
          <a:p>
            <a:pPr indent="0" lvl="0" marL="0" rtl="0" algn="l">
              <a:lnSpc>
                <a:spcPct val="115000"/>
              </a:lnSpc>
              <a:spcBef>
                <a:spcPts val="1000"/>
              </a:spcBef>
              <a:spcAft>
                <a:spcPts val="0"/>
              </a:spcAft>
              <a:buNone/>
            </a:pPr>
            <a:r>
              <a:t/>
            </a:r>
            <a:endParaRPr sz="2500"/>
          </a:p>
          <a:p>
            <a:pPr indent="0" lvl="0" marL="0" rtl="0" algn="just">
              <a:lnSpc>
                <a:spcPct val="115000"/>
              </a:lnSpc>
              <a:spcBef>
                <a:spcPts val="100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just">
              <a:lnSpc>
                <a:spcPct val="115000"/>
              </a:lnSpc>
              <a:spcBef>
                <a:spcPts val="0"/>
              </a:spcBef>
              <a:spcAft>
                <a:spcPts val="0"/>
              </a:spcAft>
              <a:buNone/>
            </a:pPr>
            <a:r>
              <a:t/>
            </a:r>
            <a:endParaRPr b="1" sz="2500"/>
          </a:p>
          <a:p>
            <a:pPr indent="0" lvl="0" marL="0" rtl="0" algn="l">
              <a:lnSpc>
                <a:spcPct val="115000"/>
              </a:lnSpc>
              <a:spcBef>
                <a:spcPts val="0"/>
              </a:spcBef>
              <a:spcAft>
                <a:spcPts val="0"/>
              </a:spcAft>
              <a:buNone/>
            </a:pPr>
            <a:r>
              <a:t/>
            </a:r>
            <a:endParaRPr sz="2500"/>
          </a:p>
          <a:p>
            <a:pPr indent="0" lvl="0" marL="0" rtl="0" algn="l">
              <a:spcBef>
                <a:spcPts val="0"/>
              </a:spcBef>
              <a:spcAft>
                <a:spcPts val="0"/>
              </a:spcAft>
              <a:buNone/>
            </a:pPr>
            <a:r>
              <a:rPr lang="en-US" sz="2500"/>
              <a:t>You should write </a:t>
            </a:r>
            <a:r>
              <a:rPr lang="en-US" sz="2500" u="sng">
                <a:highlight>
                  <a:srgbClr val="F7B94C"/>
                </a:highlight>
              </a:rPr>
              <a:t>at least</a:t>
            </a:r>
            <a:r>
              <a:rPr lang="en-US" sz="2500"/>
              <a:t> </a:t>
            </a:r>
            <a:r>
              <a:rPr b="1" lang="en-US" sz="2500"/>
              <a:t>120 words</a:t>
            </a:r>
            <a:r>
              <a:rPr lang="en-US" sz="2500"/>
              <a:t>. Your response will be evaluated in terms of </a:t>
            </a:r>
            <a:r>
              <a:rPr lang="en-US" sz="2500" u="sng"/>
              <a:t>Task fulfilment</a:t>
            </a:r>
            <a:r>
              <a:rPr lang="en-US" sz="2500"/>
              <a:t>, </a:t>
            </a:r>
            <a:r>
              <a:rPr lang="en-US" sz="2500" u="sng"/>
              <a:t>Organization</a:t>
            </a:r>
            <a:r>
              <a:rPr lang="en-US" sz="2500"/>
              <a:t>, </a:t>
            </a:r>
            <a:r>
              <a:rPr lang="en-US" sz="2500" u="sng"/>
              <a:t>Vocabulary </a:t>
            </a:r>
            <a:r>
              <a:rPr lang="en-US" sz="2500"/>
              <a:t>and </a:t>
            </a:r>
            <a:r>
              <a:rPr lang="en-US" sz="2500" u="sng"/>
              <a:t>Grammar</a:t>
            </a:r>
            <a:endParaRPr sz="2500"/>
          </a:p>
        </p:txBody>
      </p:sp>
      <p:graphicFrame>
        <p:nvGraphicFramePr>
          <p:cNvPr id="986" name="Google Shape;986;p43"/>
          <p:cNvGraphicFramePr/>
          <p:nvPr/>
        </p:nvGraphicFramePr>
        <p:xfrm>
          <a:off x="1127350" y="3209550"/>
          <a:ext cx="3000000" cy="3000000"/>
        </p:xfrm>
        <a:graphic>
          <a:graphicData uri="http://schemas.openxmlformats.org/drawingml/2006/table">
            <a:tbl>
              <a:tblPr>
                <a:noFill/>
                <a:tableStyleId>{60638938-71CB-40BF-9EBE-1958C9D59905}</a:tableStyleId>
              </a:tblPr>
              <a:tblGrid>
                <a:gridCol w="14741375"/>
              </a:tblGrid>
              <a:tr h="3041550">
                <a:tc>
                  <a:txBody>
                    <a:bodyPr/>
                    <a:lstStyle/>
                    <a:p>
                      <a:pPr indent="0" lvl="0" marL="0" rtl="0" algn="just">
                        <a:lnSpc>
                          <a:spcPct val="150000"/>
                        </a:lnSpc>
                        <a:spcBef>
                          <a:spcPts val="0"/>
                        </a:spcBef>
                        <a:spcAft>
                          <a:spcPts val="0"/>
                        </a:spcAft>
                        <a:buNone/>
                      </a:pPr>
                      <a:r>
                        <a:rPr lang="en-US" sz="2200"/>
                        <a:t>Recently you had a party at your house. There was a lot of noise late at night and you disturbed your next-door neighbour. Write a letter to your neighbour. In your letter, include: </a:t>
                      </a:r>
                      <a:endParaRPr sz="2200"/>
                    </a:p>
                    <a:p>
                      <a:pPr indent="-368300" lvl="0" marL="457200" rtl="0" algn="just">
                        <a:lnSpc>
                          <a:spcPct val="150000"/>
                        </a:lnSpc>
                        <a:spcBef>
                          <a:spcPts val="0"/>
                        </a:spcBef>
                        <a:spcAft>
                          <a:spcPts val="0"/>
                        </a:spcAft>
                        <a:buSzPts val="2200"/>
                        <a:buChar char="●"/>
                      </a:pPr>
                      <a:r>
                        <a:rPr lang="en-US" sz="2200"/>
                        <a:t>Describe the causes of the noise. </a:t>
                      </a:r>
                      <a:endParaRPr sz="2200"/>
                    </a:p>
                    <a:p>
                      <a:pPr indent="-368300" lvl="0" marL="457200" rtl="0" algn="just">
                        <a:lnSpc>
                          <a:spcPct val="150000"/>
                        </a:lnSpc>
                        <a:spcBef>
                          <a:spcPts val="0"/>
                        </a:spcBef>
                        <a:spcAft>
                          <a:spcPts val="0"/>
                        </a:spcAft>
                        <a:buSzPts val="2200"/>
                        <a:buChar char="●"/>
                      </a:pPr>
                      <a:r>
                        <a:rPr lang="en-US" sz="2200"/>
                        <a:t>Apologise. </a:t>
                      </a:r>
                      <a:endParaRPr sz="2200"/>
                    </a:p>
                    <a:p>
                      <a:pPr indent="-368300" lvl="0" marL="457200" rtl="0" algn="just">
                        <a:lnSpc>
                          <a:spcPct val="150000"/>
                        </a:lnSpc>
                        <a:spcBef>
                          <a:spcPts val="0"/>
                        </a:spcBef>
                        <a:spcAft>
                          <a:spcPts val="0"/>
                        </a:spcAft>
                        <a:buSzPts val="2200"/>
                        <a:buChar char="●"/>
                      </a:pPr>
                      <a:r>
                        <a:rPr lang="en-US" sz="2200"/>
                        <a:t>Explain the measures you will take to make sure it does not happen again.</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87" name="Google Shape;987;p43"/>
          <p:cNvSpPr txBox="1"/>
          <p:nvPr/>
        </p:nvSpPr>
        <p:spPr>
          <a:xfrm>
            <a:off x="1127350" y="1713625"/>
            <a:ext cx="3667800" cy="785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3900">
                <a:solidFill>
                  <a:srgbClr val="018345"/>
                </a:solidFill>
                <a:latin typeface="Montserrat"/>
                <a:ea typeface="Montserrat"/>
                <a:cs typeface="Montserrat"/>
                <a:sym typeface="Montserrat"/>
              </a:rPr>
              <a:t>Bài 3</a:t>
            </a:r>
            <a:endParaRPr b="1" sz="1300">
              <a:solidFill>
                <a:srgbClr val="018345"/>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44"/>
          <p:cNvSpPr/>
          <p:nvPr/>
        </p:nvSpPr>
        <p:spPr>
          <a:xfrm>
            <a:off x="3779050" y="2679694"/>
            <a:ext cx="10729800" cy="4050600"/>
          </a:xfrm>
          <a:prstGeom prst="roundRect">
            <a:avLst>
              <a:gd fmla="val 10955" name="adj"/>
            </a:avLst>
          </a:prstGeom>
          <a:solidFill>
            <a:schemeClr val="accent2"/>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8800" u="none" cap="none" strike="noStrike">
                <a:solidFill>
                  <a:schemeClr val="dk1"/>
                </a:solidFill>
                <a:latin typeface="Playfair Display"/>
                <a:ea typeface="Playfair Display"/>
                <a:cs typeface="Playfair Display"/>
                <a:sym typeface="Playfair Display"/>
              </a:rPr>
              <a:t>Cảm ơn các bạn</a:t>
            </a:r>
            <a:br>
              <a:rPr b="1" i="0" lang="en-US" sz="8800" u="none" cap="none" strike="noStrike">
                <a:solidFill>
                  <a:schemeClr val="dk1"/>
                </a:solidFill>
                <a:latin typeface="Playfair Display"/>
                <a:ea typeface="Playfair Display"/>
                <a:cs typeface="Playfair Display"/>
                <a:sym typeface="Playfair Display"/>
              </a:rPr>
            </a:br>
            <a:r>
              <a:rPr b="1" i="0" lang="en-US" sz="8800" u="none" cap="none" strike="noStrike">
                <a:solidFill>
                  <a:schemeClr val="dk1"/>
                </a:solidFill>
                <a:latin typeface="Playfair Display"/>
                <a:ea typeface="Playfair Display"/>
                <a:cs typeface="Playfair Display"/>
                <a:sym typeface="Playfair Display"/>
              </a:rPr>
              <a:t>đã chú ý theo dõi</a:t>
            </a:r>
            <a:endParaRPr b="0" i="0" sz="8800" u="none" cap="none" strike="noStrike">
              <a:solidFill>
                <a:srgbClr val="000000"/>
              </a:solidFill>
              <a:latin typeface="Arial"/>
              <a:ea typeface="Arial"/>
              <a:cs typeface="Arial"/>
              <a:sym typeface="Arial"/>
            </a:endParaRPr>
          </a:p>
        </p:txBody>
      </p:sp>
      <p:sp>
        <p:nvSpPr>
          <p:cNvPr id="993" name="Google Shape;993;p44"/>
          <p:cNvSpPr/>
          <p:nvPr/>
        </p:nvSpPr>
        <p:spPr>
          <a:xfrm>
            <a:off x="1145500" y="4947144"/>
            <a:ext cx="1251000" cy="1251000"/>
          </a:xfrm>
          <a:prstGeom prst="star4">
            <a:avLst>
              <a:gd fmla="val 8977" name="adj"/>
            </a:avLst>
          </a:prstGeom>
          <a:solidFill>
            <a:srgbClr val="EB1C24"/>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994" name="Google Shape;994;p44"/>
          <p:cNvSpPr/>
          <p:nvPr/>
        </p:nvSpPr>
        <p:spPr>
          <a:xfrm>
            <a:off x="13651638" y="630657"/>
            <a:ext cx="1251000" cy="1251000"/>
          </a:xfrm>
          <a:prstGeom prst="star4">
            <a:avLst>
              <a:gd fmla="val 8977"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grpSp>
        <p:nvGrpSpPr>
          <p:cNvPr id="995" name="Google Shape;995;p44"/>
          <p:cNvGrpSpPr/>
          <p:nvPr/>
        </p:nvGrpSpPr>
        <p:grpSpPr>
          <a:xfrm>
            <a:off x="4071722" y="6554536"/>
            <a:ext cx="10723086" cy="1947334"/>
            <a:chOff x="4936626" y="6458344"/>
            <a:chExt cx="8993614" cy="1633258"/>
          </a:xfrm>
        </p:grpSpPr>
        <p:sp>
          <p:nvSpPr>
            <p:cNvPr id="996" name="Google Shape;996;p44"/>
            <p:cNvSpPr/>
            <p:nvPr/>
          </p:nvSpPr>
          <p:spPr>
            <a:xfrm>
              <a:off x="4936626" y="6458344"/>
              <a:ext cx="8415000" cy="1065600"/>
            </a:xfrm>
            <a:prstGeom prst="roundRect">
              <a:avLst>
                <a:gd fmla="val 28819" name="adj"/>
              </a:avLst>
            </a:prstGeom>
            <a:solidFill>
              <a:srgbClr val="EB1C24"/>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3600" u="none" cap="none" strike="noStrike">
                  <a:solidFill>
                    <a:schemeClr val="accent2"/>
                  </a:solidFill>
                  <a:latin typeface="Roboto"/>
                  <a:ea typeface="Roboto"/>
                  <a:cs typeface="Roboto"/>
                  <a:sym typeface="Roboto"/>
                </a:rPr>
                <a:t>Hẹn gặp lại các bạn ở những bài học tiếp theo</a:t>
              </a:r>
              <a:endParaRPr/>
            </a:p>
          </p:txBody>
        </p:sp>
        <p:grpSp>
          <p:nvGrpSpPr>
            <p:cNvPr id="997" name="Google Shape;997;p44"/>
            <p:cNvGrpSpPr/>
            <p:nvPr/>
          </p:nvGrpSpPr>
          <p:grpSpPr>
            <a:xfrm>
              <a:off x="13106520" y="7236776"/>
              <a:ext cx="823720" cy="854826"/>
              <a:chOff x="4954288" y="3041460"/>
              <a:chExt cx="490368" cy="508886"/>
            </a:xfrm>
          </p:grpSpPr>
          <p:sp>
            <p:nvSpPr>
              <p:cNvPr id="998" name="Google Shape;998;p44"/>
              <p:cNvSpPr/>
              <p:nvPr/>
            </p:nvSpPr>
            <p:spPr>
              <a:xfrm>
                <a:off x="4954288" y="3041460"/>
                <a:ext cx="490368" cy="508886"/>
              </a:xfrm>
              <a:custGeom>
                <a:rect b="b" l="l" r="r" t="t"/>
                <a:pathLst>
                  <a:path extrusionOk="0" h="100471" w="96815">
                    <a:moveTo>
                      <a:pt x="13561" y="0"/>
                    </a:moveTo>
                    <a:lnTo>
                      <a:pt x="12618" y="118"/>
                    </a:lnTo>
                    <a:lnTo>
                      <a:pt x="11674" y="236"/>
                    </a:lnTo>
                    <a:lnTo>
                      <a:pt x="10731" y="590"/>
                    </a:lnTo>
                    <a:lnTo>
                      <a:pt x="9906" y="944"/>
                    </a:lnTo>
                    <a:lnTo>
                      <a:pt x="9080" y="1415"/>
                    </a:lnTo>
                    <a:lnTo>
                      <a:pt x="8255" y="1887"/>
                    </a:lnTo>
                    <a:lnTo>
                      <a:pt x="7547" y="2477"/>
                    </a:lnTo>
                    <a:lnTo>
                      <a:pt x="6840" y="3184"/>
                    </a:lnTo>
                    <a:lnTo>
                      <a:pt x="6250" y="3892"/>
                    </a:lnTo>
                    <a:lnTo>
                      <a:pt x="5778" y="4717"/>
                    </a:lnTo>
                    <a:lnTo>
                      <a:pt x="5307" y="5425"/>
                    </a:lnTo>
                    <a:lnTo>
                      <a:pt x="4953" y="6368"/>
                    </a:lnTo>
                    <a:lnTo>
                      <a:pt x="4717" y="7194"/>
                    </a:lnTo>
                    <a:lnTo>
                      <a:pt x="4599" y="8137"/>
                    </a:lnTo>
                    <a:lnTo>
                      <a:pt x="4481" y="8962"/>
                    </a:lnTo>
                    <a:lnTo>
                      <a:pt x="4481" y="9906"/>
                    </a:lnTo>
                    <a:lnTo>
                      <a:pt x="4481" y="10849"/>
                    </a:lnTo>
                    <a:lnTo>
                      <a:pt x="4717" y="11793"/>
                    </a:lnTo>
                    <a:lnTo>
                      <a:pt x="4953" y="12736"/>
                    </a:lnTo>
                    <a:lnTo>
                      <a:pt x="5307" y="13561"/>
                    </a:lnTo>
                    <a:lnTo>
                      <a:pt x="26886" y="59198"/>
                    </a:lnTo>
                    <a:lnTo>
                      <a:pt x="10495" y="57429"/>
                    </a:lnTo>
                    <a:lnTo>
                      <a:pt x="10377" y="57429"/>
                    </a:lnTo>
                    <a:lnTo>
                      <a:pt x="9198" y="57311"/>
                    </a:lnTo>
                    <a:lnTo>
                      <a:pt x="7901" y="57429"/>
                    </a:lnTo>
                    <a:lnTo>
                      <a:pt x="6604" y="57783"/>
                    </a:lnTo>
                    <a:lnTo>
                      <a:pt x="5424" y="58254"/>
                    </a:lnTo>
                    <a:lnTo>
                      <a:pt x="4599" y="58726"/>
                    </a:lnTo>
                    <a:lnTo>
                      <a:pt x="3774" y="59198"/>
                    </a:lnTo>
                    <a:lnTo>
                      <a:pt x="3066" y="59905"/>
                    </a:lnTo>
                    <a:lnTo>
                      <a:pt x="2358" y="60495"/>
                    </a:lnTo>
                    <a:lnTo>
                      <a:pt x="1887" y="61202"/>
                    </a:lnTo>
                    <a:lnTo>
                      <a:pt x="1297" y="62028"/>
                    </a:lnTo>
                    <a:lnTo>
                      <a:pt x="943" y="62853"/>
                    </a:lnTo>
                    <a:lnTo>
                      <a:pt x="590" y="63679"/>
                    </a:lnTo>
                    <a:lnTo>
                      <a:pt x="236" y="64504"/>
                    </a:lnTo>
                    <a:lnTo>
                      <a:pt x="118" y="65448"/>
                    </a:lnTo>
                    <a:lnTo>
                      <a:pt x="0" y="66273"/>
                    </a:lnTo>
                    <a:lnTo>
                      <a:pt x="0" y="67217"/>
                    </a:lnTo>
                    <a:lnTo>
                      <a:pt x="118" y="68160"/>
                    </a:lnTo>
                    <a:lnTo>
                      <a:pt x="236" y="69103"/>
                    </a:lnTo>
                    <a:lnTo>
                      <a:pt x="472" y="70047"/>
                    </a:lnTo>
                    <a:lnTo>
                      <a:pt x="943" y="70872"/>
                    </a:lnTo>
                    <a:lnTo>
                      <a:pt x="1533" y="72169"/>
                    </a:lnTo>
                    <a:lnTo>
                      <a:pt x="2358" y="73231"/>
                    </a:lnTo>
                    <a:lnTo>
                      <a:pt x="3302" y="74174"/>
                    </a:lnTo>
                    <a:lnTo>
                      <a:pt x="4481" y="74882"/>
                    </a:lnTo>
                    <a:lnTo>
                      <a:pt x="39033" y="97051"/>
                    </a:lnTo>
                    <a:lnTo>
                      <a:pt x="40212" y="97759"/>
                    </a:lnTo>
                    <a:lnTo>
                      <a:pt x="41391" y="98348"/>
                    </a:lnTo>
                    <a:lnTo>
                      <a:pt x="42688" y="98938"/>
                    </a:lnTo>
                    <a:lnTo>
                      <a:pt x="43985" y="99410"/>
                    </a:lnTo>
                    <a:lnTo>
                      <a:pt x="45282" y="99763"/>
                    </a:lnTo>
                    <a:lnTo>
                      <a:pt x="46580" y="99999"/>
                    </a:lnTo>
                    <a:lnTo>
                      <a:pt x="47877" y="100235"/>
                    </a:lnTo>
                    <a:lnTo>
                      <a:pt x="49174" y="100353"/>
                    </a:lnTo>
                    <a:lnTo>
                      <a:pt x="50471" y="100471"/>
                    </a:lnTo>
                    <a:lnTo>
                      <a:pt x="51886" y="100353"/>
                    </a:lnTo>
                    <a:lnTo>
                      <a:pt x="53183" y="100235"/>
                    </a:lnTo>
                    <a:lnTo>
                      <a:pt x="54480" y="99999"/>
                    </a:lnTo>
                    <a:lnTo>
                      <a:pt x="55896" y="99763"/>
                    </a:lnTo>
                    <a:lnTo>
                      <a:pt x="57193" y="99410"/>
                    </a:lnTo>
                    <a:lnTo>
                      <a:pt x="58490" y="98938"/>
                    </a:lnTo>
                    <a:lnTo>
                      <a:pt x="59669" y="98348"/>
                    </a:lnTo>
                    <a:lnTo>
                      <a:pt x="84551" y="86556"/>
                    </a:lnTo>
                    <a:lnTo>
                      <a:pt x="86556" y="85495"/>
                    </a:lnTo>
                    <a:lnTo>
                      <a:pt x="88324" y="84315"/>
                    </a:lnTo>
                    <a:lnTo>
                      <a:pt x="89857" y="83018"/>
                    </a:lnTo>
                    <a:lnTo>
                      <a:pt x="91390" y="81485"/>
                    </a:lnTo>
                    <a:lnTo>
                      <a:pt x="92688" y="79834"/>
                    </a:lnTo>
                    <a:lnTo>
                      <a:pt x="93867" y="78183"/>
                    </a:lnTo>
                    <a:lnTo>
                      <a:pt x="94810" y="76297"/>
                    </a:lnTo>
                    <a:lnTo>
                      <a:pt x="95518" y="74410"/>
                    </a:lnTo>
                    <a:lnTo>
                      <a:pt x="96225" y="72523"/>
                    </a:lnTo>
                    <a:lnTo>
                      <a:pt x="96579" y="70518"/>
                    </a:lnTo>
                    <a:lnTo>
                      <a:pt x="96815" y="68396"/>
                    </a:lnTo>
                    <a:lnTo>
                      <a:pt x="96815" y="66391"/>
                    </a:lnTo>
                    <a:lnTo>
                      <a:pt x="96579" y="64269"/>
                    </a:lnTo>
                    <a:lnTo>
                      <a:pt x="96225" y="62146"/>
                    </a:lnTo>
                    <a:lnTo>
                      <a:pt x="95636" y="60141"/>
                    </a:lnTo>
                    <a:lnTo>
                      <a:pt x="94810" y="58136"/>
                    </a:lnTo>
                    <a:lnTo>
                      <a:pt x="77476" y="21580"/>
                    </a:lnTo>
                    <a:lnTo>
                      <a:pt x="77004" y="20637"/>
                    </a:lnTo>
                    <a:lnTo>
                      <a:pt x="76532" y="19929"/>
                    </a:lnTo>
                    <a:lnTo>
                      <a:pt x="75943" y="19222"/>
                    </a:lnTo>
                    <a:lnTo>
                      <a:pt x="75235" y="18514"/>
                    </a:lnTo>
                    <a:lnTo>
                      <a:pt x="74527" y="17925"/>
                    </a:lnTo>
                    <a:lnTo>
                      <a:pt x="73702" y="17453"/>
                    </a:lnTo>
                    <a:lnTo>
                      <a:pt x="72994" y="16981"/>
                    </a:lnTo>
                    <a:lnTo>
                      <a:pt x="72051" y="16627"/>
                    </a:lnTo>
                    <a:lnTo>
                      <a:pt x="71226" y="16392"/>
                    </a:lnTo>
                    <a:lnTo>
                      <a:pt x="70282" y="16274"/>
                    </a:lnTo>
                    <a:lnTo>
                      <a:pt x="69457" y="16156"/>
                    </a:lnTo>
                    <a:lnTo>
                      <a:pt x="67570" y="16156"/>
                    </a:lnTo>
                    <a:lnTo>
                      <a:pt x="66627" y="16392"/>
                    </a:lnTo>
                    <a:lnTo>
                      <a:pt x="65683" y="16627"/>
                    </a:lnTo>
                    <a:lnTo>
                      <a:pt x="64858" y="16981"/>
                    </a:lnTo>
                    <a:lnTo>
                      <a:pt x="63561" y="17689"/>
                    </a:lnTo>
                    <a:lnTo>
                      <a:pt x="62499" y="18632"/>
                    </a:lnTo>
                    <a:lnTo>
                      <a:pt x="61556" y="19576"/>
                    </a:lnTo>
                    <a:lnTo>
                      <a:pt x="60730" y="20755"/>
                    </a:lnTo>
                    <a:lnTo>
                      <a:pt x="59669" y="19811"/>
                    </a:lnTo>
                    <a:lnTo>
                      <a:pt x="58372" y="18986"/>
                    </a:lnTo>
                    <a:lnTo>
                      <a:pt x="57075" y="18396"/>
                    </a:lnTo>
                    <a:lnTo>
                      <a:pt x="55660" y="18043"/>
                    </a:lnTo>
                    <a:lnTo>
                      <a:pt x="54245" y="17925"/>
                    </a:lnTo>
                    <a:lnTo>
                      <a:pt x="52830" y="17925"/>
                    </a:lnTo>
                    <a:lnTo>
                      <a:pt x="51297" y="18278"/>
                    </a:lnTo>
                    <a:lnTo>
                      <a:pt x="49881" y="18868"/>
                    </a:lnTo>
                    <a:lnTo>
                      <a:pt x="48702" y="19576"/>
                    </a:lnTo>
                    <a:lnTo>
                      <a:pt x="47523" y="20401"/>
                    </a:lnTo>
                    <a:lnTo>
                      <a:pt x="46580" y="21462"/>
                    </a:lnTo>
                    <a:lnTo>
                      <a:pt x="45754" y="22524"/>
                    </a:lnTo>
                    <a:lnTo>
                      <a:pt x="44693" y="21580"/>
                    </a:lnTo>
                    <a:lnTo>
                      <a:pt x="43514" y="20873"/>
                    </a:lnTo>
                    <a:lnTo>
                      <a:pt x="42099" y="20283"/>
                    </a:lnTo>
                    <a:lnTo>
                      <a:pt x="40801" y="19811"/>
                    </a:lnTo>
                    <a:lnTo>
                      <a:pt x="39268" y="19693"/>
                    </a:lnTo>
                    <a:lnTo>
                      <a:pt x="37853" y="19811"/>
                    </a:lnTo>
                    <a:lnTo>
                      <a:pt x="36438" y="20047"/>
                    </a:lnTo>
                    <a:lnTo>
                      <a:pt x="35023" y="20637"/>
                    </a:lnTo>
                    <a:lnTo>
                      <a:pt x="33844" y="21226"/>
                    </a:lnTo>
                    <a:lnTo>
                      <a:pt x="32901" y="21934"/>
                    </a:lnTo>
                    <a:lnTo>
                      <a:pt x="31957" y="22877"/>
                    </a:lnTo>
                    <a:lnTo>
                      <a:pt x="31250" y="23821"/>
                    </a:lnTo>
                    <a:lnTo>
                      <a:pt x="22523" y="5425"/>
                    </a:lnTo>
                    <a:lnTo>
                      <a:pt x="22052" y="4599"/>
                    </a:lnTo>
                    <a:lnTo>
                      <a:pt x="21580" y="3774"/>
                    </a:lnTo>
                    <a:lnTo>
                      <a:pt x="20990" y="3066"/>
                    </a:lnTo>
                    <a:lnTo>
                      <a:pt x="20283" y="2477"/>
                    </a:lnTo>
                    <a:lnTo>
                      <a:pt x="19575" y="1887"/>
                    </a:lnTo>
                    <a:lnTo>
                      <a:pt x="18750" y="1297"/>
                    </a:lnTo>
                    <a:lnTo>
                      <a:pt x="18042" y="944"/>
                    </a:lnTo>
                    <a:lnTo>
                      <a:pt x="17099" y="590"/>
                    </a:lnTo>
                    <a:lnTo>
                      <a:pt x="16273" y="354"/>
                    </a:lnTo>
                    <a:lnTo>
                      <a:pt x="15330" y="118"/>
                    </a:lnTo>
                    <a:lnTo>
                      <a:pt x="1450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3000000" dist="38100">
                  <a:schemeClr val="dk1"/>
                </a:outerShdw>
              </a:effectLst>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cxnSp>
            <p:nvCxnSpPr>
              <p:cNvPr id="999" name="Google Shape;999;p44"/>
              <p:cNvCxnSpPr/>
              <p:nvPr/>
            </p:nvCxnSpPr>
            <p:spPr>
              <a:xfrm>
                <a:off x="5110175" y="3157550"/>
                <a:ext cx="63600" cy="141000"/>
              </a:xfrm>
              <a:prstGeom prst="straightConnector1">
                <a:avLst/>
              </a:prstGeom>
              <a:noFill/>
              <a:ln cap="rnd" cmpd="sng" w="9525">
                <a:solidFill>
                  <a:schemeClr val="dk1"/>
                </a:solidFill>
                <a:prstDash val="solid"/>
                <a:round/>
                <a:headEnd len="sm" w="sm" type="none"/>
                <a:tailEnd len="sm" w="sm" type="none"/>
              </a:ln>
            </p:spPr>
          </p:cxnSp>
          <p:cxnSp>
            <p:nvCxnSpPr>
              <p:cNvPr id="1000" name="Google Shape;1000;p44"/>
              <p:cNvCxnSpPr/>
              <p:nvPr/>
            </p:nvCxnSpPr>
            <p:spPr>
              <a:xfrm>
                <a:off x="5186375" y="3157550"/>
                <a:ext cx="47100" cy="105000"/>
              </a:xfrm>
              <a:prstGeom prst="straightConnector1">
                <a:avLst/>
              </a:prstGeom>
              <a:noFill/>
              <a:ln cap="rnd" cmpd="sng" w="9525">
                <a:solidFill>
                  <a:schemeClr val="dk1"/>
                </a:solidFill>
                <a:prstDash val="solid"/>
                <a:round/>
                <a:headEnd len="sm" w="sm" type="none"/>
                <a:tailEnd len="sm" w="sm" type="none"/>
              </a:ln>
            </p:spPr>
          </p:cxnSp>
          <p:cxnSp>
            <p:nvCxnSpPr>
              <p:cNvPr id="1001" name="Google Shape;1001;p44"/>
              <p:cNvCxnSpPr/>
              <p:nvPr/>
            </p:nvCxnSpPr>
            <p:spPr>
              <a:xfrm>
                <a:off x="5259003" y="3144450"/>
                <a:ext cx="39600" cy="89700"/>
              </a:xfrm>
              <a:prstGeom prst="straightConnector1">
                <a:avLst/>
              </a:prstGeom>
              <a:noFill/>
              <a:ln cap="rnd" cmpd="sng" w="9525">
                <a:solidFill>
                  <a:schemeClr val="dk1"/>
                </a:solidFill>
                <a:prstDash val="solid"/>
                <a:round/>
                <a:headEnd len="sm" w="sm" type="none"/>
                <a:tailEnd len="sm" w="sm" type="none"/>
              </a:ln>
            </p:spPr>
          </p:cxnSp>
        </p:grpSp>
      </p:grpSp>
      <p:pic>
        <p:nvPicPr>
          <p:cNvPr descr="Logo" id="1002" name="Google Shape;1002;p44"/>
          <p:cNvPicPr preferRelativeResize="0"/>
          <p:nvPr/>
        </p:nvPicPr>
        <p:blipFill rotWithShape="1">
          <a:blip r:embed="rId3">
            <a:alphaModFix/>
          </a:blip>
          <a:srcRect b="0" l="0" r="0" t="0"/>
          <a:stretch/>
        </p:blipFill>
        <p:spPr>
          <a:xfrm>
            <a:off x="7308278" y="1408434"/>
            <a:ext cx="3671343" cy="9464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 National Online Learning Day by Slidesgo">
  <a:themeElements>
    <a:clrScheme name="Simple Light">
      <a:dk1>
        <a:srgbClr val="292929"/>
      </a:dk1>
      <a:lt1>
        <a:srgbClr val="4B77B7"/>
      </a:lt1>
      <a:dk2>
        <a:srgbClr val="F6F4EE"/>
      </a:dk2>
      <a:lt2>
        <a:srgbClr val="FFCF3B"/>
      </a:lt2>
      <a:accent1>
        <a:srgbClr val="F181B0"/>
      </a:accent1>
      <a:accent2>
        <a:srgbClr val="FFFFFF"/>
      </a:accent2>
      <a:accent3>
        <a:srgbClr val="E4E2DB"/>
      </a:accent3>
      <a:accent4>
        <a:srgbClr val="E54D31"/>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30">
      <a:dk1>
        <a:srgbClr val="414041"/>
      </a:dk1>
      <a:lt1>
        <a:srgbClr val="FFFFFF"/>
      </a:lt1>
      <a:dk2>
        <a:srgbClr val="018146"/>
      </a:dk2>
      <a:lt2>
        <a:srgbClr val="EB1C24"/>
      </a:lt2>
      <a:accent1>
        <a:srgbClr val="5B9BD5"/>
      </a:accent1>
      <a:accent2>
        <a:srgbClr val="DE6927"/>
      </a:accent2>
      <a:accent3>
        <a:srgbClr val="A5A5A5"/>
      </a:accent3>
      <a:accent4>
        <a:srgbClr val="FCB94C"/>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