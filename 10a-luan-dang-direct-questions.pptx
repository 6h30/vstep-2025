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Lst>
  <p:sldSz cx="18288000" cy="10288588"/>
  <p:notesSz cx="7004050" cy="9290050"/>
  <p:embeddedFontLst>
    <p:embeddedFont>
      <p:font typeface="Lexend" pitchFamily="2" charset="77"/>
      <p:regular r:id="rId19"/>
      <p:bold r:id="rId20"/>
    </p:embeddedFont>
    <p:embeddedFont>
      <p:font typeface="Montserrat" pitchFamily="2" charset="77"/>
      <p:regular r:id="rId21"/>
      <p:bold r:id="rId22"/>
      <p:italic r:id="rId23"/>
      <p:boldItalic r:id="rId24"/>
    </p:embeddedFont>
    <p:embeddedFont>
      <p:font typeface="Montserrat Medium" pitchFamily="2" charset="77"/>
      <p:regular r:id="rId25"/>
      <p:bold r:id="rId26"/>
      <p:italic r:id="rId27"/>
      <p:boldItalic r:id="rId28"/>
    </p:embeddedFont>
    <p:embeddedFont>
      <p:font typeface="Montserrat SemiBold" pitchFamily="2" charset="77"/>
      <p:regular r:id="rId29"/>
      <p:bold r:id="rId30"/>
      <p:italic r:id="rId31"/>
      <p:boldItalic r:id="rId32"/>
    </p:embeddedFont>
    <p:embeddedFont>
      <p:font typeface="Playfair Display" pitchFamily="2" charset="77"/>
      <p:regular r:id="rId33"/>
      <p:bold r:id="rId34"/>
      <p:italic r:id="rId35"/>
      <p:boldItalic r:id="rId36"/>
    </p:embeddedFont>
    <p:embeddedFont>
      <p:font typeface="Public Sans Black" pitchFamily="2" charset="77"/>
      <p:bold r:id="rId37"/>
      <p:italic r:id="rId38"/>
      <p:boldItalic r:id="rId39"/>
    </p:embeddedFont>
    <p:embeddedFont>
      <p:font typeface="Roboto" panose="02000000000000000000" pitchFamily="2" charset="0"/>
      <p:regular r:id="rId40"/>
      <p:bold r:id="rId41"/>
      <p:italic r:id="rId42"/>
      <p:boldItalic r:id="rId43"/>
    </p:embeddedFont>
    <p:embeddedFont>
      <p:font typeface="Roboto Medium" panose="020F050202020403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1">
          <p15:clr>
            <a:srgbClr val="A4A3A4"/>
          </p15:clr>
        </p15:guide>
        <p15:guide id="2" pos="331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8B14B2-F8CD-48D2-91BB-BA4C45A4BBF1}">
  <a:tblStyle styleId="{8C8B14B2-F8CD-48D2-91BB-BA4C45A4BBF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8"/>
  </p:normalViewPr>
  <p:slideViewPr>
    <p:cSldViewPr snapToGrid="0">
      <p:cViewPr varScale="1">
        <p:scale>
          <a:sx n="67" d="100"/>
          <a:sy n="67" d="100"/>
        </p:scale>
        <p:origin x="904" y="192"/>
      </p:cViewPr>
      <p:guideLst>
        <p:guide orient="horz" pos="3241"/>
        <p:guide pos="33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47" Type="http://schemas.openxmlformats.org/officeDocument/2006/relationships/font" Target="fonts/font29.fntdata"/><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1.fntdata"/><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font" Target="fonts/font2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font" Target="fonts/font28.fntdata"/><Relationship Id="rId20" Type="http://schemas.openxmlformats.org/officeDocument/2006/relationships/font" Target="fonts/font2.fntdata"/><Relationship Id="rId41"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5088" cy="466116"/>
          </a:xfrm>
          <a:prstGeom prst="rect">
            <a:avLst/>
          </a:prstGeom>
          <a:noFill/>
          <a:ln>
            <a:noFill/>
          </a:ln>
        </p:spPr>
        <p:txBody>
          <a:bodyPr spcFirstLastPara="1" wrap="square" lIns="93100" tIns="46550" rIns="93100" bIns="4655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67341" y="0"/>
            <a:ext cx="3035088" cy="466116"/>
          </a:xfrm>
          <a:prstGeom prst="rect">
            <a:avLst/>
          </a:prstGeom>
          <a:noFill/>
          <a:ln>
            <a:noFill/>
          </a:ln>
        </p:spPr>
        <p:txBody>
          <a:bodyPr spcFirstLastPara="1" wrap="square" lIns="93100" tIns="46550" rIns="93100" bIns="4655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4375" y="1160463"/>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0405" y="4470837"/>
            <a:ext cx="5603240" cy="3657957"/>
          </a:xfrm>
          <a:prstGeom prst="rect">
            <a:avLst/>
          </a:prstGeom>
          <a:noFill/>
          <a:ln>
            <a:noFill/>
          </a:ln>
        </p:spPr>
        <p:txBody>
          <a:bodyPr spcFirstLastPara="1" wrap="square" lIns="93100" tIns="46550" rIns="93100" bIns="465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3936"/>
            <a:ext cx="3035088" cy="466115"/>
          </a:xfrm>
          <a:prstGeom prst="rect">
            <a:avLst/>
          </a:prstGeom>
          <a:noFill/>
          <a:ln>
            <a:noFill/>
          </a:ln>
        </p:spPr>
        <p:txBody>
          <a:bodyPr spcFirstLastPara="1" wrap="square" lIns="93100" tIns="46550" rIns="93100" bIns="4655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67341" y="8823936"/>
            <a:ext cx="3035088" cy="466115"/>
          </a:xfrm>
          <a:prstGeom prst="rect">
            <a:avLst/>
          </a:prstGeom>
          <a:noFill/>
          <a:ln>
            <a:noFill/>
          </a:ln>
        </p:spPr>
        <p:txBody>
          <a:bodyPr spcFirstLastPara="1" wrap="square" lIns="93100" tIns="46550" rIns="93100" bIns="465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302be62c7c8_0_0: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spcBef>
                <a:spcPts val="0"/>
              </a:spcBef>
              <a:spcAft>
                <a:spcPts val="0"/>
              </a:spcAft>
              <a:buNone/>
            </a:pPr>
            <a:endParaRPr/>
          </a:p>
        </p:txBody>
      </p:sp>
      <p:sp>
        <p:nvSpPr>
          <p:cNvPr id="708" name="Google Shape;708;g302be62c7c8_0_0:notes"/>
          <p:cNvSpPr>
            <a:spLocks noGrp="1" noRot="1" noChangeAspect="1"/>
          </p:cNvSpPr>
          <p:nvPr>
            <p:ph type="sldImg" idx="2"/>
          </p:nvPr>
        </p:nvSpPr>
        <p:spPr>
          <a:xfrm>
            <a:off x="1167929" y="696754"/>
            <a:ext cx="4668900" cy="3483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2f8c212ca7c_0_20:notes"/>
          <p:cNvSpPr txBox="1">
            <a:spLocks noGrp="1"/>
          </p:cNvSpPr>
          <p:nvPr>
            <p:ph type="body" idx="1"/>
          </p:nvPr>
        </p:nvSpPr>
        <p:spPr>
          <a:xfrm>
            <a:off x="700405" y="4470837"/>
            <a:ext cx="5603100" cy="36579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715" name="Google Shape;715;g2f8c212ca7c_0_20:notes"/>
          <p:cNvSpPr>
            <a:spLocks noGrp="1" noRot="1" noChangeAspect="1"/>
          </p:cNvSpPr>
          <p:nvPr>
            <p:ph type="sldImg" idx="2"/>
          </p:nvPr>
        </p:nvSpPr>
        <p:spPr>
          <a:xfrm>
            <a:off x="714375" y="1160463"/>
            <a:ext cx="55752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efc57e289a_0_4: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a:t>1. Giáo viên show bảng câu hỏi ví dụ và yêu cầu học viên tìm điểm chung trong các đề bài từ 1-5</a:t>
            </a:r>
            <a:endParaRPr/>
          </a:p>
        </p:txBody>
      </p:sp>
      <p:sp>
        <p:nvSpPr>
          <p:cNvPr id="722" name="Google Shape;722;g2efc57e289a_0_4: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3060e36b081_0_35:notes"/>
          <p:cNvSpPr txBox="1">
            <a:spLocks noGrp="1"/>
          </p:cNvSpPr>
          <p:nvPr>
            <p:ph type="body" idx="1"/>
          </p:nvPr>
        </p:nvSpPr>
        <p:spPr>
          <a:xfrm>
            <a:off x="700405" y="4470837"/>
            <a:ext cx="5603100" cy="36579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730" name="Google Shape;730;g3060e36b081_0_35:notes"/>
          <p:cNvSpPr>
            <a:spLocks noGrp="1" noRot="1" noChangeAspect="1"/>
          </p:cNvSpPr>
          <p:nvPr>
            <p:ph type="sldImg" idx="2"/>
          </p:nvPr>
        </p:nvSpPr>
        <p:spPr>
          <a:xfrm>
            <a:off x="714375" y="1160463"/>
            <a:ext cx="55752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060e36b081_0_58: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737" name="Google Shape;737;g3060e36b081_0_58: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f953680409_0_33: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764" name="Google Shape;764;g2f953680409_0_33: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3060e36b081_0_87:notes"/>
          <p:cNvSpPr txBox="1">
            <a:spLocks noGrp="1"/>
          </p:cNvSpPr>
          <p:nvPr>
            <p:ph type="body" idx="1"/>
          </p:nvPr>
        </p:nvSpPr>
        <p:spPr>
          <a:xfrm>
            <a:off x="700405" y="4470837"/>
            <a:ext cx="5603100" cy="36579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791" name="Google Shape;791;g3060e36b081_0_87:notes"/>
          <p:cNvSpPr>
            <a:spLocks noGrp="1" noRot="1" noChangeAspect="1"/>
          </p:cNvSpPr>
          <p:nvPr>
            <p:ph type="sldImg" idx="2"/>
          </p:nvPr>
        </p:nvSpPr>
        <p:spPr>
          <a:xfrm>
            <a:off x="714375" y="1160463"/>
            <a:ext cx="55752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f953680409_0_65: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798" name="Google Shape;798;g2f953680409_0_65: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3060e36b081_0_128: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06" name="Google Shape;806;g3060e36b081_0_128: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f953680409_0_72: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13" name="Google Shape;813;g2f953680409_0_72: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3060e36b081_0_162: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21" name="Google Shape;821;g3060e36b081_0_162: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3060e36b081_0_169:notes"/>
          <p:cNvSpPr txBox="1">
            <a:spLocks noGrp="1"/>
          </p:cNvSpPr>
          <p:nvPr>
            <p:ph type="body" idx="1"/>
          </p:nvPr>
        </p:nvSpPr>
        <p:spPr>
          <a:xfrm>
            <a:off x="700405" y="4470837"/>
            <a:ext cx="5603100" cy="36579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29" name="Google Shape;829;g3060e36b081_0_169:notes"/>
          <p:cNvSpPr>
            <a:spLocks noGrp="1" noRot="1" noChangeAspect="1"/>
          </p:cNvSpPr>
          <p:nvPr>
            <p:ph type="sldImg" idx="2"/>
          </p:nvPr>
        </p:nvSpPr>
        <p:spPr>
          <a:xfrm>
            <a:off x="714375" y="1160463"/>
            <a:ext cx="5575200" cy="313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f953680409_0_111: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44" name="Google Shape;844;g2f953680409_0_111: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f953680409_0_133: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52" name="Google Shape;852;g2f953680409_0_133:notes"/>
          <p:cNvSpPr>
            <a:spLocks noGrp="1" noRot="1" noChangeAspect="1"/>
          </p:cNvSpPr>
          <p:nvPr>
            <p:ph type="sldImg" idx="2"/>
          </p:nvPr>
        </p:nvSpPr>
        <p:spPr>
          <a:xfrm>
            <a:off x="700834" y="1161256"/>
            <a:ext cx="5602500" cy="3135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ee203ee2b2_0_2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ee203ee2b2_0_25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1"/>
        <p:cNvGrpSpPr/>
        <p:nvPr/>
      </p:nvGrpSpPr>
      <p:grpSpPr>
        <a:xfrm>
          <a:off x="0" y="0"/>
          <a:ext cx="0" cy="0"/>
          <a:chOff x="0" y="0"/>
          <a:chExt cx="0" cy="0"/>
        </a:xfrm>
      </p:grpSpPr>
      <p:pic>
        <p:nvPicPr>
          <p:cNvPr id="22" name="Google Shape;22;p2" descr="A picture containing person, suit&#10;&#10;Description automatically generated"/>
          <p:cNvPicPr preferRelativeResize="0"/>
          <p:nvPr/>
        </p:nvPicPr>
        <p:blipFill rotWithShape="1">
          <a:blip r:embed="rId2">
            <a:alphaModFix/>
          </a:blip>
          <a:srcRect/>
          <a:stretch/>
        </p:blipFill>
        <p:spPr>
          <a:xfrm>
            <a:off x="-1540719" y="0"/>
            <a:ext cx="21369437" cy="10288589"/>
          </a:xfrm>
          <a:prstGeom prst="rect">
            <a:avLst/>
          </a:prstGeom>
          <a:noFill/>
          <a:ln>
            <a:noFill/>
          </a:ln>
        </p:spPr>
      </p:pic>
      <p:sp>
        <p:nvSpPr>
          <p:cNvPr id="23" name="Google Shape;23;p2"/>
          <p:cNvSpPr/>
          <p:nvPr/>
        </p:nvSpPr>
        <p:spPr>
          <a:xfrm>
            <a:off x="0" y="0"/>
            <a:ext cx="11583300" cy="10288500"/>
          </a:xfrm>
          <a:prstGeom prst="rect">
            <a:avLst/>
          </a:prstGeom>
          <a:gradFill>
            <a:gsLst>
              <a:gs pos="0">
                <a:schemeClr val="lt1"/>
              </a:gs>
              <a:gs pos="48000">
                <a:schemeClr val="lt1"/>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24" name="Google Shape;24;p2"/>
          <p:cNvSpPr txBox="1">
            <a:spLocks noGrp="1"/>
          </p:cNvSpPr>
          <p:nvPr>
            <p:ph type="ctrTitle"/>
          </p:nvPr>
        </p:nvSpPr>
        <p:spPr>
          <a:xfrm>
            <a:off x="1042883" y="3855091"/>
            <a:ext cx="13716000" cy="25785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9000"/>
              <a:buFont typeface="Playfair Display"/>
              <a:buNone/>
              <a:defRPr sz="9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2"/>
          <p:cNvSpPr txBox="1">
            <a:spLocks noGrp="1"/>
          </p:cNvSpPr>
          <p:nvPr>
            <p:ph type="subTitle" idx="1"/>
          </p:nvPr>
        </p:nvSpPr>
        <p:spPr>
          <a:xfrm>
            <a:off x="1042988" y="6804474"/>
            <a:ext cx="13716000" cy="12420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1500"/>
              </a:spcBef>
              <a:spcAft>
                <a:spcPts val="0"/>
              </a:spcAft>
              <a:buClr>
                <a:schemeClr val="dk1"/>
              </a:buClr>
              <a:buSzPts val="3600"/>
              <a:buNone/>
              <a:defRPr sz="3600"/>
            </a:lvl1pPr>
            <a:lvl2pPr lvl="1" algn="ctr" rtl="0">
              <a:lnSpc>
                <a:spcPct val="90000"/>
              </a:lnSpc>
              <a:spcBef>
                <a:spcPts val="750"/>
              </a:spcBef>
              <a:spcAft>
                <a:spcPts val="0"/>
              </a:spcAft>
              <a:buClr>
                <a:schemeClr val="dk1"/>
              </a:buClr>
              <a:buSzPts val="3000"/>
              <a:buNone/>
              <a:defRPr sz="3000"/>
            </a:lvl2pPr>
            <a:lvl3pPr lvl="2" algn="ctr" rtl="0">
              <a:lnSpc>
                <a:spcPct val="90000"/>
              </a:lnSpc>
              <a:spcBef>
                <a:spcPts val="750"/>
              </a:spcBef>
              <a:spcAft>
                <a:spcPts val="0"/>
              </a:spcAft>
              <a:buClr>
                <a:schemeClr val="dk1"/>
              </a:buClr>
              <a:buSzPts val="2700"/>
              <a:buNone/>
              <a:defRPr sz="2700"/>
            </a:lvl3pPr>
            <a:lvl4pPr lvl="3" algn="ctr" rtl="0">
              <a:lnSpc>
                <a:spcPct val="90000"/>
              </a:lnSpc>
              <a:spcBef>
                <a:spcPts val="750"/>
              </a:spcBef>
              <a:spcAft>
                <a:spcPts val="0"/>
              </a:spcAft>
              <a:buClr>
                <a:schemeClr val="dk1"/>
              </a:buClr>
              <a:buSzPts val="2400"/>
              <a:buNone/>
              <a:defRPr sz="2400"/>
            </a:lvl4pPr>
            <a:lvl5pPr lvl="4" algn="ctr" rtl="0">
              <a:lnSpc>
                <a:spcPct val="90000"/>
              </a:lnSpc>
              <a:spcBef>
                <a:spcPts val="750"/>
              </a:spcBef>
              <a:spcAft>
                <a:spcPts val="0"/>
              </a:spcAft>
              <a:buClr>
                <a:schemeClr val="dk1"/>
              </a:buClr>
              <a:buSzPts val="2400"/>
              <a:buNone/>
              <a:defRPr sz="2400"/>
            </a:lvl5pPr>
            <a:lvl6pPr lvl="5" algn="ctr" rtl="0">
              <a:lnSpc>
                <a:spcPct val="90000"/>
              </a:lnSpc>
              <a:spcBef>
                <a:spcPts val="750"/>
              </a:spcBef>
              <a:spcAft>
                <a:spcPts val="0"/>
              </a:spcAft>
              <a:buClr>
                <a:schemeClr val="dk1"/>
              </a:buClr>
              <a:buSzPts val="2400"/>
              <a:buNone/>
              <a:defRPr sz="2400"/>
            </a:lvl6pPr>
            <a:lvl7pPr lvl="6" algn="ctr" rtl="0">
              <a:lnSpc>
                <a:spcPct val="90000"/>
              </a:lnSpc>
              <a:spcBef>
                <a:spcPts val="750"/>
              </a:spcBef>
              <a:spcAft>
                <a:spcPts val="0"/>
              </a:spcAft>
              <a:buClr>
                <a:schemeClr val="dk1"/>
              </a:buClr>
              <a:buSzPts val="2400"/>
              <a:buNone/>
              <a:defRPr sz="2400"/>
            </a:lvl7pPr>
            <a:lvl8pPr lvl="7" algn="ctr" rtl="0">
              <a:lnSpc>
                <a:spcPct val="90000"/>
              </a:lnSpc>
              <a:spcBef>
                <a:spcPts val="750"/>
              </a:spcBef>
              <a:spcAft>
                <a:spcPts val="0"/>
              </a:spcAft>
              <a:buClr>
                <a:schemeClr val="dk1"/>
              </a:buClr>
              <a:buSzPts val="2400"/>
              <a:buNone/>
              <a:defRPr sz="2400"/>
            </a:lvl8pPr>
            <a:lvl9pPr lvl="8" algn="ctr" rtl="0">
              <a:lnSpc>
                <a:spcPct val="90000"/>
              </a:lnSpc>
              <a:spcBef>
                <a:spcPts val="750"/>
              </a:spcBef>
              <a:spcAft>
                <a:spcPts val="0"/>
              </a:spcAft>
              <a:buClr>
                <a:schemeClr val="dk1"/>
              </a:buClr>
              <a:buSzPts val="2400"/>
              <a:buNone/>
              <a:defRPr sz="2400"/>
            </a:lvl9pPr>
          </a:lstStyle>
          <a:p>
            <a:endParaRPr/>
          </a:p>
        </p:txBody>
      </p:sp>
      <p:sp>
        <p:nvSpPr>
          <p:cNvPr id="26" name="Google Shape;26;p2"/>
          <p:cNvSpPr txBox="1">
            <a:spLocks noGrp="1"/>
          </p:cNvSpPr>
          <p:nvPr>
            <p:ph type="dt" idx="10"/>
          </p:nvPr>
        </p:nvSpPr>
        <p:spPr>
          <a:xfrm>
            <a:off x="1042988" y="9535996"/>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2"/>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8" name="Google Shape;28;p2"/>
          <p:cNvGrpSpPr/>
          <p:nvPr/>
        </p:nvGrpSpPr>
        <p:grpSpPr>
          <a:xfrm>
            <a:off x="16311697" y="-799989"/>
            <a:ext cx="3953014" cy="4041090"/>
            <a:chOff x="9414500" y="3211685"/>
            <a:chExt cx="1939368" cy="1982287"/>
          </a:xfrm>
        </p:grpSpPr>
        <p:sp>
          <p:nvSpPr>
            <p:cNvPr id="29" name="Google Shape;29;p2"/>
            <p:cNvSpPr/>
            <p:nvPr/>
          </p:nvSpPr>
          <p:spPr>
            <a:xfrm>
              <a:off x="9414500" y="3673801"/>
              <a:ext cx="924300" cy="924300"/>
            </a:xfrm>
            <a:prstGeom prst="ellipse">
              <a:avLst/>
            </a:prstGeom>
            <a:noFill/>
            <a:ln w="28575" cap="flat" cmpd="sng">
              <a:solidFill>
                <a:srgbClr val="EC1B23">
                  <a:alpha val="290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30" name="Google Shape;30;p2"/>
            <p:cNvSpPr/>
            <p:nvPr/>
          </p:nvSpPr>
          <p:spPr>
            <a:xfrm>
              <a:off x="10429568" y="3211685"/>
              <a:ext cx="924300" cy="924300"/>
            </a:xfrm>
            <a:prstGeom prst="ellipse">
              <a:avLst/>
            </a:prstGeom>
            <a:noFill/>
            <a:ln w="28575" cap="flat" cmpd="sng">
              <a:solidFill>
                <a:srgbClr val="EC1B23">
                  <a:alpha val="290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31" name="Google Shape;31;p2"/>
            <p:cNvSpPr/>
            <p:nvPr/>
          </p:nvSpPr>
          <p:spPr>
            <a:xfrm>
              <a:off x="10338732" y="4269672"/>
              <a:ext cx="924300" cy="924300"/>
            </a:xfrm>
            <a:prstGeom prst="ellipse">
              <a:avLst/>
            </a:prstGeom>
            <a:noFill/>
            <a:ln w="28575" cap="flat" cmpd="sng">
              <a:solidFill>
                <a:srgbClr val="EC1B23">
                  <a:alpha val="290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grpSp>
      <p:pic>
        <p:nvPicPr>
          <p:cNvPr id="32" name="Google Shape;32;p2" descr="Logo"/>
          <p:cNvPicPr preferRelativeResize="0"/>
          <p:nvPr/>
        </p:nvPicPr>
        <p:blipFill rotWithShape="1">
          <a:blip r:embed="rId3">
            <a:alphaModFix/>
          </a:blip>
          <a:srcRect/>
          <a:stretch/>
        </p:blipFill>
        <p:spPr>
          <a:xfrm>
            <a:off x="1042883" y="1998957"/>
            <a:ext cx="4817871" cy="124201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3"/>
        <p:cNvGrpSpPr/>
        <p:nvPr/>
      </p:nvGrpSpPr>
      <p:grpSpPr>
        <a:xfrm>
          <a:off x="0" y="0"/>
          <a:ext cx="0" cy="0"/>
          <a:chOff x="0" y="0"/>
          <a:chExt cx="0" cy="0"/>
        </a:xfrm>
      </p:grpSpPr>
      <p:sp>
        <p:nvSpPr>
          <p:cNvPr id="34" name="Google Shape;34;p3"/>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 name="Google Shape;35;p3"/>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36" name="Google Shape;36;p3"/>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3"/>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8" name="Google Shape;38;p3"/>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3"/>
          <p:cNvSpPr txBox="1">
            <a:spLocks noGrp="1"/>
          </p:cNvSpPr>
          <p:nvPr>
            <p:ph type="body" idx="2"/>
          </p:nvPr>
        </p:nvSpPr>
        <p:spPr>
          <a:xfrm>
            <a:off x="473870" y="1186046"/>
            <a:ext cx="17340300" cy="791400"/>
          </a:xfrm>
          <a:prstGeom prst="rect">
            <a:avLst/>
          </a:prstGeom>
          <a:noFill/>
          <a:ln>
            <a:noFill/>
          </a:ln>
        </p:spPr>
        <p:txBody>
          <a:bodyPr spcFirstLastPara="1" wrap="square" lIns="91425" tIns="45700" rIns="91425" bIns="45700" anchor="ctr" anchorCtr="0">
            <a:normAutofit/>
          </a:bodyPr>
          <a:lstStyle>
            <a:lvl1pPr marL="457200" lvl="0" indent="-228600" algn="l" rtl="0">
              <a:lnSpc>
                <a:spcPct val="90000"/>
              </a:lnSpc>
              <a:spcBef>
                <a:spcPts val="1500"/>
              </a:spcBef>
              <a:spcAft>
                <a:spcPts val="0"/>
              </a:spcAft>
              <a:buClr>
                <a:schemeClr val="dk1"/>
              </a:buClr>
              <a:buSzPts val="4200"/>
              <a:buNone/>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40"/>
        <p:cNvGrpSpPr/>
        <p:nvPr/>
      </p:nvGrpSpPr>
      <p:grpSpPr>
        <a:xfrm>
          <a:off x="0" y="0"/>
          <a:ext cx="0" cy="0"/>
          <a:chOff x="0" y="0"/>
          <a:chExt cx="0" cy="0"/>
        </a:xfrm>
      </p:grpSpPr>
      <p:sp>
        <p:nvSpPr>
          <p:cNvPr id="41" name="Google Shape;41;p4"/>
          <p:cNvSpPr/>
          <p:nvPr/>
        </p:nvSpPr>
        <p:spPr>
          <a:xfrm>
            <a:off x="14677444" y="6666207"/>
            <a:ext cx="3620700" cy="3620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42" name="Google Shape;42;p4"/>
          <p:cNvSpPr/>
          <p:nvPr/>
        </p:nvSpPr>
        <p:spPr>
          <a:xfrm>
            <a:off x="0" y="1588"/>
            <a:ext cx="18288000" cy="1464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
        <p:nvSpPr>
          <p:cNvPr id="43" name="Google Shape;43;p4"/>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4"/>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4"/>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4"/>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7" name="Google Shape;47;p4"/>
          <p:cNvSpPr/>
          <p:nvPr/>
        </p:nvSpPr>
        <p:spPr>
          <a:xfrm>
            <a:off x="-1251175" y="8476603"/>
            <a:ext cx="3620700" cy="3620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00"/>
              <a:buFont typeface="Roboto"/>
              <a:buNone/>
            </a:pPr>
            <a:endParaRPr sz="2700" b="0" i="0" u="none" strike="noStrike" cap="none">
              <a:solidFill>
                <a:schemeClr val="dk1"/>
              </a:solidFill>
              <a:latin typeface="Roboto"/>
              <a:ea typeface="Roboto"/>
              <a:cs typeface="Roboto"/>
              <a:sym typeface="Roboto"/>
            </a:endParaRPr>
          </a:p>
        </p:txBody>
      </p:sp>
      <p:pic>
        <p:nvPicPr>
          <p:cNvPr id="48" name="Google Shape;48;p4"/>
          <p:cNvPicPr preferRelativeResize="0"/>
          <p:nvPr/>
        </p:nvPicPr>
        <p:blipFill rotWithShape="1">
          <a:blip r:embed="rId2">
            <a:alphaModFix/>
          </a:blip>
          <a:srcRect/>
          <a:stretch/>
        </p:blipFill>
        <p:spPr>
          <a:xfrm>
            <a:off x="162161" y="9535996"/>
            <a:ext cx="1761650" cy="398927"/>
          </a:xfrm>
          <a:prstGeom prst="rect">
            <a:avLst/>
          </a:prstGeom>
          <a:noFill/>
          <a:ln>
            <a:noFill/>
          </a:ln>
        </p:spPr>
      </p:pic>
      <p:cxnSp>
        <p:nvCxnSpPr>
          <p:cNvPr id="49" name="Google Shape;49;p4"/>
          <p:cNvCxnSpPr/>
          <p:nvPr/>
        </p:nvCxnSpPr>
        <p:spPr>
          <a:xfrm>
            <a:off x="473529" y="395691"/>
            <a:ext cx="0" cy="791400"/>
          </a:xfrm>
          <a:prstGeom prst="straightConnector1">
            <a:avLst/>
          </a:prstGeom>
          <a:noFill/>
          <a:ln w="57150" cap="flat" cmpd="sng">
            <a:solidFill>
              <a:schemeClr val="lt1"/>
            </a:solidFill>
            <a:prstDash val="solid"/>
            <a:miter lim="800000"/>
            <a:headEnd type="none" w="sm" len="sm"/>
            <a:tailEnd type="none" w="sm" len="sm"/>
          </a:ln>
        </p:spPr>
      </p:cxnSp>
      <p:sp>
        <p:nvSpPr>
          <p:cNvPr id="50" name="Google Shape;50;p4"/>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1" name="Shape 51"/>
        <p:cNvGrpSpPr/>
        <p:nvPr/>
      </p:nvGrpSpPr>
      <p:grpSpPr>
        <a:xfrm>
          <a:off x="0" y="0"/>
          <a:ext cx="0" cy="0"/>
          <a:chOff x="0" y="0"/>
          <a:chExt cx="0" cy="0"/>
        </a:xfrm>
      </p:grpSpPr>
      <p:sp>
        <p:nvSpPr>
          <p:cNvPr id="52" name="Google Shape;52;p5"/>
          <p:cNvSpPr/>
          <p:nvPr/>
        </p:nvSpPr>
        <p:spPr>
          <a:xfrm>
            <a:off x="14677444" y="6666207"/>
            <a:ext cx="3620700" cy="3620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53" name="Google Shape;53;p5"/>
          <p:cNvSpPr/>
          <p:nvPr/>
        </p:nvSpPr>
        <p:spPr>
          <a:xfrm>
            <a:off x="0" y="1588"/>
            <a:ext cx="18288000" cy="1464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
        <p:nvSpPr>
          <p:cNvPr id="54" name="Google Shape;54;p5"/>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 name="Google Shape;55;p5"/>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5"/>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5"/>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8" name="Google Shape;58;p5"/>
          <p:cNvSpPr/>
          <p:nvPr/>
        </p:nvSpPr>
        <p:spPr>
          <a:xfrm>
            <a:off x="-1810397" y="8478191"/>
            <a:ext cx="3620700" cy="36207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00"/>
              <a:buFont typeface="Roboto"/>
              <a:buNone/>
            </a:pPr>
            <a:endParaRPr sz="2700" b="0" i="0" u="none" strike="noStrike" cap="none">
              <a:solidFill>
                <a:schemeClr val="dk1"/>
              </a:solidFill>
              <a:latin typeface="Roboto"/>
              <a:ea typeface="Roboto"/>
              <a:cs typeface="Roboto"/>
              <a:sym typeface="Roboto"/>
            </a:endParaRPr>
          </a:p>
        </p:txBody>
      </p:sp>
      <p:pic>
        <p:nvPicPr>
          <p:cNvPr id="59" name="Google Shape;59;p5"/>
          <p:cNvPicPr preferRelativeResize="0"/>
          <p:nvPr/>
        </p:nvPicPr>
        <p:blipFill rotWithShape="1">
          <a:blip r:embed="rId2">
            <a:alphaModFix/>
          </a:blip>
          <a:srcRect/>
          <a:stretch/>
        </p:blipFill>
        <p:spPr>
          <a:xfrm>
            <a:off x="15457823" y="441265"/>
            <a:ext cx="2472744" cy="559952"/>
          </a:xfrm>
          <a:prstGeom prst="rect">
            <a:avLst/>
          </a:prstGeom>
          <a:noFill/>
          <a:ln>
            <a:noFill/>
          </a:ln>
        </p:spPr>
      </p:pic>
      <p:cxnSp>
        <p:nvCxnSpPr>
          <p:cNvPr id="60" name="Google Shape;60;p5"/>
          <p:cNvCxnSpPr/>
          <p:nvPr/>
        </p:nvCxnSpPr>
        <p:spPr>
          <a:xfrm>
            <a:off x="473529" y="395691"/>
            <a:ext cx="0" cy="791400"/>
          </a:xfrm>
          <a:prstGeom prst="straightConnector1">
            <a:avLst/>
          </a:prstGeom>
          <a:noFill/>
          <a:ln w="57150" cap="flat" cmpd="sng">
            <a:solidFill>
              <a:schemeClr val="lt1"/>
            </a:solidFill>
            <a:prstDash val="solid"/>
            <a:miter lim="800000"/>
            <a:headEnd type="none" w="sm" len="sm"/>
            <a:tailEnd type="none" w="sm" len="sm"/>
          </a:ln>
        </p:spPr>
      </p:cxnSp>
      <p:sp>
        <p:nvSpPr>
          <p:cNvPr id="61" name="Google Shape;61;p5"/>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2"/>
        <p:cNvGrpSpPr/>
        <p:nvPr/>
      </p:nvGrpSpPr>
      <p:grpSpPr>
        <a:xfrm>
          <a:off x="0" y="0"/>
          <a:ext cx="0" cy="0"/>
          <a:chOff x="0" y="0"/>
          <a:chExt cx="0" cy="0"/>
        </a:xfrm>
      </p:grpSpPr>
      <p:sp>
        <p:nvSpPr>
          <p:cNvPr id="63" name="Google Shape;63;p6"/>
          <p:cNvSpPr txBox="1">
            <a:spLocks noGrp="1"/>
          </p:cNvSpPr>
          <p:nvPr>
            <p:ph type="body" idx="1"/>
          </p:nvPr>
        </p:nvSpPr>
        <p:spPr>
          <a:xfrm>
            <a:off x="1042988" y="2522134"/>
            <a:ext cx="7736700" cy="12360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500"/>
              </a:spcBef>
              <a:spcAft>
                <a:spcPts val="0"/>
              </a:spcAft>
              <a:buClr>
                <a:schemeClr val="dk1"/>
              </a:buClr>
              <a:buSzPts val="4400"/>
              <a:buNone/>
              <a:defRPr sz="44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64" name="Google Shape;64;p6"/>
          <p:cNvSpPr txBox="1">
            <a:spLocks noGrp="1"/>
          </p:cNvSpPr>
          <p:nvPr>
            <p:ph type="body" idx="2"/>
          </p:nvPr>
        </p:nvSpPr>
        <p:spPr>
          <a:xfrm>
            <a:off x="1042988" y="3758193"/>
            <a:ext cx="77367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65" name="Google Shape;65;p6"/>
          <p:cNvSpPr txBox="1">
            <a:spLocks noGrp="1"/>
          </p:cNvSpPr>
          <p:nvPr>
            <p:ph type="body" idx="3"/>
          </p:nvPr>
        </p:nvSpPr>
        <p:spPr>
          <a:xfrm>
            <a:off x="9147690" y="2522134"/>
            <a:ext cx="7774800" cy="12360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500"/>
              </a:spcBef>
              <a:spcAft>
                <a:spcPts val="0"/>
              </a:spcAft>
              <a:buClr>
                <a:schemeClr val="dk1"/>
              </a:buClr>
              <a:buSzPts val="4400"/>
              <a:buNone/>
              <a:defRPr sz="44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66" name="Google Shape;66;p6"/>
          <p:cNvSpPr txBox="1">
            <a:spLocks noGrp="1"/>
          </p:cNvSpPr>
          <p:nvPr>
            <p:ph type="body" idx="4"/>
          </p:nvPr>
        </p:nvSpPr>
        <p:spPr>
          <a:xfrm>
            <a:off x="9147690" y="3758193"/>
            <a:ext cx="77748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67" name="Google Shape;67;p6"/>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8" name="Google Shape;68;p6"/>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6"/>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6"/>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 name="Google Shape;71;p6"/>
          <p:cNvSpPr txBox="1">
            <a:spLocks noGrp="1"/>
          </p:cNvSpPr>
          <p:nvPr>
            <p:ph type="body" idx="5"/>
          </p:nvPr>
        </p:nvSpPr>
        <p:spPr>
          <a:xfrm>
            <a:off x="473870" y="1186046"/>
            <a:ext cx="17340300" cy="791400"/>
          </a:xfrm>
          <a:prstGeom prst="rect">
            <a:avLst/>
          </a:prstGeom>
          <a:noFill/>
          <a:ln>
            <a:noFill/>
          </a:ln>
        </p:spPr>
        <p:txBody>
          <a:bodyPr spcFirstLastPara="1" wrap="square" lIns="91425" tIns="45700" rIns="91425" bIns="45700" anchor="ctr" anchorCtr="0">
            <a:normAutofit/>
          </a:bodyPr>
          <a:lstStyle>
            <a:lvl1pPr marL="457200" lvl="0" indent="-228600" algn="l" rtl="0">
              <a:lnSpc>
                <a:spcPct val="90000"/>
              </a:lnSpc>
              <a:spcBef>
                <a:spcPts val="1500"/>
              </a:spcBef>
              <a:spcAft>
                <a:spcPts val="0"/>
              </a:spcAft>
              <a:buClr>
                <a:schemeClr val="dk1"/>
              </a:buClr>
              <a:buSzPts val="4200"/>
              <a:buNone/>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1_Blank">
  <p:cSld name="1_Blank">
    <p:spTree>
      <p:nvGrpSpPr>
        <p:cNvPr id="1" name="Shape 72"/>
        <p:cNvGrpSpPr/>
        <p:nvPr/>
      </p:nvGrpSpPr>
      <p:grpSpPr>
        <a:xfrm>
          <a:off x="0" y="0"/>
          <a:ext cx="0" cy="0"/>
          <a:chOff x="0" y="0"/>
          <a:chExt cx="0" cy="0"/>
        </a:xfrm>
      </p:grpSpPr>
      <p:sp>
        <p:nvSpPr>
          <p:cNvPr id="73" name="Google Shape;73;p7"/>
          <p:cNvSpPr/>
          <p:nvPr/>
        </p:nvSpPr>
        <p:spPr>
          <a:xfrm>
            <a:off x="1" y="0"/>
            <a:ext cx="6119700" cy="10288500"/>
          </a:xfrm>
          <a:prstGeom prst="rect">
            <a:avLst/>
          </a:prstGeom>
          <a:solidFill>
            <a:srgbClr val="0181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74" name="Google Shape;74;p7"/>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5" name="Google Shape;75;p7"/>
          <p:cNvSpPr txBox="1">
            <a:spLocks noGrp="1"/>
          </p:cNvSpPr>
          <p:nvPr>
            <p:ph type="body" idx="1"/>
          </p:nvPr>
        </p:nvSpPr>
        <p:spPr>
          <a:xfrm>
            <a:off x="450057" y="5144295"/>
            <a:ext cx="5191200" cy="1529100"/>
          </a:xfrm>
          <a:prstGeom prst="rect">
            <a:avLst/>
          </a:prstGeom>
          <a:noFill/>
          <a:ln>
            <a:noFill/>
          </a:ln>
        </p:spPr>
        <p:txBody>
          <a:bodyPr spcFirstLastPara="1" wrap="square" lIns="91425" tIns="45700" rIns="91425" bIns="45700" anchor="t" anchorCtr="0">
            <a:normAutofit/>
          </a:bodyPr>
          <a:lstStyle>
            <a:lvl1pPr marL="457200" lvl="0" indent="-495300" algn="l" rtl="0">
              <a:lnSpc>
                <a:spcPct val="90000"/>
              </a:lnSpc>
              <a:spcBef>
                <a:spcPts val="1500"/>
              </a:spcBef>
              <a:spcAft>
                <a:spcPts val="0"/>
              </a:spcAft>
              <a:buClr>
                <a:schemeClr val="lt1"/>
              </a:buClr>
              <a:buSzPts val="4200"/>
              <a:buChar char="•"/>
              <a:defRPr>
                <a:solidFill>
                  <a:schemeClr val="lt1"/>
                </a:solidFill>
              </a:defRPr>
            </a:lvl1pPr>
            <a:lvl2pPr marL="914400" lvl="1" indent="-457200" algn="l" rtl="0">
              <a:lnSpc>
                <a:spcPct val="90000"/>
              </a:lnSpc>
              <a:spcBef>
                <a:spcPts val="750"/>
              </a:spcBef>
              <a:spcAft>
                <a:spcPts val="0"/>
              </a:spcAft>
              <a:buClr>
                <a:schemeClr val="lt1"/>
              </a:buClr>
              <a:buSzPts val="3600"/>
              <a:buChar char="•"/>
              <a:defRPr>
                <a:solidFill>
                  <a:schemeClr val="lt1"/>
                </a:solidFill>
              </a:defRPr>
            </a:lvl2pPr>
            <a:lvl3pPr marL="1371600" lvl="2" indent="-419100" algn="l" rtl="0">
              <a:lnSpc>
                <a:spcPct val="90000"/>
              </a:lnSpc>
              <a:spcBef>
                <a:spcPts val="750"/>
              </a:spcBef>
              <a:spcAft>
                <a:spcPts val="0"/>
              </a:spcAft>
              <a:buClr>
                <a:schemeClr val="lt1"/>
              </a:buClr>
              <a:buSzPts val="3000"/>
              <a:buChar char="•"/>
              <a:defRPr>
                <a:solidFill>
                  <a:schemeClr val="lt1"/>
                </a:solidFill>
              </a:defRPr>
            </a:lvl3pPr>
            <a:lvl4pPr marL="1828800" lvl="3" indent="-400050" algn="l" rtl="0">
              <a:lnSpc>
                <a:spcPct val="90000"/>
              </a:lnSpc>
              <a:spcBef>
                <a:spcPts val="750"/>
              </a:spcBef>
              <a:spcAft>
                <a:spcPts val="0"/>
              </a:spcAft>
              <a:buClr>
                <a:schemeClr val="lt1"/>
              </a:buClr>
              <a:buSzPts val="2700"/>
              <a:buChar char="•"/>
              <a:defRPr>
                <a:solidFill>
                  <a:schemeClr val="lt1"/>
                </a:solidFill>
              </a:defRPr>
            </a:lvl4pPr>
            <a:lvl5pPr marL="2286000" lvl="4" indent="-400050" algn="l" rtl="0">
              <a:lnSpc>
                <a:spcPct val="90000"/>
              </a:lnSpc>
              <a:spcBef>
                <a:spcPts val="750"/>
              </a:spcBef>
              <a:spcAft>
                <a:spcPts val="0"/>
              </a:spcAft>
              <a:buClr>
                <a:schemeClr val="lt1"/>
              </a:buClr>
              <a:buSzPts val="2700"/>
              <a:buChar char="•"/>
              <a:defRPr>
                <a:solidFill>
                  <a:schemeClr val="lt1"/>
                </a:solidFill>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76" name="Google Shape;76;p7"/>
          <p:cNvSpPr txBox="1">
            <a:spLocks noGrp="1"/>
          </p:cNvSpPr>
          <p:nvPr>
            <p:ph type="title"/>
          </p:nvPr>
        </p:nvSpPr>
        <p:spPr>
          <a:xfrm>
            <a:off x="450057" y="3087345"/>
            <a:ext cx="5191200" cy="1988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5400"/>
              <a:buFont typeface="Playfair Display"/>
              <a:buNone/>
              <a:defRPr sz="5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 name="Google Shape;77;p7"/>
          <p:cNvSpPr txBox="1">
            <a:spLocks noGrp="1"/>
          </p:cNvSpPr>
          <p:nvPr>
            <p:ph type="body" idx="2"/>
          </p:nvPr>
        </p:nvSpPr>
        <p:spPr>
          <a:xfrm>
            <a:off x="6119814" y="0"/>
            <a:ext cx="121683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pic>
        <p:nvPicPr>
          <p:cNvPr id="78" name="Google Shape;78;p7"/>
          <p:cNvPicPr preferRelativeResize="0"/>
          <p:nvPr/>
        </p:nvPicPr>
        <p:blipFill rotWithShape="1">
          <a:blip r:embed="rId2">
            <a:alphaModFix/>
          </a:blip>
          <a:srcRect/>
          <a:stretch/>
        </p:blipFill>
        <p:spPr>
          <a:xfrm>
            <a:off x="1823535" y="441265"/>
            <a:ext cx="2472744" cy="55995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LEFT" type="objTx">
  <p:cSld name="OBJECT_WITH_CAPTION_TEXT">
    <p:spTree>
      <p:nvGrpSpPr>
        <p:cNvPr id="1" name="Shape 79"/>
        <p:cNvGrpSpPr/>
        <p:nvPr/>
      </p:nvGrpSpPr>
      <p:grpSpPr>
        <a:xfrm>
          <a:off x="0" y="0"/>
          <a:ext cx="0" cy="0"/>
          <a:chOff x="0" y="0"/>
          <a:chExt cx="0" cy="0"/>
        </a:xfrm>
      </p:grpSpPr>
      <p:sp>
        <p:nvSpPr>
          <p:cNvPr id="80" name="Google Shape;80;p8"/>
          <p:cNvSpPr/>
          <p:nvPr/>
        </p:nvSpPr>
        <p:spPr>
          <a:xfrm>
            <a:off x="0" y="0"/>
            <a:ext cx="9144000" cy="10288500"/>
          </a:xfrm>
          <a:prstGeom prst="rect">
            <a:avLst/>
          </a:prstGeom>
          <a:solidFill>
            <a:srgbClr val="0181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81" name="Google Shape;81;p8"/>
          <p:cNvSpPr txBox="1">
            <a:spLocks noGrp="1"/>
          </p:cNvSpPr>
          <p:nvPr>
            <p:ph type="title"/>
          </p:nvPr>
        </p:nvSpPr>
        <p:spPr>
          <a:xfrm>
            <a:off x="812721" y="4342880"/>
            <a:ext cx="7518600" cy="16029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
          <p:cNvSpPr txBox="1">
            <a:spLocks noGrp="1"/>
          </p:cNvSpPr>
          <p:nvPr>
            <p:ph type="body" idx="1"/>
          </p:nvPr>
        </p:nvSpPr>
        <p:spPr>
          <a:xfrm>
            <a:off x="9144000" y="0"/>
            <a:ext cx="91440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sp>
        <p:nvSpPr>
          <p:cNvPr id="83" name="Google Shape;83;p8"/>
          <p:cNvSpPr txBox="1">
            <a:spLocks noGrp="1"/>
          </p:cNvSpPr>
          <p:nvPr>
            <p:ph type="body" idx="2"/>
          </p:nvPr>
        </p:nvSpPr>
        <p:spPr>
          <a:xfrm>
            <a:off x="812721" y="6138021"/>
            <a:ext cx="7518600" cy="16029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lt1"/>
              </a:buClr>
              <a:buSzPts val="3600"/>
              <a:buNone/>
              <a:defRPr sz="3600">
                <a:solidFill>
                  <a:schemeClr val="lt1"/>
                </a:solidFil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0"/>
              <a:buNone/>
              <a:defRPr sz="1500"/>
            </a:lvl4pPr>
            <a:lvl5pPr marL="2286000" lvl="4" indent="-228600" algn="l" rtl="0">
              <a:lnSpc>
                <a:spcPct val="90000"/>
              </a:lnSpc>
              <a:spcBef>
                <a:spcPts val="750"/>
              </a:spcBef>
              <a:spcAft>
                <a:spcPts val="0"/>
              </a:spcAft>
              <a:buClr>
                <a:schemeClr val="dk1"/>
              </a:buClr>
              <a:buSzPts val="1500"/>
              <a:buNone/>
              <a:defRPr sz="1500"/>
            </a:lvl5pPr>
            <a:lvl6pPr marL="2743200" lvl="5" indent="-228600" algn="l" rtl="0">
              <a:lnSpc>
                <a:spcPct val="90000"/>
              </a:lnSpc>
              <a:spcBef>
                <a:spcPts val="750"/>
              </a:spcBef>
              <a:spcAft>
                <a:spcPts val="0"/>
              </a:spcAft>
              <a:buClr>
                <a:schemeClr val="dk1"/>
              </a:buClr>
              <a:buSzPts val="1500"/>
              <a:buNone/>
              <a:defRPr sz="1500"/>
            </a:lvl6pPr>
            <a:lvl7pPr marL="3200400" lvl="6" indent="-228600" algn="l" rtl="0">
              <a:lnSpc>
                <a:spcPct val="90000"/>
              </a:lnSpc>
              <a:spcBef>
                <a:spcPts val="750"/>
              </a:spcBef>
              <a:spcAft>
                <a:spcPts val="0"/>
              </a:spcAft>
              <a:buClr>
                <a:schemeClr val="dk1"/>
              </a:buClr>
              <a:buSzPts val="1500"/>
              <a:buNone/>
              <a:defRPr sz="1500"/>
            </a:lvl7pPr>
            <a:lvl8pPr marL="3657600" lvl="7" indent="-228600" algn="l" rtl="0">
              <a:lnSpc>
                <a:spcPct val="90000"/>
              </a:lnSpc>
              <a:spcBef>
                <a:spcPts val="750"/>
              </a:spcBef>
              <a:spcAft>
                <a:spcPts val="0"/>
              </a:spcAft>
              <a:buClr>
                <a:schemeClr val="dk1"/>
              </a:buClr>
              <a:buSzPts val="1500"/>
              <a:buNone/>
              <a:defRPr sz="1500"/>
            </a:lvl8pPr>
            <a:lvl9pPr marL="4114800" lvl="8" indent="-228600" algn="l" rtl="0">
              <a:lnSpc>
                <a:spcPct val="90000"/>
              </a:lnSpc>
              <a:spcBef>
                <a:spcPts val="750"/>
              </a:spcBef>
              <a:spcAft>
                <a:spcPts val="0"/>
              </a:spcAft>
              <a:buClr>
                <a:schemeClr val="dk1"/>
              </a:buClr>
              <a:buSzPts val="1500"/>
              <a:buNone/>
              <a:defRPr sz="1500"/>
            </a:lvl9pPr>
          </a:lstStyle>
          <a:p>
            <a:endParaRPr/>
          </a:p>
        </p:txBody>
      </p:sp>
      <p:sp>
        <p:nvSpPr>
          <p:cNvPr id="84" name="Google Shape;84;p8"/>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5" name="Google Shape;85;p8"/>
          <p:cNvPicPr preferRelativeResize="0"/>
          <p:nvPr/>
        </p:nvPicPr>
        <p:blipFill rotWithShape="1">
          <a:blip r:embed="rId2">
            <a:alphaModFix/>
          </a:blip>
          <a:srcRect/>
          <a:stretch/>
        </p:blipFill>
        <p:spPr>
          <a:xfrm>
            <a:off x="3335628" y="441265"/>
            <a:ext cx="2472744" cy="55995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6"/>
        <p:cNvGrpSpPr/>
        <p:nvPr/>
      </p:nvGrpSpPr>
      <p:grpSpPr>
        <a:xfrm>
          <a:off x="0" y="0"/>
          <a:ext cx="0" cy="0"/>
          <a:chOff x="0" y="0"/>
          <a:chExt cx="0" cy="0"/>
        </a:xfrm>
      </p:grpSpPr>
      <p:sp>
        <p:nvSpPr>
          <p:cNvPr id="87" name="Google Shape;87;p9"/>
          <p:cNvSpPr txBox="1">
            <a:spLocks noGrp="1"/>
          </p:cNvSpPr>
          <p:nvPr>
            <p:ph type="body" idx="1"/>
          </p:nvPr>
        </p:nvSpPr>
        <p:spPr>
          <a:xfrm>
            <a:off x="1042988" y="2492702"/>
            <a:ext cx="77724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88" name="Google Shape;88;p9"/>
          <p:cNvSpPr txBox="1">
            <a:spLocks noGrp="1"/>
          </p:cNvSpPr>
          <p:nvPr>
            <p:ph type="body" idx="2"/>
          </p:nvPr>
        </p:nvSpPr>
        <p:spPr>
          <a:xfrm>
            <a:off x="9144000" y="2492702"/>
            <a:ext cx="77724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89" name="Google Shape;89;p9"/>
          <p:cNvSpPr txBox="1">
            <a:spLocks noGrp="1"/>
          </p:cNvSpPr>
          <p:nvPr>
            <p:ph type="dt" idx="10"/>
          </p:nvPr>
        </p:nvSpPr>
        <p:spPr>
          <a:xfrm>
            <a:off x="1257300" y="9535998"/>
            <a:ext cx="411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9"/>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1" name="Google Shape;91;p9"/>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2" name="Google Shape;92;p9"/>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 name="Google Shape;93;p9"/>
          <p:cNvSpPr txBox="1">
            <a:spLocks noGrp="1"/>
          </p:cNvSpPr>
          <p:nvPr>
            <p:ph type="body" idx="3"/>
          </p:nvPr>
        </p:nvSpPr>
        <p:spPr>
          <a:xfrm>
            <a:off x="473870" y="1186046"/>
            <a:ext cx="17340300" cy="791400"/>
          </a:xfrm>
          <a:prstGeom prst="rect">
            <a:avLst/>
          </a:prstGeom>
          <a:noFill/>
          <a:ln>
            <a:noFill/>
          </a:ln>
        </p:spPr>
        <p:txBody>
          <a:bodyPr spcFirstLastPara="1" wrap="square" lIns="91425" tIns="45700" rIns="91425" bIns="45700" anchor="ctr" anchorCtr="0">
            <a:normAutofit/>
          </a:bodyPr>
          <a:lstStyle>
            <a:lvl1pPr marL="457200" lvl="0" indent="-228600" algn="l" rtl="0">
              <a:lnSpc>
                <a:spcPct val="90000"/>
              </a:lnSpc>
              <a:spcBef>
                <a:spcPts val="1500"/>
              </a:spcBef>
              <a:spcAft>
                <a:spcPts val="0"/>
              </a:spcAft>
              <a:buClr>
                <a:schemeClr val="dk1"/>
              </a:buClr>
              <a:buSzPts val="4200"/>
              <a:buNone/>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94"/>
        <p:cNvGrpSpPr/>
        <p:nvPr/>
      </p:nvGrpSpPr>
      <p:grpSpPr>
        <a:xfrm>
          <a:off x="0" y="0"/>
          <a:ext cx="0" cy="0"/>
          <a:chOff x="0" y="0"/>
          <a:chExt cx="0" cy="0"/>
        </a:xfrm>
      </p:grpSpPr>
      <p:sp>
        <p:nvSpPr>
          <p:cNvPr id="95" name="Google Shape;95;p10"/>
          <p:cNvSpPr txBox="1">
            <a:spLocks noGrp="1"/>
          </p:cNvSpPr>
          <p:nvPr>
            <p:ph type="body" idx="1"/>
          </p:nvPr>
        </p:nvSpPr>
        <p:spPr>
          <a:xfrm>
            <a:off x="1042989" y="2522134"/>
            <a:ext cx="5067300" cy="12360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500"/>
              </a:spcBef>
              <a:spcAft>
                <a:spcPts val="0"/>
              </a:spcAft>
              <a:buClr>
                <a:schemeClr val="dk1"/>
              </a:buClr>
              <a:buSzPts val="4000"/>
              <a:buNone/>
              <a:defRPr sz="40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96" name="Google Shape;96;p10"/>
          <p:cNvSpPr txBox="1">
            <a:spLocks noGrp="1"/>
          </p:cNvSpPr>
          <p:nvPr>
            <p:ph type="body" idx="2"/>
          </p:nvPr>
        </p:nvSpPr>
        <p:spPr>
          <a:xfrm>
            <a:off x="1042989" y="3758193"/>
            <a:ext cx="50673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97" name="Google Shape;97;p10"/>
          <p:cNvSpPr txBox="1">
            <a:spLocks noGrp="1"/>
          </p:cNvSpPr>
          <p:nvPr>
            <p:ph type="body" idx="3"/>
          </p:nvPr>
        </p:nvSpPr>
        <p:spPr>
          <a:xfrm>
            <a:off x="6597854" y="2522134"/>
            <a:ext cx="5092200" cy="12360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500"/>
              </a:spcBef>
              <a:spcAft>
                <a:spcPts val="0"/>
              </a:spcAft>
              <a:buClr>
                <a:schemeClr val="dk1"/>
              </a:buClr>
              <a:buSzPts val="4000"/>
              <a:buNone/>
              <a:defRPr sz="40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98" name="Google Shape;98;p10"/>
          <p:cNvSpPr txBox="1">
            <a:spLocks noGrp="1"/>
          </p:cNvSpPr>
          <p:nvPr>
            <p:ph type="body" idx="4"/>
          </p:nvPr>
        </p:nvSpPr>
        <p:spPr>
          <a:xfrm>
            <a:off x="6597854" y="3758193"/>
            <a:ext cx="50922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99" name="Google Shape;99;p10"/>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 name="Google Shape;100;p10"/>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10"/>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2" name="Google Shape;102;p10"/>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 name="Google Shape;103;p10"/>
          <p:cNvSpPr txBox="1">
            <a:spLocks noGrp="1"/>
          </p:cNvSpPr>
          <p:nvPr>
            <p:ph type="body" idx="5"/>
          </p:nvPr>
        </p:nvSpPr>
        <p:spPr>
          <a:xfrm>
            <a:off x="473870" y="1186046"/>
            <a:ext cx="17340300" cy="791400"/>
          </a:xfrm>
          <a:prstGeom prst="rect">
            <a:avLst/>
          </a:prstGeom>
          <a:noFill/>
          <a:ln>
            <a:noFill/>
          </a:ln>
        </p:spPr>
        <p:txBody>
          <a:bodyPr spcFirstLastPara="1" wrap="square" lIns="91425" tIns="45700" rIns="91425" bIns="45700" anchor="ctr" anchorCtr="0">
            <a:normAutofit/>
          </a:bodyPr>
          <a:lstStyle>
            <a:lvl1pPr marL="457200" lvl="0" indent="-228600" algn="l" rtl="0">
              <a:lnSpc>
                <a:spcPct val="90000"/>
              </a:lnSpc>
              <a:spcBef>
                <a:spcPts val="1500"/>
              </a:spcBef>
              <a:spcAft>
                <a:spcPts val="0"/>
              </a:spcAft>
              <a:buClr>
                <a:schemeClr val="dk1"/>
              </a:buClr>
              <a:buSzPts val="4200"/>
              <a:buNone/>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04" name="Google Shape;104;p10"/>
          <p:cNvSpPr txBox="1">
            <a:spLocks noGrp="1"/>
          </p:cNvSpPr>
          <p:nvPr>
            <p:ph type="body" idx="6"/>
          </p:nvPr>
        </p:nvSpPr>
        <p:spPr>
          <a:xfrm>
            <a:off x="12177674" y="2522134"/>
            <a:ext cx="5092200" cy="12360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500"/>
              </a:spcBef>
              <a:spcAft>
                <a:spcPts val="0"/>
              </a:spcAft>
              <a:buClr>
                <a:schemeClr val="dk1"/>
              </a:buClr>
              <a:buSzPts val="4000"/>
              <a:buNone/>
              <a:defRPr sz="40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105" name="Google Shape;105;p10"/>
          <p:cNvSpPr txBox="1">
            <a:spLocks noGrp="1"/>
          </p:cNvSpPr>
          <p:nvPr>
            <p:ph type="body" idx="7"/>
          </p:nvPr>
        </p:nvSpPr>
        <p:spPr>
          <a:xfrm>
            <a:off x="12177674" y="3758193"/>
            <a:ext cx="50922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p11"/>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8" name="Google Shape;108;p11"/>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9" name="Google Shape;109;p11"/>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0" name="Google Shape;110;p11"/>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Title Only">
  <p:cSld name="4_Title Only">
    <p:spTree>
      <p:nvGrpSpPr>
        <p:cNvPr id="1" name="Shape 111"/>
        <p:cNvGrpSpPr/>
        <p:nvPr/>
      </p:nvGrpSpPr>
      <p:grpSpPr>
        <a:xfrm>
          <a:off x="0" y="0"/>
          <a:ext cx="0" cy="0"/>
          <a:chOff x="0" y="0"/>
          <a:chExt cx="0" cy="0"/>
        </a:xfrm>
      </p:grpSpPr>
      <p:sp>
        <p:nvSpPr>
          <p:cNvPr id="112" name="Google Shape;112;p12"/>
          <p:cNvSpPr/>
          <p:nvPr/>
        </p:nvSpPr>
        <p:spPr>
          <a:xfrm>
            <a:off x="14677444" y="6666207"/>
            <a:ext cx="3620700" cy="3620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113" name="Google Shape;113;p12"/>
          <p:cNvSpPr/>
          <p:nvPr/>
        </p:nvSpPr>
        <p:spPr>
          <a:xfrm>
            <a:off x="0" y="1588"/>
            <a:ext cx="18288000" cy="1464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
        <p:nvSpPr>
          <p:cNvPr id="114" name="Google Shape;114;p12"/>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5" name="Google Shape;115;p12"/>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6" name="Google Shape;116;p12"/>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7" name="Google Shape;117;p12"/>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12"/>
          <p:cNvSpPr/>
          <p:nvPr/>
        </p:nvSpPr>
        <p:spPr>
          <a:xfrm>
            <a:off x="-1251175" y="8476603"/>
            <a:ext cx="3620700" cy="3620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00"/>
              <a:buFont typeface="Roboto"/>
              <a:buNone/>
            </a:pPr>
            <a:endParaRPr sz="2700" b="0" i="0" u="none" strike="noStrike" cap="none">
              <a:solidFill>
                <a:schemeClr val="dk1"/>
              </a:solidFill>
              <a:latin typeface="Roboto"/>
              <a:ea typeface="Roboto"/>
              <a:cs typeface="Roboto"/>
              <a:sym typeface="Roboto"/>
            </a:endParaRPr>
          </a:p>
        </p:txBody>
      </p:sp>
      <p:pic>
        <p:nvPicPr>
          <p:cNvPr id="119" name="Google Shape;119;p12"/>
          <p:cNvPicPr preferRelativeResize="0"/>
          <p:nvPr/>
        </p:nvPicPr>
        <p:blipFill rotWithShape="1">
          <a:blip r:embed="rId2">
            <a:alphaModFix/>
          </a:blip>
          <a:srcRect/>
          <a:stretch/>
        </p:blipFill>
        <p:spPr>
          <a:xfrm>
            <a:off x="15469112" y="455589"/>
            <a:ext cx="2563975" cy="580613"/>
          </a:xfrm>
          <a:prstGeom prst="rect">
            <a:avLst/>
          </a:prstGeom>
          <a:noFill/>
          <a:ln>
            <a:noFill/>
          </a:ln>
        </p:spPr>
      </p:pic>
      <p:cxnSp>
        <p:nvCxnSpPr>
          <p:cNvPr id="120" name="Google Shape;120;p12"/>
          <p:cNvCxnSpPr/>
          <p:nvPr/>
        </p:nvCxnSpPr>
        <p:spPr>
          <a:xfrm>
            <a:off x="473529" y="395691"/>
            <a:ext cx="0" cy="791400"/>
          </a:xfrm>
          <a:prstGeom prst="straightConnector1">
            <a:avLst/>
          </a:prstGeom>
          <a:noFill/>
          <a:ln w="57150" cap="flat" cmpd="sng">
            <a:solidFill>
              <a:schemeClr val="lt1"/>
            </a:solidFill>
            <a:prstDash val="solid"/>
            <a:miter lim="800000"/>
            <a:headEnd type="none" w="sm" len="sm"/>
            <a:tailEnd type="none" w="sm" len="sm"/>
          </a:ln>
        </p:spPr>
      </p:cxnSp>
      <p:sp>
        <p:nvSpPr>
          <p:cNvPr id="121" name="Google Shape;121;p12"/>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122"/>
        <p:cNvGrpSpPr/>
        <p:nvPr/>
      </p:nvGrpSpPr>
      <p:grpSpPr>
        <a:xfrm>
          <a:off x="0" y="0"/>
          <a:ext cx="0" cy="0"/>
          <a:chOff x="0" y="0"/>
          <a:chExt cx="0" cy="0"/>
        </a:xfrm>
      </p:grpSpPr>
      <p:sp>
        <p:nvSpPr>
          <p:cNvPr id="123" name="Google Shape;123;p13"/>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2"/>
              </a:buClr>
              <a:buSzPts val="6600"/>
              <a:buFont typeface="Playfair Display"/>
              <a:buNone/>
              <a:defRPr>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4" name="Google Shape;124;p13"/>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5" name="Google Shape;125;p13"/>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6" name="Google Shape;126;p13"/>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7" name="Google Shape;127;p13"/>
          <p:cNvSpPr txBox="1">
            <a:spLocks noGrp="1"/>
          </p:cNvSpPr>
          <p:nvPr>
            <p:ph type="body" idx="1"/>
          </p:nvPr>
        </p:nvSpPr>
        <p:spPr>
          <a:xfrm>
            <a:off x="1042988" y="1781698"/>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28" name="Google Shape;128;p13"/>
          <p:cNvSpPr/>
          <p:nvPr/>
        </p:nvSpPr>
        <p:spPr>
          <a:xfrm>
            <a:off x="1" y="5144295"/>
            <a:ext cx="99900" cy="5144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129" name="Google Shape;129;p13"/>
          <p:cNvSpPr/>
          <p:nvPr/>
        </p:nvSpPr>
        <p:spPr>
          <a:xfrm>
            <a:off x="1" y="-1"/>
            <a:ext cx="99900" cy="51444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ARK MIDDLE">
  <p:cSld name="DARK MIDDLE">
    <p:spTree>
      <p:nvGrpSpPr>
        <p:cNvPr id="1" name="Shape 130"/>
        <p:cNvGrpSpPr/>
        <p:nvPr/>
      </p:nvGrpSpPr>
      <p:grpSpPr>
        <a:xfrm>
          <a:off x="0" y="0"/>
          <a:ext cx="0" cy="0"/>
          <a:chOff x="0" y="0"/>
          <a:chExt cx="0" cy="0"/>
        </a:xfrm>
      </p:grpSpPr>
      <p:sp>
        <p:nvSpPr>
          <p:cNvPr id="131" name="Google Shape;131;p14"/>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2" name="Google Shape;132;p14"/>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3" name="Google Shape;133;p14"/>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4" name="Google Shape;134;p14"/>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5" name="Google Shape;135;p14"/>
          <p:cNvSpPr/>
          <p:nvPr/>
        </p:nvSpPr>
        <p:spPr>
          <a:xfrm>
            <a:off x="0" y="2400300"/>
            <a:ext cx="18288000"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ARK TOP SLIDE">
  <p:cSld name="DARK TOP SLIDE">
    <p:spTree>
      <p:nvGrpSpPr>
        <p:cNvPr id="1" name="Shape 136"/>
        <p:cNvGrpSpPr/>
        <p:nvPr/>
      </p:nvGrpSpPr>
      <p:grpSpPr>
        <a:xfrm>
          <a:off x="0" y="0"/>
          <a:ext cx="0" cy="0"/>
          <a:chOff x="0" y="0"/>
          <a:chExt cx="0" cy="0"/>
        </a:xfrm>
      </p:grpSpPr>
      <p:sp>
        <p:nvSpPr>
          <p:cNvPr id="137" name="Google Shape;137;p15"/>
          <p:cNvSpPr/>
          <p:nvPr/>
        </p:nvSpPr>
        <p:spPr>
          <a:xfrm>
            <a:off x="0" y="1587"/>
            <a:ext cx="18288000" cy="5317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
        <p:nvSpPr>
          <p:cNvPr id="138" name="Google Shape;138;p15"/>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9" name="Google Shape;139;p15"/>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0" name="Google Shape;140;p15"/>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1" name="Google Shape;141;p15"/>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42" name="Google Shape;142;p15"/>
          <p:cNvCxnSpPr/>
          <p:nvPr/>
        </p:nvCxnSpPr>
        <p:spPr>
          <a:xfrm>
            <a:off x="473529" y="395691"/>
            <a:ext cx="0" cy="791400"/>
          </a:xfrm>
          <a:prstGeom prst="straightConnector1">
            <a:avLst/>
          </a:prstGeom>
          <a:noFill/>
          <a:ln w="57150" cap="flat" cmpd="sng">
            <a:solidFill>
              <a:schemeClr val="lt1"/>
            </a:solidFill>
            <a:prstDash val="solid"/>
            <a:miter lim="800000"/>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43"/>
        <p:cNvGrpSpPr/>
        <p:nvPr/>
      </p:nvGrpSpPr>
      <p:grpSpPr>
        <a:xfrm>
          <a:off x="0" y="0"/>
          <a:ext cx="0" cy="0"/>
          <a:chOff x="0" y="0"/>
          <a:chExt cx="0" cy="0"/>
        </a:xfrm>
      </p:grpSpPr>
      <p:sp>
        <p:nvSpPr>
          <p:cNvPr id="144" name="Google Shape;144;p16"/>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5" name="Google Shape;145;p16"/>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6" name="Google Shape;146;p16"/>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banner">
  <p:cSld name="banner">
    <p:spTree>
      <p:nvGrpSpPr>
        <p:cNvPr id="1" name="Shape 147"/>
        <p:cNvGrpSpPr/>
        <p:nvPr/>
      </p:nvGrpSpPr>
      <p:grpSpPr>
        <a:xfrm>
          <a:off x="0" y="0"/>
          <a:ext cx="0" cy="0"/>
          <a:chOff x="0" y="0"/>
          <a:chExt cx="0" cy="0"/>
        </a:xfrm>
      </p:grpSpPr>
      <p:sp>
        <p:nvSpPr>
          <p:cNvPr id="148" name="Google Shape;148;p17"/>
          <p:cNvSpPr/>
          <p:nvPr/>
        </p:nvSpPr>
        <p:spPr>
          <a:xfrm>
            <a:off x="5923722" y="8825948"/>
            <a:ext cx="3896100" cy="993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Custom Layout">
  <p:cSld name="Custom Layout">
    <p:spTree>
      <p:nvGrpSpPr>
        <p:cNvPr id="1" name="Shape 149"/>
        <p:cNvGrpSpPr/>
        <p:nvPr/>
      </p:nvGrpSpPr>
      <p:grpSpPr>
        <a:xfrm>
          <a:off x="0" y="0"/>
          <a:ext cx="0" cy="0"/>
          <a:chOff x="0" y="0"/>
          <a:chExt cx="0" cy="0"/>
        </a:xfrm>
      </p:grpSpPr>
      <p:sp>
        <p:nvSpPr>
          <p:cNvPr id="150" name="Google Shape;150;p18"/>
          <p:cNvSpPr>
            <a:spLocks noGrp="1"/>
          </p:cNvSpPr>
          <p:nvPr>
            <p:ph type="pic" idx="2"/>
          </p:nvPr>
        </p:nvSpPr>
        <p:spPr>
          <a:xfrm>
            <a:off x="0" y="0"/>
            <a:ext cx="18288000" cy="102885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
  <p:cSld name="Title ">
    <p:spTree>
      <p:nvGrpSpPr>
        <p:cNvPr id="1" name="Shape 151"/>
        <p:cNvGrpSpPr/>
        <p:nvPr/>
      </p:nvGrpSpPr>
      <p:grpSpPr>
        <a:xfrm>
          <a:off x="0" y="0"/>
          <a:ext cx="0" cy="0"/>
          <a:chOff x="0" y="0"/>
          <a:chExt cx="0" cy="0"/>
        </a:xfrm>
      </p:grpSpPr>
      <p:sp>
        <p:nvSpPr>
          <p:cNvPr id="152" name="Google Shape;152;p19"/>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3" name="Google Shape;153;p19"/>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4" name="Google Shape;154;p19"/>
          <p:cNvSpPr/>
          <p:nvPr/>
        </p:nvSpPr>
        <p:spPr>
          <a:xfrm>
            <a:off x="7905136" y="0"/>
            <a:ext cx="2477700" cy="2498400"/>
          </a:xfrm>
          <a:prstGeom prst="rect">
            <a:avLst/>
          </a:prstGeom>
          <a:solidFill>
            <a:srgbClr val="DE6A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55" name="Google Shape;155;p19"/>
          <p:cNvSpPr/>
          <p:nvPr/>
        </p:nvSpPr>
        <p:spPr>
          <a:xfrm>
            <a:off x="7905136" y="9535996"/>
            <a:ext cx="2477700" cy="7527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56" name="Google Shape;156;p19"/>
          <p:cNvSpPr txBox="1">
            <a:spLocks noGrp="1"/>
          </p:cNvSpPr>
          <p:nvPr>
            <p:ph type="body" idx="1"/>
          </p:nvPr>
        </p:nvSpPr>
        <p:spPr>
          <a:xfrm>
            <a:off x="7905749" y="0"/>
            <a:ext cx="2477100" cy="2498400"/>
          </a:xfrm>
          <a:prstGeom prst="rect">
            <a:avLst/>
          </a:prstGeom>
          <a:solidFill>
            <a:srgbClr val="018146"/>
          </a:solidFill>
          <a:ln>
            <a:noFill/>
          </a:ln>
        </p:spPr>
        <p:txBody>
          <a:bodyPr spcFirstLastPara="1" wrap="square" lIns="91425" tIns="45700" rIns="91425" bIns="45700" anchor="ctr" anchorCtr="0">
            <a:normAutofit/>
          </a:bodyPr>
          <a:lstStyle>
            <a:lvl1pPr marL="457200" lvl="0" indent="-228600" algn="ctr" rtl="0">
              <a:lnSpc>
                <a:spcPct val="90000"/>
              </a:lnSpc>
              <a:spcBef>
                <a:spcPts val="1500"/>
              </a:spcBef>
              <a:spcAft>
                <a:spcPts val="0"/>
              </a:spcAft>
              <a:buClr>
                <a:schemeClr val="lt1"/>
              </a:buClr>
              <a:buSzPts val="14400"/>
              <a:buNone/>
              <a:defRPr sz="14400">
                <a:solidFill>
                  <a:schemeClr val="lt1"/>
                </a:solidFill>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57" name="Google Shape;157;p19"/>
          <p:cNvSpPr txBox="1">
            <a:spLocks noGrp="1"/>
          </p:cNvSpPr>
          <p:nvPr>
            <p:ph type="title"/>
          </p:nvPr>
        </p:nvSpPr>
        <p:spPr>
          <a:xfrm>
            <a:off x="734096" y="4749399"/>
            <a:ext cx="16819800" cy="7914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dk1"/>
              </a:buClr>
              <a:buSzPts val="8100"/>
              <a:buFont typeface="Playfair Display"/>
              <a:buNone/>
              <a:defRPr sz="8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8" name="Google Shape;158;p19"/>
          <p:cNvSpPr txBox="1">
            <a:spLocks noGrp="1"/>
          </p:cNvSpPr>
          <p:nvPr>
            <p:ph type="body" idx="2"/>
          </p:nvPr>
        </p:nvSpPr>
        <p:spPr>
          <a:xfrm>
            <a:off x="4360069" y="6009482"/>
            <a:ext cx="9567900" cy="12870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dk1"/>
              </a:buClr>
              <a:buSzPts val="3600"/>
              <a:buNone/>
              <a:defRPr sz="3600"/>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grpSp>
        <p:nvGrpSpPr>
          <p:cNvPr id="159" name="Google Shape;159;p19"/>
          <p:cNvGrpSpPr/>
          <p:nvPr/>
        </p:nvGrpSpPr>
        <p:grpSpPr>
          <a:xfrm>
            <a:off x="15035298" y="6804554"/>
            <a:ext cx="3814543" cy="3899555"/>
            <a:chOff x="9414500" y="3211685"/>
            <a:chExt cx="1939368" cy="1982287"/>
          </a:xfrm>
        </p:grpSpPr>
        <p:sp>
          <p:nvSpPr>
            <p:cNvPr id="160" name="Google Shape;160;p19"/>
            <p:cNvSpPr/>
            <p:nvPr/>
          </p:nvSpPr>
          <p:spPr>
            <a:xfrm>
              <a:off x="9414500" y="3673801"/>
              <a:ext cx="924300" cy="924300"/>
            </a:xfrm>
            <a:prstGeom prst="ellipse">
              <a:avLst/>
            </a:prstGeom>
            <a:noFill/>
            <a:ln w="28575" cap="flat" cmpd="sng">
              <a:solidFill>
                <a:srgbClr val="F7B94C">
                  <a:alpha val="239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61" name="Google Shape;161;p19"/>
            <p:cNvSpPr/>
            <p:nvPr/>
          </p:nvSpPr>
          <p:spPr>
            <a:xfrm>
              <a:off x="10429568" y="3211685"/>
              <a:ext cx="924300" cy="924300"/>
            </a:xfrm>
            <a:prstGeom prst="ellipse">
              <a:avLst/>
            </a:prstGeom>
            <a:noFill/>
            <a:ln w="28575" cap="flat" cmpd="sng">
              <a:solidFill>
                <a:srgbClr val="F7B94C">
                  <a:alpha val="239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62" name="Google Shape;162;p19"/>
            <p:cNvSpPr/>
            <p:nvPr/>
          </p:nvSpPr>
          <p:spPr>
            <a:xfrm>
              <a:off x="10338732" y="4269672"/>
              <a:ext cx="924300" cy="924300"/>
            </a:xfrm>
            <a:prstGeom prst="ellipse">
              <a:avLst/>
            </a:prstGeom>
            <a:noFill/>
            <a:ln w="28575" cap="flat" cmpd="sng">
              <a:solidFill>
                <a:srgbClr val="F7B94C">
                  <a:alpha val="239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Caption Only">
  <p:cSld name="Caption Only">
    <p:spTree>
      <p:nvGrpSpPr>
        <p:cNvPr id="1" name="Shape 163"/>
        <p:cNvGrpSpPr/>
        <p:nvPr/>
      </p:nvGrpSpPr>
      <p:grpSpPr>
        <a:xfrm>
          <a:off x="0" y="0"/>
          <a:ext cx="0" cy="0"/>
          <a:chOff x="0" y="0"/>
          <a:chExt cx="0" cy="0"/>
        </a:xfrm>
      </p:grpSpPr>
      <p:sp>
        <p:nvSpPr>
          <p:cNvPr id="164" name="Google Shape;164;p20"/>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5" name="Google Shape;165;p20"/>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6" name="Google Shape;166;p20"/>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7" name="Google Shape;167;p20"/>
          <p:cNvSpPr txBox="1">
            <a:spLocks noGrp="1"/>
          </p:cNvSpPr>
          <p:nvPr>
            <p:ph type="body" idx="1"/>
          </p:nvPr>
        </p:nvSpPr>
        <p:spPr>
          <a:xfrm>
            <a:off x="3078956" y="3715154"/>
            <a:ext cx="12425400" cy="2858400"/>
          </a:xfrm>
          <a:prstGeom prst="rect">
            <a:avLst/>
          </a:prstGeom>
          <a:noFill/>
          <a:ln>
            <a:noFill/>
          </a:ln>
        </p:spPr>
        <p:txBody>
          <a:bodyPr spcFirstLastPara="1" wrap="square" lIns="91425" tIns="45700" rIns="91425" bIns="45700" anchor="ctr" anchorCtr="0">
            <a:normAutofit/>
          </a:bodyPr>
          <a:lstStyle>
            <a:lvl1pPr marL="457200" lvl="0" indent="-228600" algn="ctr" rtl="0">
              <a:lnSpc>
                <a:spcPct val="90000"/>
              </a:lnSpc>
              <a:spcBef>
                <a:spcPts val="1500"/>
              </a:spcBef>
              <a:spcAft>
                <a:spcPts val="0"/>
              </a:spcAft>
              <a:buClr>
                <a:schemeClr val="dk1"/>
              </a:buClr>
              <a:buSzPts val="4200"/>
              <a:buNone/>
              <a:defRPr/>
            </a:lvl1pPr>
            <a:lvl2pPr marL="914400" lvl="1" indent="-228600" algn="l" rtl="0">
              <a:lnSpc>
                <a:spcPct val="90000"/>
              </a:lnSpc>
              <a:spcBef>
                <a:spcPts val="750"/>
              </a:spcBef>
              <a:spcAft>
                <a:spcPts val="0"/>
              </a:spcAft>
              <a:buClr>
                <a:schemeClr val="dk1"/>
              </a:buClr>
              <a:buSzPts val="3600"/>
              <a:buNone/>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68" name="Google Shape;168;p20"/>
          <p:cNvSpPr/>
          <p:nvPr/>
        </p:nvSpPr>
        <p:spPr>
          <a:xfrm>
            <a:off x="3060700" y="3696270"/>
            <a:ext cx="902400" cy="902700"/>
          </a:xfrm>
          <a:prstGeom prst="halfFrame">
            <a:avLst>
              <a:gd name="adj1" fmla="val 2898"/>
              <a:gd name="adj2" fmla="val 2898"/>
            </a:avLst>
          </a:prstGeom>
          <a:solidFill>
            <a:srgbClr val="DE6A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dk1"/>
              </a:solidFill>
              <a:latin typeface="Roboto"/>
              <a:ea typeface="Roboto"/>
              <a:cs typeface="Roboto"/>
              <a:sym typeface="Roboto"/>
            </a:endParaRPr>
          </a:p>
        </p:txBody>
      </p:sp>
      <p:sp>
        <p:nvSpPr>
          <p:cNvPr id="169" name="Google Shape;169;p20"/>
          <p:cNvSpPr/>
          <p:nvPr/>
        </p:nvSpPr>
        <p:spPr>
          <a:xfrm rot="10800000">
            <a:off x="14601919" y="5670735"/>
            <a:ext cx="902400" cy="902700"/>
          </a:xfrm>
          <a:prstGeom prst="halfFrame">
            <a:avLst>
              <a:gd name="adj1" fmla="val 2898"/>
              <a:gd name="adj2" fmla="val 2898"/>
            </a:avLst>
          </a:prstGeom>
          <a:solidFill>
            <a:srgbClr val="DE6A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dk1"/>
              </a:solidFill>
              <a:latin typeface="Roboto"/>
              <a:ea typeface="Roboto"/>
              <a:cs typeface="Roboto"/>
              <a:sym typeface="Robo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Content with Caption - RIGHT">
  <p:cSld name="Content with Caption - RIGHT">
    <p:spTree>
      <p:nvGrpSpPr>
        <p:cNvPr id="1" name="Shape 170"/>
        <p:cNvGrpSpPr/>
        <p:nvPr/>
      </p:nvGrpSpPr>
      <p:grpSpPr>
        <a:xfrm>
          <a:off x="0" y="0"/>
          <a:ext cx="0" cy="0"/>
          <a:chOff x="0" y="0"/>
          <a:chExt cx="0" cy="0"/>
        </a:xfrm>
      </p:grpSpPr>
      <p:sp>
        <p:nvSpPr>
          <p:cNvPr id="171" name="Google Shape;171;p21"/>
          <p:cNvSpPr/>
          <p:nvPr/>
        </p:nvSpPr>
        <p:spPr>
          <a:xfrm>
            <a:off x="9144000" y="0"/>
            <a:ext cx="9144000" cy="10288500"/>
          </a:xfrm>
          <a:prstGeom prst="rect">
            <a:avLst/>
          </a:prstGeom>
          <a:solidFill>
            <a:srgbClr val="0181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72" name="Google Shape;172;p21"/>
          <p:cNvSpPr txBox="1">
            <a:spLocks noGrp="1"/>
          </p:cNvSpPr>
          <p:nvPr>
            <p:ph type="body" idx="1"/>
          </p:nvPr>
        </p:nvSpPr>
        <p:spPr>
          <a:xfrm>
            <a:off x="0" y="0"/>
            <a:ext cx="91440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sp>
        <p:nvSpPr>
          <p:cNvPr id="173" name="Google Shape;173;p21"/>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800" b="0" i="0" u="none" strike="noStrike" cap="none">
                <a:solidFill>
                  <a:schemeClr val="lt1"/>
                </a:solidFill>
                <a:latin typeface="Roboto"/>
                <a:ea typeface="Roboto"/>
                <a:cs typeface="Roboto"/>
                <a:sym typeface="Roboto"/>
              </a:defRPr>
            </a:lvl1pPr>
            <a:lvl2pPr marL="0" lvl="1" indent="0" algn="r" rtl="0">
              <a:spcBef>
                <a:spcPts val="0"/>
              </a:spcBef>
              <a:buNone/>
              <a:defRPr sz="1800" b="0" i="0" u="none" strike="noStrike" cap="none">
                <a:solidFill>
                  <a:schemeClr val="lt1"/>
                </a:solidFill>
                <a:latin typeface="Roboto"/>
                <a:ea typeface="Roboto"/>
                <a:cs typeface="Roboto"/>
                <a:sym typeface="Roboto"/>
              </a:defRPr>
            </a:lvl2pPr>
            <a:lvl3pPr marL="0" lvl="2" indent="0" algn="r" rtl="0">
              <a:spcBef>
                <a:spcPts val="0"/>
              </a:spcBef>
              <a:buNone/>
              <a:defRPr sz="1800" b="0" i="0" u="none" strike="noStrike" cap="none">
                <a:solidFill>
                  <a:schemeClr val="lt1"/>
                </a:solidFill>
                <a:latin typeface="Roboto"/>
                <a:ea typeface="Roboto"/>
                <a:cs typeface="Roboto"/>
                <a:sym typeface="Roboto"/>
              </a:defRPr>
            </a:lvl3pPr>
            <a:lvl4pPr marL="0" lvl="3" indent="0" algn="r" rtl="0">
              <a:spcBef>
                <a:spcPts val="0"/>
              </a:spcBef>
              <a:buNone/>
              <a:defRPr sz="1800" b="0" i="0" u="none" strike="noStrike" cap="none">
                <a:solidFill>
                  <a:schemeClr val="lt1"/>
                </a:solidFill>
                <a:latin typeface="Roboto"/>
                <a:ea typeface="Roboto"/>
                <a:cs typeface="Roboto"/>
                <a:sym typeface="Roboto"/>
              </a:defRPr>
            </a:lvl4pPr>
            <a:lvl5pPr marL="0" lvl="4" indent="0" algn="r" rtl="0">
              <a:spcBef>
                <a:spcPts val="0"/>
              </a:spcBef>
              <a:buNone/>
              <a:defRPr sz="1800" b="0" i="0" u="none" strike="noStrike" cap="none">
                <a:solidFill>
                  <a:schemeClr val="lt1"/>
                </a:solidFill>
                <a:latin typeface="Roboto"/>
                <a:ea typeface="Roboto"/>
                <a:cs typeface="Roboto"/>
                <a:sym typeface="Roboto"/>
              </a:defRPr>
            </a:lvl5pPr>
            <a:lvl6pPr marL="0" lvl="5" indent="0" algn="r" rtl="0">
              <a:spcBef>
                <a:spcPts val="0"/>
              </a:spcBef>
              <a:buNone/>
              <a:defRPr sz="1800" b="0" i="0" u="none" strike="noStrike" cap="none">
                <a:solidFill>
                  <a:schemeClr val="lt1"/>
                </a:solidFill>
                <a:latin typeface="Roboto"/>
                <a:ea typeface="Roboto"/>
                <a:cs typeface="Roboto"/>
                <a:sym typeface="Roboto"/>
              </a:defRPr>
            </a:lvl6pPr>
            <a:lvl7pPr marL="0" lvl="6" indent="0" algn="r" rtl="0">
              <a:spcBef>
                <a:spcPts val="0"/>
              </a:spcBef>
              <a:buNone/>
              <a:defRPr sz="1800" b="0" i="0" u="none" strike="noStrike" cap="none">
                <a:solidFill>
                  <a:schemeClr val="lt1"/>
                </a:solidFill>
                <a:latin typeface="Roboto"/>
                <a:ea typeface="Roboto"/>
                <a:cs typeface="Roboto"/>
                <a:sym typeface="Roboto"/>
              </a:defRPr>
            </a:lvl7pPr>
            <a:lvl8pPr marL="0" lvl="7" indent="0" algn="r" rtl="0">
              <a:spcBef>
                <a:spcPts val="0"/>
              </a:spcBef>
              <a:buNone/>
              <a:defRPr sz="1800" b="0" i="0" u="none" strike="noStrike" cap="none">
                <a:solidFill>
                  <a:schemeClr val="lt1"/>
                </a:solidFill>
                <a:latin typeface="Roboto"/>
                <a:ea typeface="Roboto"/>
                <a:cs typeface="Roboto"/>
                <a:sym typeface="Roboto"/>
              </a:defRPr>
            </a:lvl8pPr>
            <a:lvl9pPr marL="0" lvl="8" indent="0" algn="r" rtl="0">
              <a:spcBef>
                <a:spcPts val="0"/>
              </a:spcBef>
              <a:buNone/>
              <a:defRPr sz="18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74" name="Google Shape;174;p21"/>
          <p:cNvSpPr txBox="1">
            <a:spLocks noGrp="1"/>
          </p:cNvSpPr>
          <p:nvPr>
            <p:ph type="title"/>
          </p:nvPr>
        </p:nvSpPr>
        <p:spPr>
          <a:xfrm>
            <a:off x="9956721" y="4342880"/>
            <a:ext cx="7518600" cy="16029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5" name="Google Shape;175;p21"/>
          <p:cNvSpPr txBox="1">
            <a:spLocks noGrp="1"/>
          </p:cNvSpPr>
          <p:nvPr>
            <p:ph type="body" idx="2"/>
          </p:nvPr>
        </p:nvSpPr>
        <p:spPr>
          <a:xfrm>
            <a:off x="9956721" y="6138021"/>
            <a:ext cx="7518600" cy="16029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lt1"/>
              </a:buClr>
              <a:buSzPts val="3600"/>
              <a:buNone/>
              <a:defRPr sz="3600">
                <a:solidFill>
                  <a:schemeClr val="lt1"/>
                </a:solidFil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0"/>
              <a:buNone/>
              <a:defRPr sz="1500"/>
            </a:lvl4pPr>
            <a:lvl5pPr marL="2286000" lvl="4" indent="-228600" algn="l" rtl="0">
              <a:lnSpc>
                <a:spcPct val="90000"/>
              </a:lnSpc>
              <a:spcBef>
                <a:spcPts val="750"/>
              </a:spcBef>
              <a:spcAft>
                <a:spcPts val="0"/>
              </a:spcAft>
              <a:buClr>
                <a:schemeClr val="dk1"/>
              </a:buClr>
              <a:buSzPts val="1500"/>
              <a:buNone/>
              <a:defRPr sz="1500"/>
            </a:lvl5pPr>
            <a:lvl6pPr marL="2743200" lvl="5" indent="-228600" algn="l" rtl="0">
              <a:lnSpc>
                <a:spcPct val="90000"/>
              </a:lnSpc>
              <a:spcBef>
                <a:spcPts val="750"/>
              </a:spcBef>
              <a:spcAft>
                <a:spcPts val="0"/>
              </a:spcAft>
              <a:buClr>
                <a:schemeClr val="dk1"/>
              </a:buClr>
              <a:buSzPts val="1500"/>
              <a:buNone/>
              <a:defRPr sz="1500"/>
            </a:lvl6pPr>
            <a:lvl7pPr marL="3200400" lvl="6" indent="-228600" algn="l" rtl="0">
              <a:lnSpc>
                <a:spcPct val="90000"/>
              </a:lnSpc>
              <a:spcBef>
                <a:spcPts val="750"/>
              </a:spcBef>
              <a:spcAft>
                <a:spcPts val="0"/>
              </a:spcAft>
              <a:buClr>
                <a:schemeClr val="dk1"/>
              </a:buClr>
              <a:buSzPts val="1500"/>
              <a:buNone/>
              <a:defRPr sz="1500"/>
            </a:lvl7pPr>
            <a:lvl8pPr marL="3657600" lvl="7" indent="-228600" algn="l" rtl="0">
              <a:lnSpc>
                <a:spcPct val="90000"/>
              </a:lnSpc>
              <a:spcBef>
                <a:spcPts val="750"/>
              </a:spcBef>
              <a:spcAft>
                <a:spcPts val="0"/>
              </a:spcAft>
              <a:buClr>
                <a:schemeClr val="dk1"/>
              </a:buClr>
              <a:buSzPts val="1500"/>
              <a:buNone/>
              <a:defRPr sz="1500"/>
            </a:lvl8pPr>
            <a:lvl9pPr marL="4114800" lvl="8" indent="-228600" algn="l" rtl="0">
              <a:lnSpc>
                <a:spcPct val="90000"/>
              </a:lnSpc>
              <a:spcBef>
                <a:spcPts val="750"/>
              </a:spcBef>
              <a:spcAft>
                <a:spcPts val="0"/>
              </a:spcAft>
              <a:buClr>
                <a:schemeClr val="dk1"/>
              </a:buClr>
              <a:buSzPts val="1500"/>
              <a:buNone/>
              <a:defRPr sz="1500"/>
            </a:lvl9pPr>
          </a:lstStyle>
          <a:p>
            <a:endParaRPr/>
          </a:p>
        </p:txBody>
      </p:sp>
      <p:pic>
        <p:nvPicPr>
          <p:cNvPr id="176" name="Google Shape;176;p21"/>
          <p:cNvPicPr preferRelativeResize="0"/>
          <p:nvPr/>
        </p:nvPicPr>
        <p:blipFill rotWithShape="1">
          <a:blip r:embed="rId2">
            <a:alphaModFix/>
          </a:blip>
          <a:srcRect/>
          <a:stretch/>
        </p:blipFill>
        <p:spPr>
          <a:xfrm>
            <a:off x="12479628" y="441265"/>
            <a:ext cx="2472744" cy="55995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Content with Caption -LEFT BLACK">
  <p:cSld name="Content with Caption -LEFT BLACK">
    <p:spTree>
      <p:nvGrpSpPr>
        <p:cNvPr id="1" name="Shape 177"/>
        <p:cNvGrpSpPr/>
        <p:nvPr/>
      </p:nvGrpSpPr>
      <p:grpSpPr>
        <a:xfrm>
          <a:off x="0" y="0"/>
          <a:ext cx="0" cy="0"/>
          <a:chOff x="0" y="0"/>
          <a:chExt cx="0" cy="0"/>
        </a:xfrm>
      </p:grpSpPr>
      <p:sp>
        <p:nvSpPr>
          <p:cNvPr id="178" name="Google Shape;178;p22"/>
          <p:cNvSpPr/>
          <p:nvPr/>
        </p:nvSpPr>
        <p:spPr>
          <a:xfrm>
            <a:off x="0" y="0"/>
            <a:ext cx="9144000" cy="10288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79" name="Google Shape;179;p22"/>
          <p:cNvSpPr txBox="1">
            <a:spLocks noGrp="1"/>
          </p:cNvSpPr>
          <p:nvPr>
            <p:ph type="body" idx="1"/>
          </p:nvPr>
        </p:nvSpPr>
        <p:spPr>
          <a:xfrm>
            <a:off x="9144000" y="0"/>
            <a:ext cx="92583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sp>
        <p:nvSpPr>
          <p:cNvPr id="180" name="Google Shape;180;p22"/>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1" name="Google Shape;181;p22"/>
          <p:cNvSpPr txBox="1">
            <a:spLocks noGrp="1"/>
          </p:cNvSpPr>
          <p:nvPr>
            <p:ph type="title"/>
          </p:nvPr>
        </p:nvSpPr>
        <p:spPr>
          <a:xfrm>
            <a:off x="812721" y="4342880"/>
            <a:ext cx="7518600" cy="16029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2" name="Google Shape;182;p22"/>
          <p:cNvSpPr txBox="1">
            <a:spLocks noGrp="1"/>
          </p:cNvSpPr>
          <p:nvPr>
            <p:ph type="body" idx="2"/>
          </p:nvPr>
        </p:nvSpPr>
        <p:spPr>
          <a:xfrm>
            <a:off x="812721" y="6138021"/>
            <a:ext cx="7518600" cy="16029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lt1"/>
              </a:buClr>
              <a:buSzPts val="3600"/>
              <a:buNone/>
              <a:defRPr sz="3600">
                <a:solidFill>
                  <a:schemeClr val="lt1"/>
                </a:solidFil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0"/>
              <a:buNone/>
              <a:defRPr sz="1500"/>
            </a:lvl4pPr>
            <a:lvl5pPr marL="2286000" lvl="4" indent="-228600" algn="l" rtl="0">
              <a:lnSpc>
                <a:spcPct val="90000"/>
              </a:lnSpc>
              <a:spcBef>
                <a:spcPts val="750"/>
              </a:spcBef>
              <a:spcAft>
                <a:spcPts val="0"/>
              </a:spcAft>
              <a:buClr>
                <a:schemeClr val="dk1"/>
              </a:buClr>
              <a:buSzPts val="1500"/>
              <a:buNone/>
              <a:defRPr sz="1500"/>
            </a:lvl5pPr>
            <a:lvl6pPr marL="2743200" lvl="5" indent="-228600" algn="l" rtl="0">
              <a:lnSpc>
                <a:spcPct val="90000"/>
              </a:lnSpc>
              <a:spcBef>
                <a:spcPts val="750"/>
              </a:spcBef>
              <a:spcAft>
                <a:spcPts val="0"/>
              </a:spcAft>
              <a:buClr>
                <a:schemeClr val="dk1"/>
              </a:buClr>
              <a:buSzPts val="1500"/>
              <a:buNone/>
              <a:defRPr sz="1500"/>
            </a:lvl6pPr>
            <a:lvl7pPr marL="3200400" lvl="6" indent="-228600" algn="l" rtl="0">
              <a:lnSpc>
                <a:spcPct val="90000"/>
              </a:lnSpc>
              <a:spcBef>
                <a:spcPts val="750"/>
              </a:spcBef>
              <a:spcAft>
                <a:spcPts val="0"/>
              </a:spcAft>
              <a:buClr>
                <a:schemeClr val="dk1"/>
              </a:buClr>
              <a:buSzPts val="1500"/>
              <a:buNone/>
              <a:defRPr sz="1500"/>
            </a:lvl7pPr>
            <a:lvl8pPr marL="3657600" lvl="7" indent="-228600" algn="l" rtl="0">
              <a:lnSpc>
                <a:spcPct val="90000"/>
              </a:lnSpc>
              <a:spcBef>
                <a:spcPts val="750"/>
              </a:spcBef>
              <a:spcAft>
                <a:spcPts val="0"/>
              </a:spcAft>
              <a:buClr>
                <a:schemeClr val="dk1"/>
              </a:buClr>
              <a:buSzPts val="1500"/>
              <a:buNone/>
              <a:defRPr sz="1500"/>
            </a:lvl8pPr>
            <a:lvl9pPr marL="4114800" lvl="8" indent="-228600" algn="l" rtl="0">
              <a:lnSpc>
                <a:spcPct val="90000"/>
              </a:lnSpc>
              <a:spcBef>
                <a:spcPts val="750"/>
              </a:spcBef>
              <a:spcAft>
                <a:spcPts val="0"/>
              </a:spcAft>
              <a:buClr>
                <a:schemeClr val="dk1"/>
              </a:buClr>
              <a:buSzPts val="1500"/>
              <a:buNone/>
              <a:defRPr sz="1500"/>
            </a:lvl9pPr>
          </a:lstStyle>
          <a:p>
            <a:endParaRPr/>
          </a:p>
        </p:txBody>
      </p:sp>
      <p:pic>
        <p:nvPicPr>
          <p:cNvPr id="183" name="Google Shape;183;p22"/>
          <p:cNvPicPr preferRelativeResize="0"/>
          <p:nvPr/>
        </p:nvPicPr>
        <p:blipFill rotWithShape="1">
          <a:blip r:embed="rId2">
            <a:alphaModFix/>
          </a:blip>
          <a:srcRect/>
          <a:stretch/>
        </p:blipFill>
        <p:spPr>
          <a:xfrm>
            <a:off x="3335628" y="441265"/>
            <a:ext cx="2472744" cy="55995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Content with Caption - RIGHT BLACK">
  <p:cSld name="Content with Caption - RIGHT BLACK">
    <p:spTree>
      <p:nvGrpSpPr>
        <p:cNvPr id="1" name="Shape 184"/>
        <p:cNvGrpSpPr/>
        <p:nvPr/>
      </p:nvGrpSpPr>
      <p:grpSpPr>
        <a:xfrm>
          <a:off x="0" y="0"/>
          <a:ext cx="0" cy="0"/>
          <a:chOff x="0" y="0"/>
          <a:chExt cx="0" cy="0"/>
        </a:xfrm>
      </p:grpSpPr>
      <p:sp>
        <p:nvSpPr>
          <p:cNvPr id="185" name="Google Shape;185;p23"/>
          <p:cNvSpPr/>
          <p:nvPr/>
        </p:nvSpPr>
        <p:spPr>
          <a:xfrm>
            <a:off x="9144000" y="0"/>
            <a:ext cx="9144000" cy="10288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86" name="Google Shape;186;p23"/>
          <p:cNvSpPr txBox="1">
            <a:spLocks noGrp="1"/>
          </p:cNvSpPr>
          <p:nvPr>
            <p:ph type="body" idx="1"/>
          </p:nvPr>
        </p:nvSpPr>
        <p:spPr>
          <a:xfrm>
            <a:off x="0" y="0"/>
            <a:ext cx="91440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sp>
        <p:nvSpPr>
          <p:cNvPr id="187" name="Google Shape;187;p23"/>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800" b="0" i="0" u="none" strike="noStrike" cap="none">
                <a:solidFill>
                  <a:schemeClr val="lt1"/>
                </a:solidFill>
                <a:latin typeface="Roboto"/>
                <a:ea typeface="Roboto"/>
                <a:cs typeface="Roboto"/>
                <a:sym typeface="Roboto"/>
              </a:defRPr>
            </a:lvl1pPr>
            <a:lvl2pPr marL="0" lvl="1" indent="0" algn="r" rtl="0">
              <a:spcBef>
                <a:spcPts val="0"/>
              </a:spcBef>
              <a:buNone/>
              <a:defRPr sz="1800" b="0" i="0" u="none" strike="noStrike" cap="none">
                <a:solidFill>
                  <a:schemeClr val="lt1"/>
                </a:solidFill>
                <a:latin typeface="Roboto"/>
                <a:ea typeface="Roboto"/>
                <a:cs typeface="Roboto"/>
                <a:sym typeface="Roboto"/>
              </a:defRPr>
            </a:lvl2pPr>
            <a:lvl3pPr marL="0" lvl="2" indent="0" algn="r" rtl="0">
              <a:spcBef>
                <a:spcPts val="0"/>
              </a:spcBef>
              <a:buNone/>
              <a:defRPr sz="1800" b="0" i="0" u="none" strike="noStrike" cap="none">
                <a:solidFill>
                  <a:schemeClr val="lt1"/>
                </a:solidFill>
                <a:latin typeface="Roboto"/>
                <a:ea typeface="Roboto"/>
                <a:cs typeface="Roboto"/>
                <a:sym typeface="Roboto"/>
              </a:defRPr>
            </a:lvl3pPr>
            <a:lvl4pPr marL="0" lvl="3" indent="0" algn="r" rtl="0">
              <a:spcBef>
                <a:spcPts val="0"/>
              </a:spcBef>
              <a:buNone/>
              <a:defRPr sz="1800" b="0" i="0" u="none" strike="noStrike" cap="none">
                <a:solidFill>
                  <a:schemeClr val="lt1"/>
                </a:solidFill>
                <a:latin typeface="Roboto"/>
                <a:ea typeface="Roboto"/>
                <a:cs typeface="Roboto"/>
                <a:sym typeface="Roboto"/>
              </a:defRPr>
            </a:lvl4pPr>
            <a:lvl5pPr marL="0" lvl="4" indent="0" algn="r" rtl="0">
              <a:spcBef>
                <a:spcPts val="0"/>
              </a:spcBef>
              <a:buNone/>
              <a:defRPr sz="1800" b="0" i="0" u="none" strike="noStrike" cap="none">
                <a:solidFill>
                  <a:schemeClr val="lt1"/>
                </a:solidFill>
                <a:latin typeface="Roboto"/>
                <a:ea typeface="Roboto"/>
                <a:cs typeface="Roboto"/>
                <a:sym typeface="Roboto"/>
              </a:defRPr>
            </a:lvl5pPr>
            <a:lvl6pPr marL="0" lvl="5" indent="0" algn="r" rtl="0">
              <a:spcBef>
                <a:spcPts val="0"/>
              </a:spcBef>
              <a:buNone/>
              <a:defRPr sz="1800" b="0" i="0" u="none" strike="noStrike" cap="none">
                <a:solidFill>
                  <a:schemeClr val="lt1"/>
                </a:solidFill>
                <a:latin typeface="Roboto"/>
                <a:ea typeface="Roboto"/>
                <a:cs typeface="Roboto"/>
                <a:sym typeface="Roboto"/>
              </a:defRPr>
            </a:lvl6pPr>
            <a:lvl7pPr marL="0" lvl="6" indent="0" algn="r" rtl="0">
              <a:spcBef>
                <a:spcPts val="0"/>
              </a:spcBef>
              <a:buNone/>
              <a:defRPr sz="1800" b="0" i="0" u="none" strike="noStrike" cap="none">
                <a:solidFill>
                  <a:schemeClr val="lt1"/>
                </a:solidFill>
                <a:latin typeface="Roboto"/>
                <a:ea typeface="Roboto"/>
                <a:cs typeface="Roboto"/>
                <a:sym typeface="Roboto"/>
              </a:defRPr>
            </a:lvl7pPr>
            <a:lvl8pPr marL="0" lvl="7" indent="0" algn="r" rtl="0">
              <a:spcBef>
                <a:spcPts val="0"/>
              </a:spcBef>
              <a:buNone/>
              <a:defRPr sz="1800" b="0" i="0" u="none" strike="noStrike" cap="none">
                <a:solidFill>
                  <a:schemeClr val="lt1"/>
                </a:solidFill>
                <a:latin typeface="Roboto"/>
                <a:ea typeface="Roboto"/>
                <a:cs typeface="Roboto"/>
                <a:sym typeface="Roboto"/>
              </a:defRPr>
            </a:lvl8pPr>
            <a:lvl9pPr marL="0" lvl="8" indent="0" algn="r" rtl="0">
              <a:spcBef>
                <a:spcPts val="0"/>
              </a:spcBef>
              <a:buNone/>
              <a:defRPr sz="18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88" name="Google Shape;188;p23"/>
          <p:cNvSpPr txBox="1">
            <a:spLocks noGrp="1"/>
          </p:cNvSpPr>
          <p:nvPr>
            <p:ph type="title"/>
          </p:nvPr>
        </p:nvSpPr>
        <p:spPr>
          <a:xfrm>
            <a:off x="9956721" y="4342880"/>
            <a:ext cx="7518600" cy="16029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9" name="Google Shape;189;p23"/>
          <p:cNvSpPr txBox="1">
            <a:spLocks noGrp="1"/>
          </p:cNvSpPr>
          <p:nvPr>
            <p:ph type="body" idx="2"/>
          </p:nvPr>
        </p:nvSpPr>
        <p:spPr>
          <a:xfrm>
            <a:off x="9956721" y="6138021"/>
            <a:ext cx="7518600" cy="16029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lt1"/>
              </a:buClr>
              <a:buSzPts val="3600"/>
              <a:buNone/>
              <a:defRPr sz="3600">
                <a:solidFill>
                  <a:schemeClr val="lt1"/>
                </a:solidFil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0"/>
              <a:buNone/>
              <a:defRPr sz="1500"/>
            </a:lvl4pPr>
            <a:lvl5pPr marL="2286000" lvl="4" indent="-228600" algn="l" rtl="0">
              <a:lnSpc>
                <a:spcPct val="90000"/>
              </a:lnSpc>
              <a:spcBef>
                <a:spcPts val="750"/>
              </a:spcBef>
              <a:spcAft>
                <a:spcPts val="0"/>
              </a:spcAft>
              <a:buClr>
                <a:schemeClr val="dk1"/>
              </a:buClr>
              <a:buSzPts val="1500"/>
              <a:buNone/>
              <a:defRPr sz="1500"/>
            </a:lvl5pPr>
            <a:lvl6pPr marL="2743200" lvl="5" indent="-228600" algn="l" rtl="0">
              <a:lnSpc>
                <a:spcPct val="90000"/>
              </a:lnSpc>
              <a:spcBef>
                <a:spcPts val="750"/>
              </a:spcBef>
              <a:spcAft>
                <a:spcPts val="0"/>
              </a:spcAft>
              <a:buClr>
                <a:schemeClr val="dk1"/>
              </a:buClr>
              <a:buSzPts val="1500"/>
              <a:buNone/>
              <a:defRPr sz="1500"/>
            </a:lvl6pPr>
            <a:lvl7pPr marL="3200400" lvl="6" indent="-228600" algn="l" rtl="0">
              <a:lnSpc>
                <a:spcPct val="90000"/>
              </a:lnSpc>
              <a:spcBef>
                <a:spcPts val="750"/>
              </a:spcBef>
              <a:spcAft>
                <a:spcPts val="0"/>
              </a:spcAft>
              <a:buClr>
                <a:schemeClr val="dk1"/>
              </a:buClr>
              <a:buSzPts val="1500"/>
              <a:buNone/>
              <a:defRPr sz="1500"/>
            </a:lvl7pPr>
            <a:lvl8pPr marL="3657600" lvl="7" indent="-228600" algn="l" rtl="0">
              <a:lnSpc>
                <a:spcPct val="90000"/>
              </a:lnSpc>
              <a:spcBef>
                <a:spcPts val="750"/>
              </a:spcBef>
              <a:spcAft>
                <a:spcPts val="0"/>
              </a:spcAft>
              <a:buClr>
                <a:schemeClr val="dk1"/>
              </a:buClr>
              <a:buSzPts val="1500"/>
              <a:buNone/>
              <a:defRPr sz="1500"/>
            </a:lvl8pPr>
            <a:lvl9pPr marL="4114800" lvl="8" indent="-228600" algn="l" rtl="0">
              <a:lnSpc>
                <a:spcPct val="90000"/>
              </a:lnSpc>
              <a:spcBef>
                <a:spcPts val="750"/>
              </a:spcBef>
              <a:spcAft>
                <a:spcPts val="0"/>
              </a:spcAft>
              <a:buClr>
                <a:schemeClr val="dk1"/>
              </a:buClr>
              <a:buSzPts val="1500"/>
              <a:buNone/>
              <a:defRPr sz="1500"/>
            </a:lvl9pPr>
          </a:lstStyle>
          <a:p>
            <a:endParaRPr/>
          </a:p>
        </p:txBody>
      </p:sp>
      <p:pic>
        <p:nvPicPr>
          <p:cNvPr id="190" name="Google Shape;190;p23"/>
          <p:cNvPicPr preferRelativeResize="0"/>
          <p:nvPr/>
        </p:nvPicPr>
        <p:blipFill rotWithShape="1">
          <a:blip r:embed="rId2">
            <a:alphaModFix/>
          </a:blip>
          <a:srcRect/>
          <a:stretch/>
        </p:blipFill>
        <p:spPr>
          <a:xfrm>
            <a:off x="12479628" y="441265"/>
            <a:ext cx="2472744" cy="55995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191"/>
        <p:cNvGrpSpPr/>
        <p:nvPr/>
      </p:nvGrpSpPr>
      <p:grpSpPr>
        <a:xfrm>
          <a:off x="0" y="0"/>
          <a:ext cx="0" cy="0"/>
          <a:chOff x="0" y="0"/>
          <a:chExt cx="0" cy="0"/>
        </a:xfrm>
      </p:grpSpPr>
      <p:sp>
        <p:nvSpPr>
          <p:cNvPr id="192" name="Google Shape;192;p24"/>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3" name="Google Shape;193;p24"/>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94" name="Google Shape;194;p24"/>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24"/>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6" name="Google Shape;196;p24"/>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800">
                <a:solidFill>
                  <a:srgbClr val="919091"/>
                </a:solidFill>
              </a:defRPr>
            </a:lvl1pPr>
            <a:lvl2pPr marL="0" lvl="1" indent="0" algn="r" rtl="0">
              <a:spcBef>
                <a:spcPts val="0"/>
              </a:spcBef>
              <a:buNone/>
              <a:defRPr sz="1800">
                <a:solidFill>
                  <a:srgbClr val="919091"/>
                </a:solidFill>
              </a:defRPr>
            </a:lvl2pPr>
            <a:lvl3pPr marL="0" lvl="2" indent="0" algn="r" rtl="0">
              <a:spcBef>
                <a:spcPts val="0"/>
              </a:spcBef>
              <a:buNone/>
              <a:defRPr sz="1800">
                <a:solidFill>
                  <a:srgbClr val="919091"/>
                </a:solidFill>
              </a:defRPr>
            </a:lvl3pPr>
            <a:lvl4pPr marL="0" lvl="3" indent="0" algn="r" rtl="0">
              <a:spcBef>
                <a:spcPts val="0"/>
              </a:spcBef>
              <a:buNone/>
              <a:defRPr sz="1800">
                <a:solidFill>
                  <a:srgbClr val="919091"/>
                </a:solidFill>
              </a:defRPr>
            </a:lvl4pPr>
            <a:lvl5pPr marL="0" lvl="4" indent="0" algn="r" rtl="0">
              <a:spcBef>
                <a:spcPts val="0"/>
              </a:spcBef>
              <a:buNone/>
              <a:defRPr sz="1800">
                <a:solidFill>
                  <a:srgbClr val="919091"/>
                </a:solidFill>
              </a:defRPr>
            </a:lvl5pPr>
            <a:lvl6pPr marL="0" lvl="5" indent="0" algn="r" rtl="0">
              <a:spcBef>
                <a:spcPts val="0"/>
              </a:spcBef>
              <a:buNone/>
              <a:defRPr sz="1800">
                <a:solidFill>
                  <a:srgbClr val="919091"/>
                </a:solidFill>
              </a:defRPr>
            </a:lvl6pPr>
            <a:lvl7pPr marL="0" lvl="6" indent="0" algn="r" rtl="0">
              <a:spcBef>
                <a:spcPts val="0"/>
              </a:spcBef>
              <a:buNone/>
              <a:defRPr sz="1800">
                <a:solidFill>
                  <a:srgbClr val="919091"/>
                </a:solidFill>
              </a:defRPr>
            </a:lvl7pPr>
            <a:lvl8pPr marL="0" lvl="7" indent="0" algn="r" rtl="0">
              <a:spcBef>
                <a:spcPts val="0"/>
              </a:spcBef>
              <a:buNone/>
              <a:defRPr sz="1800">
                <a:solidFill>
                  <a:srgbClr val="919091"/>
                </a:solidFill>
              </a:defRPr>
            </a:lvl8pPr>
            <a:lvl9pPr marL="0" lvl="8" indent="0" algn="r" rtl="0">
              <a:spcBef>
                <a:spcPts val="0"/>
              </a:spcBef>
              <a:buNone/>
              <a:defRPr sz="1800">
                <a:solidFill>
                  <a:srgbClr val="91909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0"/>
        <p:cNvGrpSpPr/>
        <p:nvPr/>
      </p:nvGrpSpPr>
      <p:grpSpPr>
        <a:xfrm>
          <a:off x="0" y="0"/>
          <a:ext cx="0" cy="0"/>
          <a:chOff x="0" y="0"/>
          <a:chExt cx="0" cy="0"/>
        </a:xfrm>
      </p:grpSpPr>
      <p:grpSp>
        <p:nvGrpSpPr>
          <p:cNvPr id="201" name="Google Shape;201;p26"/>
          <p:cNvGrpSpPr/>
          <p:nvPr/>
        </p:nvGrpSpPr>
        <p:grpSpPr>
          <a:xfrm>
            <a:off x="0" y="-1"/>
            <a:ext cx="18288000" cy="10288845"/>
            <a:chOff x="0" y="-1"/>
            <a:chExt cx="9144000" cy="5143651"/>
          </a:xfrm>
        </p:grpSpPr>
        <p:sp>
          <p:nvSpPr>
            <p:cNvPr id="202" name="Google Shape;202;p26"/>
            <p:cNvSpPr/>
            <p:nvPr/>
          </p:nvSpPr>
          <p:spPr>
            <a:xfrm>
              <a:off x="720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3" name="Google Shape;203;p26"/>
            <p:cNvSpPr/>
            <p:nvPr/>
          </p:nvSpPr>
          <p:spPr>
            <a:xfrm>
              <a:off x="720000" y="964405"/>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4" name="Google Shape;204;p26"/>
            <p:cNvSpPr/>
            <p:nvPr/>
          </p:nvSpPr>
          <p:spPr>
            <a:xfrm>
              <a:off x="720000" y="1285873"/>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5" name="Google Shape;205;p26"/>
            <p:cNvSpPr/>
            <p:nvPr/>
          </p:nvSpPr>
          <p:spPr>
            <a:xfrm>
              <a:off x="720000" y="160734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6" name="Google Shape;206;p26"/>
            <p:cNvSpPr/>
            <p:nvPr/>
          </p:nvSpPr>
          <p:spPr>
            <a:xfrm>
              <a:off x="720000" y="1928810"/>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7" name="Google Shape;207;p26"/>
            <p:cNvSpPr/>
            <p:nvPr/>
          </p:nvSpPr>
          <p:spPr>
            <a:xfrm>
              <a:off x="720000" y="225027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8" name="Google Shape;208;p26"/>
            <p:cNvSpPr/>
            <p:nvPr/>
          </p:nvSpPr>
          <p:spPr>
            <a:xfrm>
              <a:off x="720000" y="257174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9" name="Google Shape;209;p26"/>
            <p:cNvSpPr/>
            <p:nvPr/>
          </p:nvSpPr>
          <p:spPr>
            <a:xfrm>
              <a:off x="720000" y="2893215"/>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0" name="Google Shape;210;p26"/>
            <p:cNvSpPr/>
            <p:nvPr/>
          </p:nvSpPr>
          <p:spPr>
            <a:xfrm>
              <a:off x="720000" y="321468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1" name="Google Shape;211;p26"/>
            <p:cNvSpPr/>
            <p:nvPr/>
          </p:nvSpPr>
          <p:spPr>
            <a:xfrm>
              <a:off x="720000" y="353615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2" name="Google Shape;212;p26"/>
            <p:cNvSpPr/>
            <p:nvPr/>
          </p:nvSpPr>
          <p:spPr>
            <a:xfrm>
              <a:off x="720000" y="3857620"/>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3" name="Google Shape;213;p26"/>
            <p:cNvSpPr/>
            <p:nvPr/>
          </p:nvSpPr>
          <p:spPr>
            <a:xfrm>
              <a:off x="720000" y="417908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4" name="Google Shape;214;p26"/>
            <p:cNvSpPr/>
            <p:nvPr/>
          </p:nvSpPr>
          <p:spPr>
            <a:xfrm>
              <a:off x="720000" y="321468"/>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5" name="Google Shape;215;p26"/>
            <p:cNvSpPr/>
            <p:nvPr/>
          </p:nvSpPr>
          <p:spPr>
            <a:xfrm>
              <a:off x="720000" y="0"/>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6" name="Google Shape;216;p26"/>
            <p:cNvSpPr/>
            <p:nvPr/>
          </p:nvSpPr>
          <p:spPr>
            <a:xfrm>
              <a:off x="720000" y="450055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7" name="Google Shape;217;p26"/>
            <p:cNvSpPr/>
            <p:nvPr/>
          </p:nvSpPr>
          <p:spPr>
            <a:xfrm>
              <a:off x="720000" y="4822025"/>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8" name="Google Shape;218;p26"/>
            <p:cNvSpPr/>
            <p:nvPr/>
          </p:nvSpPr>
          <p:spPr>
            <a:xfrm>
              <a:off x="1041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9" name="Google Shape;219;p26"/>
            <p:cNvSpPr/>
            <p:nvPr/>
          </p:nvSpPr>
          <p:spPr>
            <a:xfrm>
              <a:off x="2004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0" name="Google Shape;220;p26"/>
            <p:cNvSpPr/>
            <p:nvPr/>
          </p:nvSpPr>
          <p:spPr>
            <a:xfrm>
              <a:off x="1683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1" name="Google Shape;221;p26"/>
            <p:cNvSpPr/>
            <p:nvPr/>
          </p:nvSpPr>
          <p:spPr>
            <a:xfrm>
              <a:off x="1362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2" name="Google Shape;222;p26"/>
            <p:cNvSpPr/>
            <p:nvPr/>
          </p:nvSpPr>
          <p:spPr>
            <a:xfrm>
              <a:off x="2325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3" name="Google Shape;223;p26"/>
            <p:cNvSpPr/>
            <p:nvPr/>
          </p:nvSpPr>
          <p:spPr>
            <a:xfrm>
              <a:off x="3288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4" name="Google Shape;224;p26"/>
            <p:cNvSpPr/>
            <p:nvPr/>
          </p:nvSpPr>
          <p:spPr>
            <a:xfrm>
              <a:off x="2967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5" name="Google Shape;225;p26"/>
            <p:cNvSpPr/>
            <p:nvPr/>
          </p:nvSpPr>
          <p:spPr>
            <a:xfrm>
              <a:off x="2646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6" name="Google Shape;226;p26"/>
            <p:cNvSpPr/>
            <p:nvPr/>
          </p:nvSpPr>
          <p:spPr>
            <a:xfrm>
              <a:off x="3609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7" name="Google Shape;227;p26"/>
            <p:cNvSpPr/>
            <p:nvPr/>
          </p:nvSpPr>
          <p:spPr>
            <a:xfrm>
              <a:off x="4572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8" name="Google Shape;228;p26"/>
            <p:cNvSpPr/>
            <p:nvPr/>
          </p:nvSpPr>
          <p:spPr>
            <a:xfrm>
              <a:off x="4251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9" name="Google Shape;229;p26"/>
            <p:cNvSpPr/>
            <p:nvPr/>
          </p:nvSpPr>
          <p:spPr>
            <a:xfrm>
              <a:off x="3930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0" name="Google Shape;230;p26"/>
            <p:cNvSpPr/>
            <p:nvPr/>
          </p:nvSpPr>
          <p:spPr>
            <a:xfrm>
              <a:off x="4893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1" name="Google Shape;231;p26"/>
            <p:cNvSpPr/>
            <p:nvPr/>
          </p:nvSpPr>
          <p:spPr>
            <a:xfrm>
              <a:off x="5856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2" name="Google Shape;232;p26"/>
            <p:cNvSpPr/>
            <p:nvPr/>
          </p:nvSpPr>
          <p:spPr>
            <a:xfrm>
              <a:off x="5535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3" name="Google Shape;233;p26"/>
            <p:cNvSpPr/>
            <p:nvPr/>
          </p:nvSpPr>
          <p:spPr>
            <a:xfrm>
              <a:off x="5214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4" name="Google Shape;234;p26"/>
            <p:cNvSpPr/>
            <p:nvPr/>
          </p:nvSpPr>
          <p:spPr>
            <a:xfrm>
              <a:off x="6177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5" name="Google Shape;235;p26"/>
            <p:cNvSpPr/>
            <p:nvPr/>
          </p:nvSpPr>
          <p:spPr>
            <a:xfrm>
              <a:off x="7140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6" name="Google Shape;236;p26"/>
            <p:cNvSpPr/>
            <p:nvPr/>
          </p:nvSpPr>
          <p:spPr>
            <a:xfrm>
              <a:off x="6819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7" name="Google Shape;237;p26"/>
            <p:cNvSpPr/>
            <p:nvPr/>
          </p:nvSpPr>
          <p:spPr>
            <a:xfrm>
              <a:off x="6498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8" name="Google Shape;238;p26"/>
            <p:cNvSpPr/>
            <p:nvPr/>
          </p:nvSpPr>
          <p:spPr>
            <a:xfrm>
              <a:off x="7461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9" name="Google Shape;239;p26"/>
            <p:cNvSpPr/>
            <p:nvPr/>
          </p:nvSpPr>
          <p:spPr>
            <a:xfrm>
              <a:off x="8103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0" name="Google Shape;240;p26"/>
            <p:cNvSpPr/>
            <p:nvPr/>
          </p:nvSpPr>
          <p:spPr>
            <a:xfrm>
              <a:off x="7782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1" name="Google Shape;241;p26"/>
            <p:cNvSpPr/>
            <p:nvPr/>
          </p:nvSpPr>
          <p:spPr>
            <a:xfrm>
              <a:off x="8424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2" name="Google Shape;242;p26"/>
            <p:cNvSpPr/>
            <p:nvPr/>
          </p:nvSpPr>
          <p:spPr>
            <a:xfrm>
              <a:off x="8745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3" name="Google Shape;243;p26"/>
            <p:cNvSpPr/>
            <p:nvPr/>
          </p:nvSpPr>
          <p:spPr>
            <a:xfrm>
              <a:off x="399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4" name="Google Shape;244;p26"/>
            <p:cNvSpPr/>
            <p:nvPr/>
          </p:nvSpPr>
          <p:spPr>
            <a:xfrm>
              <a:off x="78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5" name="Google Shape;245;p26"/>
            <p:cNvSpPr/>
            <p:nvPr/>
          </p:nvSpPr>
          <p:spPr>
            <a:xfrm>
              <a:off x="1041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6" name="Google Shape;246;p26"/>
            <p:cNvSpPr/>
            <p:nvPr/>
          </p:nvSpPr>
          <p:spPr>
            <a:xfrm>
              <a:off x="2004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7" name="Google Shape;247;p26"/>
            <p:cNvSpPr/>
            <p:nvPr/>
          </p:nvSpPr>
          <p:spPr>
            <a:xfrm>
              <a:off x="1683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8" name="Google Shape;248;p26"/>
            <p:cNvSpPr/>
            <p:nvPr/>
          </p:nvSpPr>
          <p:spPr>
            <a:xfrm>
              <a:off x="1362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9" name="Google Shape;249;p26"/>
            <p:cNvSpPr/>
            <p:nvPr/>
          </p:nvSpPr>
          <p:spPr>
            <a:xfrm>
              <a:off x="2325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0" name="Google Shape;250;p26"/>
            <p:cNvSpPr/>
            <p:nvPr/>
          </p:nvSpPr>
          <p:spPr>
            <a:xfrm>
              <a:off x="3288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1" name="Google Shape;251;p26"/>
            <p:cNvSpPr/>
            <p:nvPr/>
          </p:nvSpPr>
          <p:spPr>
            <a:xfrm>
              <a:off x="2967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2" name="Google Shape;252;p26"/>
            <p:cNvSpPr/>
            <p:nvPr/>
          </p:nvSpPr>
          <p:spPr>
            <a:xfrm>
              <a:off x="2646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3" name="Google Shape;253;p26"/>
            <p:cNvSpPr/>
            <p:nvPr/>
          </p:nvSpPr>
          <p:spPr>
            <a:xfrm>
              <a:off x="3609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4" name="Google Shape;254;p26"/>
            <p:cNvSpPr/>
            <p:nvPr/>
          </p:nvSpPr>
          <p:spPr>
            <a:xfrm>
              <a:off x="4572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5" name="Google Shape;255;p26"/>
            <p:cNvSpPr/>
            <p:nvPr/>
          </p:nvSpPr>
          <p:spPr>
            <a:xfrm>
              <a:off x="4251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6" name="Google Shape;256;p26"/>
            <p:cNvSpPr/>
            <p:nvPr/>
          </p:nvSpPr>
          <p:spPr>
            <a:xfrm>
              <a:off x="3930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7" name="Google Shape;257;p26"/>
            <p:cNvSpPr/>
            <p:nvPr/>
          </p:nvSpPr>
          <p:spPr>
            <a:xfrm>
              <a:off x="4893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8" name="Google Shape;258;p26"/>
            <p:cNvSpPr/>
            <p:nvPr/>
          </p:nvSpPr>
          <p:spPr>
            <a:xfrm>
              <a:off x="5856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9" name="Google Shape;259;p26"/>
            <p:cNvSpPr/>
            <p:nvPr/>
          </p:nvSpPr>
          <p:spPr>
            <a:xfrm>
              <a:off x="5535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0" name="Google Shape;260;p26"/>
            <p:cNvSpPr/>
            <p:nvPr/>
          </p:nvSpPr>
          <p:spPr>
            <a:xfrm>
              <a:off x="5214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1" name="Google Shape;261;p26"/>
            <p:cNvSpPr/>
            <p:nvPr/>
          </p:nvSpPr>
          <p:spPr>
            <a:xfrm>
              <a:off x="6177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2" name="Google Shape;262;p26"/>
            <p:cNvSpPr/>
            <p:nvPr/>
          </p:nvSpPr>
          <p:spPr>
            <a:xfrm>
              <a:off x="7140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3" name="Google Shape;263;p26"/>
            <p:cNvSpPr/>
            <p:nvPr/>
          </p:nvSpPr>
          <p:spPr>
            <a:xfrm>
              <a:off x="6819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4" name="Google Shape;264;p26"/>
            <p:cNvSpPr/>
            <p:nvPr/>
          </p:nvSpPr>
          <p:spPr>
            <a:xfrm>
              <a:off x="6498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5" name="Google Shape;265;p26"/>
            <p:cNvSpPr/>
            <p:nvPr/>
          </p:nvSpPr>
          <p:spPr>
            <a:xfrm>
              <a:off x="7461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6" name="Google Shape;266;p26"/>
            <p:cNvSpPr/>
            <p:nvPr/>
          </p:nvSpPr>
          <p:spPr>
            <a:xfrm>
              <a:off x="8103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7" name="Google Shape;267;p26"/>
            <p:cNvSpPr/>
            <p:nvPr/>
          </p:nvSpPr>
          <p:spPr>
            <a:xfrm>
              <a:off x="7782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8" name="Google Shape;268;p26"/>
            <p:cNvSpPr/>
            <p:nvPr/>
          </p:nvSpPr>
          <p:spPr>
            <a:xfrm>
              <a:off x="8424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9" name="Google Shape;269;p26"/>
            <p:cNvSpPr/>
            <p:nvPr/>
          </p:nvSpPr>
          <p:spPr>
            <a:xfrm>
              <a:off x="8745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0" name="Google Shape;270;p26"/>
            <p:cNvSpPr/>
            <p:nvPr/>
          </p:nvSpPr>
          <p:spPr>
            <a:xfrm>
              <a:off x="399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1" name="Google Shape;271;p26"/>
            <p:cNvSpPr/>
            <p:nvPr/>
          </p:nvSpPr>
          <p:spPr>
            <a:xfrm>
              <a:off x="78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2" name="Google Shape;272;p26"/>
            <p:cNvSpPr/>
            <p:nvPr/>
          </p:nvSpPr>
          <p:spPr>
            <a:xfrm>
              <a:off x="1041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3" name="Google Shape;273;p26"/>
            <p:cNvSpPr/>
            <p:nvPr/>
          </p:nvSpPr>
          <p:spPr>
            <a:xfrm>
              <a:off x="2004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4" name="Google Shape;274;p26"/>
            <p:cNvSpPr/>
            <p:nvPr/>
          </p:nvSpPr>
          <p:spPr>
            <a:xfrm>
              <a:off x="1683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5" name="Google Shape;275;p26"/>
            <p:cNvSpPr/>
            <p:nvPr/>
          </p:nvSpPr>
          <p:spPr>
            <a:xfrm>
              <a:off x="1362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6" name="Google Shape;276;p26"/>
            <p:cNvSpPr/>
            <p:nvPr/>
          </p:nvSpPr>
          <p:spPr>
            <a:xfrm>
              <a:off x="2325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7" name="Google Shape;277;p26"/>
            <p:cNvSpPr/>
            <p:nvPr/>
          </p:nvSpPr>
          <p:spPr>
            <a:xfrm>
              <a:off x="3288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8" name="Google Shape;278;p26"/>
            <p:cNvSpPr/>
            <p:nvPr/>
          </p:nvSpPr>
          <p:spPr>
            <a:xfrm>
              <a:off x="2967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9" name="Google Shape;279;p26"/>
            <p:cNvSpPr/>
            <p:nvPr/>
          </p:nvSpPr>
          <p:spPr>
            <a:xfrm>
              <a:off x="2646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0" name="Google Shape;280;p26"/>
            <p:cNvSpPr/>
            <p:nvPr/>
          </p:nvSpPr>
          <p:spPr>
            <a:xfrm>
              <a:off x="3609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1" name="Google Shape;281;p26"/>
            <p:cNvSpPr/>
            <p:nvPr/>
          </p:nvSpPr>
          <p:spPr>
            <a:xfrm>
              <a:off x="4572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2" name="Google Shape;282;p26"/>
            <p:cNvSpPr/>
            <p:nvPr/>
          </p:nvSpPr>
          <p:spPr>
            <a:xfrm>
              <a:off x="4251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3" name="Google Shape;283;p26"/>
            <p:cNvSpPr/>
            <p:nvPr/>
          </p:nvSpPr>
          <p:spPr>
            <a:xfrm>
              <a:off x="3930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4" name="Google Shape;284;p26"/>
            <p:cNvSpPr/>
            <p:nvPr/>
          </p:nvSpPr>
          <p:spPr>
            <a:xfrm>
              <a:off x="4893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5" name="Google Shape;285;p26"/>
            <p:cNvSpPr/>
            <p:nvPr/>
          </p:nvSpPr>
          <p:spPr>
            <a:xfrm>
              <a:off x="5856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6" name="Google Shape;286;p26"/>
            <p:cNvSpPr/>
            <p:nvPr/>
          </p:nvSpPr>
          <p:spPr>
            <a:xfrm>
              <a:off x="5535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7" name="Google Shape;287;p26"/>
            <p:cNvSpPr/>
            <p:nvPr/>
          </p:nvSpPr>
          <p:spPr>
            <a:xfrm>
              <a:off x="5214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8" name="Google Shape;288;p26"/>
            <p:cNvSpPr/>
            <p:nvPr/>
          </p:nvSpPr>
          <p:spPr>
            <a:xfrm>
              <a:off x="6177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9" name="Google Shape;289;p26"/>
            <p:cNvSpPr/>
            <p:nvPr/>
          </p:nvSpPr>
          <p:spPr>
            <a:xfrm>
              <a:off x="7140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0" name="Google Shape;290;p26"/>
            <p:cNvSpPr/>
            <p:nvPr/>
          </p:nvSpPr>
          <p:spPr>
            <a:xfrm>
              <a:off x="6819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1" name="Google Shape;291;p26"/>
            <p:cNvSpPr/>
            <p:nvPr/>
          </p:nvSpPr>
          <p:spPr>
            <a:xfrm>
              <a:off x="6498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2" name="Google Shape;292;p26"/>
            <p:cNvSpPr/>
            <p:nvPr/>
          </p:nvSpPr>
          <p:spPr>
            <a:xfrm>
              <a:off x="7461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3" name="Google Shape;293;p26"/>
            <p:cNvSpPr/>
            <p:nvPr/>
          </p:nvSpPr>
          <p:spPr>
            <a:xfrm>
              <a:off x="8103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4" name="Google Shape;294;p26"/>
            <p:cNvSpPr/>
            <p:nvPr/>
          </p:nvSpPr>
          <p:spPr>
            <a:xfrm>
              <a:off x="7782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5" name="Google Shape;295;p26"/>
            <p:cNvSpPr/>
            <p:nvPr/>
          </p:nvSpPr>
          <p:spPr>
            <a:xfrm>
              <a:off x="8424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6" name="Google Shape;296;p26"/>
            <p:cNvSpPr/>
            <p:nvPr/>
          </p:nvSpPr>
          <p:spPr>
            <a:xfrm>
              <a:off x="8745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7" name="Google Shape;297;p26"/>
            <p:cNvSpPr/>
            <p:nvPr/>
          </p:nvSpPr>
          <p:spPr>
            <a:xfrm>
              <a:off x="399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8" name="Google Shape;298;p26"/>
            <p:cNvSpPr/>
            <p:nvPr/>
          </p:nvSpPr>
          <p:spPr>
            <a:xfrm>
              <a:off x="78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9" name="Google Shape;299;p26"/>
            <p:cNvSpPr/>
            <p:nvPr/>
          </p:nvSpPr>
          <p:spPr>
            <a:xfrm>
              <a:off x="1041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0" name="Google Shape;300;p26"/>
            <p:cNvSpPr/>
            <p:nvPr/>
          </p:nvSpPr>
          <p:spPr>
            <a:xfrm>
              <a:off x="2004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1" name="Google Shape;301;p26"/>
            <p:cNvSpPr/>
            <p:nvPr/>
          </p:nvSpPr>
          <p:spPr>
            <a:xfrm>
              <a:off x="1683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2" name="Google Shape;302;p26"/>
            <p:cNvSpPr/>
            <p:nvPr/>
          </p:nvSpPr>
          <p:spPr>
            <a:xfrm>
              <a:off x="1362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3" name="Google Shape;303;p26"/>
            <p:cNvSpPr/>
            <p:nvPr/>
          </p:nvSpPr>
          <p:spPr>
            <a:xfrm>
              <a:off x="2325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4" name="Google Shape;304;p26"/>
            <p:cNvSpPr/>
            <p:nvPr/>
          </p:nvSpPr>
          <p:spPr>
            <a:xfrm>
              <a:off x="3288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5" name="Google Shape;305;p26"/>
            <p:cNvSpPr/>
            <p:nvPr/>
          </p:nvSpPr>
          <p:spPr>
            <a:xfrm>
              <a:off x="2967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6" name="Google Shape;306;p26"/>
            <p:cNvSpPr/>
            <p:nvPr/>
          </p:nvSpPr>
          <p:spPr>
            <a:xfrm>
              <a:off x="2646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7" name="Google Shape;307;p26"/>
            <p:cNvSpPr/>
            <p:nvPr/>
          </p:nvSpPr>
          <p:spPr>
            <a:xfrm>
              <a:off x="3609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8" name="Google Shape;308;p26"/>
            <p:cNvSpPr/>
            <p:nvPr/>
          </p:nvSpPr>
          <p:spPr>
            <a:xfrm>
              <a:off x="4572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9" name="Google Shape;309;p26"/>
            <p:cNvSpPr/>
            <p:nvPr/>
          </p:nvSpPr>
          <p:spPr>
            <a:xfrm>
              <a:off x="4251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0" name="Google Shape;310;p26"/>
            <p:cNvSpPr/>
            <p:nvPr/>
          </p:nvSpPr>
          <p:spPr>
            <a:xfrm>
              <a:off x="3930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1" name="Google Shape;311;p26"/>
            <p:cNvSpPr/>
            <p:nvPr/>
          </p:nvSpPr>
          <p:spPr>
            <a:xfrm>
              <a:off x="4893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2" name="Google Shape;312;p26"/>
            <p:cNvSpPr/>
            <p:nvPr/>
          </p:nvSpPr>
          <p:spPr>
            <a:xfrm>
              <a:off x="5856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3" name="Google Shape;313;p26"/>
            <p:cNvSpPr/>
            <p:nvPr/>
          </p:nvSpPr>
          <p:spPr>
            <a:xfrm>
              <a:off x="5535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4" name="Google Shape;314;p26"/>
            <p:cNvSpPr/>
            <p:nvPr/>
          </p:nvSpPr>
          <p:spPr>
            <a:xfrm>
              <a:off x="5214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5" name="Google Shape;315;p26"/>
            <p:cNvSpPr/>
            <p:nvPr/>
          </p:nvSpPr>
          <p:spPr>
            <a:xfrm>
              <a:off x="6177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6" name="Google Shape;316;p26"/>
            <p:cNvSpPr/>
            <p:nvPr/>
          </p:nvSpPr>
          <p:spPr>
            <a:xfrm>
              <a:off x="7140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7" name="Google Shape;317;p26"/>
            <p:cNvSpPr/>
            <p:nvPr/>
          </p:nvSpPr>
          <p:spPr>
            <a:xfrm>
              <a:off x="6819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8" name="Google Shape;318;p26"/>
            <p:cNvSpPr/>
            <p:nvPr/>
          </p:nvSpPr>
          <p:spPr>
            <a:xfrm>
              <a:off x="6498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9" name="Google Shape;319;p26"/>
            <p:cNvSpPr/>
            <p:nvPr/>
          </p:nvSpPr>
          <p:spPr>
            <a:xfrm>
              <a:off x="7461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0" name="Google Shape;320;p26"/>
            <p:cNvSpPr/>
            <p:nvPr/>
          </p:nvSpPr>
          <p:spPr>
            <a:xfrm>
              <a:off x="8103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1" name="Google Shape;321;p26"/>
            <p:cNvSpPr/>
            <p:nvPr/>
          </p:nvSpPr>
          <p:spPr>
            <a:xfrm>
              <a:off x="7782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2" name="Google Shape;322;p26"/>
            <p:cNvSpPr/>
            <p:nvPr/>
          </p:nvSpPr>
          <p:spPr>
            <a:xfrm>
              <a:off x="8424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3" name="Google Shape;323;p26"/>
            <p:cNvSpPr/>
            <p:nvPr/>
          </p:nvSpPr>
          <p:spPr>
            <a:xfrm>
              <a:off x="8745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4" name="Google Shape;324;p26"/>
            <p:cNvSpPr/>
            <p:nvPr/>
          </p:nvSpPr>
          <p:spPr>
            <a:xfrm>
              <a:off x="399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5" name="Google Shape;325;p26"/>
            <p:cNvSpPr/>
            <p:nvPr/>
          </p:nvSpPr>
          <p:spPr>
            <a:xfrm>
              <a:off x="78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6" name="Google Shape;326;p26"/>
            <p:cNvSpPr/>
            <p:nvPr/>
          </p:nvSpPr>
          <p:spPr>
            <a:xfrm>
              <a:off x="1041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7" name="Google Shape;327;p26"/>
            <p:cNvSpPr/>
            <p:nvPr/>
          </p:nvSpPr>
          <p:spPr>
            <a:xfrm>
              <a:off x="2004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8" name="Google Shape;328;p26"/>
            <p:cNvSpPr/>
            <p:nvPr/>
          </p:nvSpPr>
          <p:spPr>
            <a:xfrm>
              <a:off x="1683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9" name="Google Shape;329;p26"/>
            <p:cNvSpPr/>
            <p:nvPr/>
          </p:nvSpPr>
          <p:spPr>
            <a:xfrm>
              <a:off x="1362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0" name="Google Shape;330;p26"/>
            <p:cNvSpPr/>
            <p:nvPr/>
          </p:nvSpPr>
          <p:spPr>
            <a:xfrm>
              <a:off x="2325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1" name="Google Shape;331;p26"/>
            <p:cNvSpPr/>
            <p:nvPr/>
          </p:nvSpPr>
          <p:spPr>
            <a:xfrm>
              <a:off x="3288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2" name="Google Shape;332;p26"/>
            <p:cNvSpPr/>
            <p:nvPr/>
          </p:nvSpPr>
          <p:spPr>
            <a:xfrm>
              <a:off x="2967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3" name="Google Shape;333;p26"/>
            <p:cNvSpPr/>
            <p:nvPr/>
          </p:nvSpPr>
          <p:spPr>
            <a:xfrm>
              <a:off x="2646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4" name="Google Shape;334;p26"/>
            <p:cNvSpPr/>
            <p:nvPr/>
          </p:nvSpPr>
          <p:spPr>
            <a:xfrm>
              <a:off x="3609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5" name="Google Shape;335;p26"/>
            <p:cNvSpPr/>
            <p:nvPr/>
          </p:nvSpPr>
          <p:spPr>
            <a:xfrm>
              <a:off x="4572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6" name="Google Shape;336;p26"/>
            <p:cNvSpPr/>
            <p:nvPr/>
          </p:nvSpPr>
          <p:spPr>
            <a:xfrm>
              <a:off x="4251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7" name="Google Shape;337;p26"/>
            <p:cNvSpPr/>
            <p:nvPr/>
          </p:nvSpPr>
          <p:spPr>
            <a:xfrm>
              <a:off x="3930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8" name="Google Shape;338;p26"/>
            <p:cNvSpPr/>
            <p:nvPr/>
          </p:nvSpPr>
          <p:spPr>
            <a:xfrm>
              <a:off x="4893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9" name="Google Shape;339;p26"/>
            <p:cNvSpPr/>
            <p:nvPr/>
          </p:nvSpPr>
          <p:spPr>
            <a:xfrm>
              <a:off x="5856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0" name="Google Shape;340;p26"/>
            <p:cNvSpPr/>
            <p:nvPr/>
          </p:nvSpPr>
          <p:spPr>
            <a:xfrm>
              <a:off x="5535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1" name="Google Shape;341;p26"/>
            <p:cNvSpPr/>
            <p:nvPr/>
          </p:nvSpPr>
          <p:spPr>
            <a:xfrm>
              <a:off x="5214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2" name="Google Shape;342;p26"/>
            <p:cNvSpPr/>
            <p:nvPr/>
          </p:nvSpPr>
          <p:spPr>
            <a:xfrm>
              <a:off x="6177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3" name="Google Shape;343;p26"/>
            <p:cNvSpPr/>
            <p:nvPr/>
          </p:nvSpPr>
          <p:spPr>
            <a:xfrm>
              <a:off x="7140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4" name="Google Shape;344;p26"/>
            <p:cNvSpPr/>
            <p:nvPr/>
          </p:nvSpPr>
          <p:spPr>
            <a:xfrm>
              <a:off x="6819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5" name="Google Shape;345;p26"/>
            <p:cNvSpPr/>
            <p:nvPr/>
          </p:nvSpPr>
          <p:spPr>
            <a:xfrm>
              <a:off x="6498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6" name="Google Shape;346;p26"/>
            <p:cNvSpPr/>
            <p:nvPr/>
          </p:nvSpPr>
          <p:spPr>
            <a:xfrm>
              <a:off x="7461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7" name="Google Shape;347;p26"/>
            <p:cNvSpPr/>
            <p:nvPr/>
          </p:nvSpPr>
          <p:spPr>
            <a:xfrm>
              <a:off x="8103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8" name="Google Shape;348;p26"/>
            <p:cNvSpPr/>
            <p:nvPr/>
          </p:nvSpPr>
          <p:spPr>
            <a:xfrm>
              <a:off x="7782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9" name="Google Shape;349;p26"/>
            <p:cNvSpPr/>
            <p:nvPr/>
          </p:nvSpPr>
          <p:spPr>
            <a:xfrm>
              <a:off x="8424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0" name="Google Shape;350;p26"/>
            <p:cNvSpPr/>
            <p:nvPr/>
          </p:nvSpPr>
          <p:spPr>
            <a:xfrm>
              <a:off x="8745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1" name="Google Shape;351;p26"/>
            <p:cNvSpPr/>
            <p:nvPr/>
          </p:nvSpPr>
          <p:spPr>
            <a:xfrm>
              <a:off x="399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2" name="Google Shape;352;p26"/>
            <p:cNvSpPr/>
            <p:nvPr/>
          </p:nvSpPr>
          <p:spPr>
            <a:xfrm>
              <a:off x="78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3" name="Google Shape;353;p26"/>
            <p:cNvSpPr/>
            <p:nvPr/>
          </p:nvSpPr>
          <p:spPr>
            <a:xfrm>
              <a:off x="1041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4" name="Google Shape;354;p26"/>
            <p:cNvSpPr/>
            <p:nvPr/>
          </p:nvSpPr>
          <p:spPr>
            <a:xfrm>
              <a:off x="2004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5" name="Google Shape;355;p26"/>
            <p:cNvSpPr/>
            <p:nvPr/>
          </p:nvSpPr>
          <p:spPr>
            <a:xfrm>
              <a:off x="1683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6" name="Google Shape;356;p26"/>
            <p:cNvSpPr/>
            <p:nvPr/>
          </p:nvSpPr>
          <p:spPr>
            <a:xfrm>
              <a:off x="1362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7" name="Google Shape;357;p26"/>
            <p:cNvSpPr/>
            <p:nvPr/>
          </p:nvSpPr>
          <p:spPr>
            <a:xfrm>
              <a:off x="2325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8" name="Google Shape;358;p26"/>
            <p:cNvSpPr/>
            <p:nvPr/>
          </p:nvSpPr>
          <p:spPr>
            <a:xfrm>
              <a:off x="3288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9" name="Google Shape;359;p26"/>
            <p:cNvSpPr/>
            <p:nvPr/>
          </p:nvSpPr>
          <p:spPr>
            <a:xfrm>
              <a:off x="2967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0" name="Google Shape;360;p26"/>
            <p:cNvSpPr/>
            <p:nvPr/>
          </p:nvSpPr>
          <p:spPr>
            <a:xfrm>
              <a:off x="2646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1" name="Google Shape;361;p26"/>
            <p:cNvSpPr/>
            <p:nvPr/>
          </p:nvSpPr>
          <p:spPr>
            <a:xfrm>
              <a:off x="3609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2" name="Google Shape;362;p26"/>
            <p:cNvSpPr/>
            <p:nvPr/>
          </p:nvSpPr>
          <p:spPr>
            <a:xfrm>
              <a:off x="4572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3" name="Google Shape;363;p26"/>
            <p:cNvSpPr/>
            <p:nvPr/>
          </p:nvSpPr>
          <p:spPr>
            <a:xfrm>
              <a:off x="4251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4" name="Google Shape;364;p26"/>
            <p:cNvSpPr/>
            <p:nvPr/>
          </p:nvSpPr>
          <p:spPr>
            <a:xfrm>
              <a:off x="3930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5" name="Google Shape;365;p26"/>
            <p:cNvSpPr/>
            <p:nvPr/>
          </p:nvSpPr>
          <p:spPr>
            <a:xfrm>
              <a:off x="4893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6" name="Google Shape;366;p26"/>
            <p:cNvSpPr/>
            <p:nvPr/>
          </p:nvSpPr>
          <p:spPr>
            <a:xfrm>
              <a:off x="5856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7" name="Google Shape;367;p26"/>
            <p:cNvSpPr/>
            <p:nvPr/>
          </p:nvSpPr>
          <p:spPr>
            <a:xfrm>
              <a:off x="5535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8" name="Google Shape;368;p26"/>
            <p:cNvSpPr/>
            <p:nvPr/>
          </p:nvSpPr>
          <p:spPr>
            <a:xfrm>
              <a:off x="5214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9" name="Google Shape;369;p26"/>
            <p:cNvSpPr/>
            <p:nvPr/>
          </p:nvSpPr>
          <p:spPr>
            <a:xfrm>
              <a:off x="6177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0" name="Google Shape;370;p26"/>
            <p:cNvSpPr/>
            <p:nvPr/>
          </p:nvSpPr>
          <p:spPr>
            <a:xfrm>
              <a:off x="7140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1" name="Google Shape;371;p26"/>
            <p:cNvSpPr/>
            <p:nvPr/>
          </p:nvSpPr>
          <p:spPr>
            <a:xfrm>
              <a:off x="6819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2" name="Google Shape;372;p26"/>
            <p:cNvSpPr/>
            <p:nvPr/>
          </p:nvSpPr>
          <p:spPr>
            <a:xfrm>
              <a:off x="6498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3" name="Google Shape;373;p26"/>
            <p:cNvSpPr/>
            <p:nvPr/>
          </p:nvSpPr>
          <p:spPr>
            <a:xfrm>
              <a:off x="7461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4" name="Google Shape;374;p26"/>
            <p:cNvSpPr/>
            <p:nvPr/>
          </p:nvSpPr>
          <p:spPr>
            <a:xfrm>
              <a:off x="8103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5" name="Google Shape;375;p26"/>
            <p:cNvSpPr/>
            <p:nvPr/>
          </p:nvSpPr>
          <p:spPr>
            <a:xfrm>
              <a:off x="7782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6" name="Google Shape;376;p26"/>
            <p:cNvSpPr/>
            <p:nvPr/>
          </p:nvSpPr>
          <p:spPr>
            <a:xfrm>
              <a:off x="8424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7" name="Google Shape;377;p26"/>
            <p:cNvSpPr/>
            <p:nvPr/>
          </p:nvSpPr>
          <p:spPr>
            <a:xfrm>
              <a:off x="8745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8" name="Google Shape;378;p26"/>
            <p:cNvSpPr/>
            <p:nvPr/>
          </p:nvSpPr>
          <p:spPr>
            <a:xfrm>
              <a:off x="399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9" name="Google Shape;379;p26"/>
            <p:cNvSpPr/>
            <p:nvPr/>
          </p:nvSpPr>
          <p:spPr>
            <a:xfrm>
              <a:off x="78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0" name="Google Shape;380;p26"/>
            <p:cNvSpPr/>
            <p:nvPr/>
          </p:nvSpPr>
          <p:spPr>
            <a:xfrm>
              <a:off x="1041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1" name="Google Shape;381;p26"/>
            <p:cNvSpPr/>
            <p:nvPr/>
          </p:nvSpPr>
          <p:spPr>
            <a:xfrm>
              <a:off x="2004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2" name="Google Shape;382;p26"/>
            <p:cNvSpPr/>
            <p:nvPr/>
          </p:nvSpPr>
          <p:spPr>
            <a:xfrm>
              <a:off x="1683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3" name="Google Shape;383;p26"/>
            <p:cNvSpPr/>
            <p:nvPr/>
          </p:nvSpPr>
          <p:spPr>
            <a:xfrm>
              <a:off x="1362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4" name="Google Shape;384;p26"/>
            <p:cNvSpPr/>
            <p:nvPr/>
          </p:nvSpPr>
          <p:spPr>
            <a:xfrm>
              <a:off x="2325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5" name="Google Shape;385;p26"/>
            <p:cNvSpPr/>
            <p:nvPr/>
          </p:nvSpPr>
          <p:spPr>
            <a:xfrm>
              <a:off x="3288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6" name="Google Shape;386;p26"/>
            <p:cNvSpPr/>
            <p:nvPr/>
          </p:nvSpPr>
          <p:spPr>
            <a:xfrm>
              <a:off x="2967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7" name="Google Shape;387;p26"/>
            <p:cNvSpPr/>
            <p:nvPr/>
          </p:nvSpPr>
          <p:spPr>
            <a:xfrm>
              <a:off x="2646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8" name="Google Shape;388;p26"/>
            <p:cNvSpPr/>
            <p:nvPr/>
          </p:nvSpPr>
          <p:spPr>
            <a:xfrm>
              <a:off x="3609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9" name="Google Shape;389;p26"/>
            <p:cNvSpPr/>
            <p:nvPr/>
          </p:nvSpPr>
          <p:spPr>
            <a:xfrm>
              <a:off x="4572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0" name="Google Shape;390;p26"/>
            <p:cNvSpPr/>
            <p:nvPr/>
          </p:nvSpPr>
          <p:spPr>
            <a:xfrm>
              <a:off x="4251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1" name="Google Shape;391;p26"/>
            <p:cNvSpPr/>
            <p:nvPr/>
          </p:nvSpPr>
          <p:spPr>
            <a:xfrm>
              <a:off x="3930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2" name="Google Shape;392;p26"/>
            <p:cNvSpPr/>
            <p:nvPr/>
          </p:nvSpPr>
          <p:spPr>
            <a:xfrm>
              <a:off x="4893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3" name="Google Shape;393;p26"/>
            <p:cNvSpPr/>
            <p:nvPr/>
          </p:nvSpPr>
          <p:spPr>
            <a:xfrm>
              <a:off x="5856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4" name="Google Shape;394;p26"/>
            <p:cNvSpPr/>
            <p:nvPr/>
          </p:nvSpPr>
          <p:spPr>
            <a:xfrm>
              <a:off x="5535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5" name="Google Shape;395;p26"/>
            <p:cNvSpPr/>
            <p:nvPr/>
          </p:nvSpPr>
          <p:spPr>
            <a:xfrm>
              <a:off x="5214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6" name="Google Shape;396;p26"/>
            <p:cNvSpPr/>
            <p:nvPr/>
          </p:nvSpPr>
          <p:spPr>
            <a:xfrm>
              <a:off x="6177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7" name="Google Shape;397;p26"/>
            <p:cNvSpPr/>
            <p:nvPr/>
          </p:nvSpPr>
          <p:spPr>
            <a:xfrm>
              <a:off x="7140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8" name="Google Shape;398;p26"/>
            <p:cNvSpPr/>
            <p:nvPr/>
          </p:nvSpPr>
          <p:spPr>
            <a:xfrm>
              <a:off x="6819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9" name="Google Shape;399;p26"/>
            <p:cNvSpPr/>
            <p:nvPr/>
          </p:nvSpPr>
          <p:spPr>
            <a:xfrm>
              <a:off x="6498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0" name="Google Shape;400;p26"/>
            <p:cNvSpPr/>
            <p:nvPr/>
          </p:nvSpPr>
          <p:spPr>
            <a:xfrm>
              <a:off x="7461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1" name="Google Shape;401;p26"/>
            <p:cNvSpPr/>
            <p:nvPr/>
          </p:nvSpPr>
          <p:spPr>
            <a:xfrm>
              <a:off x="8103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2" name="Google Shape;402;p26"/>
            <p:cNvSpPr/>
            <p:nvPr/>
          </p:nvSpPr>
          <p:spPr>
            <a:xfrm>
              <a:off x="7782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3" name="Google Shape;403;p26"/>
            <p:cNvSpPr/>
            <p:nvPr/>
          </p:nvSpPr>
          <p:spPr>
            <a:xfrm>
              <a:off x="8424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4" name="Google Shape;404;p26"/>
            <p:cNvSpPr/>
            <p:nvPr/>
          </p:nvSpPr>
          <p:spPr>
            <a:xfrm>
              <a:off x="8745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5" name="Google Shape;405;p26"/>
            <p:cNvSpPr/>
            <p:nvPr/>
          </p:nvSpPr>
          <p:spPr>
            <a:xfrm>
              <a:off x="399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6" name="Google Shape;406;p26"/>
            <p:cNvSpPr/>
            <p:nvPr/>
          </p:nvSpPr>
          <p:spPr>
            <a:xfrm>
              <a:off x="78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7" name="Google Shape;407;p26"/>
            <p:cNvSpPr/>
            <p:nvPr/>
          </p:nvSpPr>
          <p:spPr>
            <a:xfrm>
              <a:off x="1041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8" name="Google Shape;408;p26"/>
            <p:cNvSpPr/>
            <p:nvPr/>
          </p:nvSpPr>
          <p:spPr>
            <a:xfrm>
              <a:off x="2004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9" name="Google Shape;409;p26"/>
            <p:cNvSpPr/>
            <p:nvPr/>
          </p:nvSpPr>
          <p:spPr>
            <a:xfrm>
              <a:off x="1683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0" name="Google Shape;410;p26"/>
            <p:cNvSpPr/>
            <p:nvPr/>
          </p:nvSpPr>
          <p:spPr>
            <a:xfrm>
              <a:off x="1362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1" name="Google Shape;411;p26"/>
            <p:cNvSpPr/>
            <p:nvPr/>
          </p:nvSpPr>
          <p:spPr>
            <a:xfrm>
              <a:off x="2325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2" name="Google Shape;412;p26"/>
            <p:cNvSpPr/>
            <p:nvPr/>
          </p:nvSpPr>
          <p:spPr>
            <a:xfrm>
              <a:off x="3288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3" name="Google Shape;413;p26"/>
            <p:cNvSpPr/>
            <p:nvPr/>
          </p:nvSpPr>
          <p:spPr>
            <a:xfrm>
              <a:off x="2967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4" name="Google Shape;414;p26"/>
            <p:cNvSpPr/>
            <p:nvPr/>
          </p:nvSpPr>
          <p:spPr>
            <a:xfrm>
              <a:off x="2646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5" name="Google Shape;415;p26"/>
            <p:cNvSpPr/>
            <p:nvPr/>
          </p:nvSpPr>
          <p:spPr>
            <a:xfrm>
              <a:off x="3609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6" name="Google Shape;416;p26"/>
            <p:cNvSpPr/>
            <p:nvPr/>
          </p:nvSpPr>
          <p:spPr>
            <a:xfrm>
              <a:off x="4572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7" name="Google Shape;417;p26"/>
            <p:cNvSpPr/>
            <p:nvPr/>
          </p:nvSpPr>
          <p:spPr>
            <a:xfrm>
              <a:off x="4251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8" name="Google Shape;418;p26"/>
            <p:cNvSpPr/>
            <p:nvPr/>
          </p:nvSpPr>
          <p:spPr>
            <a:xfrm>
              <a:off x="3930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9" name="Google Shape;419;p26"/>
            <p:cNvSpPr/>
            <p:nvPr/>
          </p:nvSpPr>
          <p:spPr>
            <a:xfrm>
              <a:off x="4893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0" name="Google Shape;420;p26"/>
            <p:cNvSpPr/>
            <p:nvPr/>
          </p:nvSpPr>
          <p:spPr>
            <a:xfrm>
              <a:off x="5856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1" name="Google Shape;421;p26"/>
            <p:cNvSpPr/>
            <p:nvPr/>
          </p:nvSpPr>
          <p:spPr>
            <a:xfrm>
              <a:off x="5535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2" name="Google Shape;422;p26"/>
            <p:cNvSpPr/>
            <p:nvPr/>
          </p:nvSpPr>
          <p:spPr>
            <a:xfrm>
              <a:off x="5214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3" name="Google Shape;423;p26"/>
            <p:cNvSpPr/>
            <p:nvPr/>
          </p:nvSpPr>
          <p:spPr>
            <a:xfrm>
              <a:off x="6177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4" name="Google Shape;424;p26"/>
            <p:cNvSpPr/>
            <p:nvPr/>
          </p:nvSpPr>
          <p:spPr>
            <a:xfrm>
              <a:off x="7140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5" name="Google Shape;425;p26"/>
            <p:cNvSpPr/>
            <p:nvPr/>
          </p:nvSpPr>
          <p:spPr>
            <a:xfrm>
              <a:off x="6819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6" name="Google Shape;426;p26"/>
            <p:cNvSpPr/>
            <p:nvPr/>
          </p:nvSpPr>
          <p:spPr>
            <a:xfrm>
              <a:off x="6498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7" name="Google Shape;427;p26"/>
            <p:cNvSpPr/>
            <p:nvPr/>
          </p:nvSpPr>
          <p:spPr>
            <a:xfrm>
              <a:off x="7461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8" name="Google Shape;428;p26"/>
            <p:cNvSpPr/>
            <p:nvPr/>
          </p:nvSpPr>
          <p:spPr>
            <a:xfrm>
              <a:off x="8103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9" name="Google Shape;429;p26"/>
            <p:cNvSpPr/>
            <p:nvPr/>
          </p:nvSpPr>
          <p:spPr>
            <a:xfrm>
              <a:off x="7782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0" name="Google Shape;430;p26"/>
            <p:cNvSpPr/>
            <p:nvPr/>
          </p:nvSpPr>
          <p:spPr>
            <a:xfrm>
              <a:off x="8424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1" name="Google Shape;431;p26"/>
            <p:cNvSpPr/>
            <p:nvPr/>
          </p:nvSpPr>
          <p:spPr>
            <a:xfrm>
              <a:off x="8745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2" name="Google Shape;432;p26"/>
            <p:cNvSpPr/>
            <p:nvPr/>
          </p:nvSpPr>
          <p:spPr>
            <a:xfrm>
              <a:off x="399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3" name="Google Shape;433;p26"/>
            <p:cNvSpPr/>
            <p:nvPr/>
          </p:nvSpPr>
          <p:spPr>
            <a:xfrm>
              <a:off x="78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4" name="Google Shape;434;p26"/>
            <p:cNvSpPr/>
            <p:nvPr/>
          </p:nvSpPr>
          <p:spPr>
            <a:xfrm>
              <a:off x="1041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5" name="Google Shape;435;p26"/>
            <p:cNvSpPr/>
            <p:nvPr/>
          </p:nvSpPr>
          <p:spPr>
            <a:xfrm>
              <a:off x="2004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6" name="Google Shape;436;p26"/>
            <p:cNvSpPr/>
            <p:nvPr/>
          </p:nvSpPr>
          <p:spPr>
            <a:xfrm>
              <a:off x="1683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7" name="Google Shape;437;p26"/>
            <p:cNvSpPr/>
            <p:nvPr/>
          </p:nvSpPr>
          <p:spPr>
            <a:xfrm>
              <a:off x="1362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8" name="Google Shape;438;p26"/>
            <p:cNvSpPr/>
            <p:nvPr/>
          </p:nvSpPr>
          <p:spPr>
            <a:xfrm>
              <a:off x="2325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9" name="Google Shape;439;p26"/>
            <p:cNvSpPr/>
            <p:nvPr/>
          </p:nvSpPr>
          <p:spPr>
            <a:xfrm>
              <a:off x="3288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0" name="Google Shape;440;p26"/>
            <p:cNvSpPr/>
            <p:nvPr/>
          </p:nvSpPr>
          <p:spPr>
            <a:xfrm>
              <a:off x="2967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1" name="Google Shape;441;p26"/>
            <p:cNvSpPr/>
            <p:nvPr/>
          </p:nvSpPr>
          <p:spPr>
            <a:xfrm>
              <a:off x="2646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2" name="Google Shape;442;p26"/>
            <p:cNvSpPr/>
            <p:nvPr/>
          </p:nvSpPr>
          <p:spPr>
            <a:xfrm>
              <a:off x="3609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3" name="Google Shape;443;p26"/>
            <p:cNvSpPr/>
            <p:nvPr/>
          </p:nvSpPr>
          <p:spPr>
            <a:xfrm>
              <a:off x="4572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4" name="Google Shape;444;p26"/>
            <p:cNvSpPr/>
            <p:nvPr/>
          </p:nvSpPr>
          <p:spPr>
            <a:xfrm>
              <a:off x="4251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5" name="Google Shape;445;p26"/>
            <p:cNvSpPr/>
            <p:nvPr/>
          </p:nvSpPr>
          <p:spPr>
            <a:xfrm>
              <a:off x="3930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6" name="Google Shape;446;p26"/>
            <p:cNvSpPr/>
            <p:nvPr/>
          </p:nvSpPr>
          <p:spPr>
            <a:xfrm>
              <a:off x="4893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7" name="Google Shape;447;p26"/>
            <p:cNvSpPr/>
            <p:nvPr/>
          </p:nvSpPr>
          <p:spPr>
            <a:xfrm>
              <a:off x="5856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8" name="Google Shape;448;p26"/>
            <p:cNvSpPr/>
            <p:nvPr/>
          </p:nvSpPr>
          <p:spPr>
            <a:xfrm>
              <a:off x="5535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9" name="Google Shape;449;p26"/>
            <p:cNvSpPr/>
            <p:nvPr/>
          </p:nvSpPr>
          <p:spPr>
            <a:xfrm>
              <a:off x="5214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0" name="Google Shape;450;p26"/>
            <p:cNvSpPr/>
            <p:nvPr/>
          </p:nvSpPr>
          <p:spPr>
            <a:xfrm>
              <a:off x="6177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1" name="Google Shape;451;p26"/>
            <p:cNvSpPr/>
            <p:nvPr/>
          </p:nvSpPr>
          <p:spPr>
            <a:xfrm>
              <a:off x="7140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2" name="Google Shape;452;p26"/>
            <p:cNvSpPr/>
            <p:nvPr/>
          </p:nvSpPr>
          <p:spPr>
            <a:xfrm>
              <a:off x="6819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3" name="Google Shape;453;p26"/>
            <p:cNvSpPr/>
            <p:nvPr/>
          </p:nvSpPr>
          <p:spPr>
            <a:xfrm>
              <a:off x="6498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4" name="Google Shape;454;p26"/>
            <p:cNvSpPr/>
            <p:nvPr/>
          </p:nvSpPr>
          <p:spPr>
            <a:xfrm>
              <a:off x="7461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5" name="Google Shape;455;p26"/>
            <p:cNvSpPr/>
            <p:nvPr/>
          </p:nvSpPr>
          <p:spPr>
            <a:xfrm>
              <a:off x="8103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6" name="Google Shape;456;p26"/>
            <p:cNvSpPr/>
            <p:nvPr/>
          </p:nvSpPr>
          <p:spPr>
            <a:xfrm>
              <a:off x="7782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7" name="Google Shape;457;p26"/>
            <p:cNvSpPr/>
            <p:nvPr/>
          </p:nvSpPr>
          <p:spPr>
            <a:xfrm>
              <a:off x="8424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8" name="Google Shape;458;p26"/>
            <p:cNvSpPr/>
            <p:nvPr/>
          </p:nvSpPr>
          <p:spPr>
            <a:xfrm>
              <a:off x="8745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9" name="Google Shape;459;p26"/>
            <p:cNvSpPr/>
            <p:nvPr/>
          </p:nvSpPr>
          <p:spPr>
            <a:xfrm>
              <a:off x="399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0" name="Google Shape;460;p26"/>
            <p:cNvSpPr/>
            <p:nvPr/>
          </p:nvSpPr>
          <p:spPr>
            <a:xfrm>
              <a:off x="78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1" name="Google Shape;461;p26"/>
            <p:cNvSpPr/>
            <p:nvPr/>
          </p:nvSpPr>
          <p:spPr>
            <a:xfrm>
              <a:off x="1041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2" name="Google Shape;462;p26"/>
            <p:cNvSpPr/>
            <p:nvPr/>
          </p:nvSpPr>
          <p:spPr>
            <a:xfrm>
              <a:off x="2004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3" name="Google Shape;463;p26"/>
            <p:cNvSpPr/>
            <p:nvPr/>
          </p:nvSpPr>
          <p:spPr>
            <a:xfrm>
              <a:off x="1683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4" name="Google Shape;464;p26"/>
            <p:cNvSpPr/>
            <p:nvPr/>
          </p:nvSpPr>
          <p:spPr>
            <a:xfrm>
              <a:off x="1362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5" name="Google Shape;465;p26"/>
            <p:cNvSpPr/>
            <p:nvPr/>
          </p:nvSpPr>
          <p:spPr>
            <a:xfrm>
              <a:off x="2325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6" name="Google Shape;466;p26"/>
            <p:cNvSpPr/>
            <p:nvPr/>
          </p:nvSpPr>
          <p:spPr>
            <a:xfrm>
              <a:off x="3288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7" name="Google Shape;467;p26"/>
            <p:cNvSpPr/>
            <p:nvPr/>
          </p:nvSpPr>
          <p:spPr>
            <a:xfrm>
              <a:off x="2967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8" name="Google Shape;468;p26"/>
            <p:cNvSpPr/>
            <p:nvPr/>
          </p:nvSpPr>
          <p:spPr>
            <a:xfrm>
              <a:off x="2646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9" name="Google Shape;469;p26"/>
            <p:cNvSpPr/>
            <p:nvPr/>
          </p:nvSpPr>
          <p:spPr>
            <a:xfrm>
              <a:off x="3609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0" name="Google Shape;470;p26"/>
            <p:cNvSpPr/>
            <p:nvPr/>
          </p:nvSpPr>
          <p:spPr>
            <a:xfrm>
              <a:off x="4572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1" name="Google Shape;471;p26"/>
            <p:cNvSpPr/>
            <p:nvPr/>
          </p:nvSpPr>
          <p:spPr>
            <a:xfrm>
              <a:off x="4251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2" name="Google Shape;472;p26"/>
            <p:cNvSpPr/>
            <p:nvPr/>
          </p:nvSpPr>
          <p:spPr>
            <a:xfrm>
              <a:off x="3930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3" name="Google Shape;473;p26"/>
            <p:cNvSpPr/>
            <p:nvPr/>
          </p:nvSpPr>
          <p:spPr>
            <a:xfrm>
              <a:off x="4893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4" name="Google Shape;474;p26"/>
            <p:cNvSpPr/>
            <p:nvPr/>
          </p:nvSpPr>
          <p:spPr>
            <a:xfrm>
              <a:off x="5856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5" name="Google Shape;475;p26"/>
            <p:cNvSpPr/>
            <p:nvPr/>
          </p:nvSpPr>
          <p:spPr>
            <a:xfrm>
              <a:off x="5535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6" name="Google Shape;476;p26"/>
            <p:cNvSpPr/>
            <p:nvPr/>
          </p:nvSpPr>
          <p:spPr>
            <a:xfrm>
              <a:off x="5214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7" name="Google Shape;477;p26"/>
            <p:cNvSpPr/>
            <p:nvPr/>
          </p:nvSpPr>
          <p:spPr>
            <a:xfrm>
              <a:off x="6177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8" name="Google Shape;478;p26"/>
            <p:cNvSpPr/>
            <p:nvPr/>
          </p:nvSpPr>
          <p:spPr>
            <a:xfrm>
              <a:off x="7140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9" name="Google Shape;479;p26"/>
            <p:cNvSpPr/>
            <p:nvPr/>
          </p:nvSpPr>
          <p:spPr>
            <a:xfrm>
              <a:off x="6819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0" name="Google Shape;480;p26"/>
            <p:cNvSpPr/>
            <p:nvPr/>
          </p:nvSpPr>
          <p:spPr>
            <a:xfrm>
              <a:off x="6498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1" name="Google Shape;481;p26"/>
            <p:cNvSpPr/>
            <p:nvPr/>
          </p:nvSpPr>
          <p:spPr>
            <a:xfrm>
              <a:off x="7461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2" name="Google Shape;482;p26"/>
            <p:cNvSpPr/>
            <p:nvPr/>
          </p:nvSpPr>
          <p:spPr>
            <a:xfrm>
              <a:off x="8103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3" name="Google Shape;483;p26"/>
            <p:cNvSpPr/>
            <p:nvPr/>
          </p:nvSpPr>
          <p:spPr>
            <a:xfrm>
              <a:off x="7782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4" name="Google Shape;484;p26"/>
            <p:cNvSpPr/>
            <p:nvPr/>
          </p:nvSpPr>
          <p:spPr>
            <a:xfrm>
              <a:off x="8424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5" name="Google Shape;485;p26"/>
            <p:cNvSpPr/>
            <p:nvPr/>
          </p:nvSpPr>
          <p:spPr>
            <a:xfrm>
              <a:off x="8745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6" name="Google Shape;486;p26"/>
            <p:cNvSpPr/>
            <p:nvPr/>
          </p:nvSpPr>
          <p:spPr>
            <a:xfrm>
              <a:off x="399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7" name="Google Shape;487;p26"/>
            <p:cNvSpPr/>
            <p:nvPr/>
          </p:nvSpPr>
          <p:spPr>
            <a:xfrm>
              <a:off x="78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8" name="Google Shape;488;p26"/>
            <p:cNvSpPr/>
            <p:nvPr/>
          </p:nvSpPr>
          <p:spPr>
            <a:xfrm>
              <a:off x="1041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9" name="Google Shape;489;p26"/>
            <p:cNvSpPr/>
            <p:nvPr/>
          </p:nvSpPr>
          <p:spPr>
            <a:xfrm>
              <a:off x="2004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0" name="Google Shape;490;p26"/>
            <p:cNvSpPr/>
            <p:nvPr/>
          </p:nvSpPr>
          <p:spPr>
            <a:xfrm>
              <a:off x="1683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1" name="Google Shape;491;p26"/>
            <p:cNvSpPr/>
            <p:nvPr/>
          </p:nvSpPr>
          <p:spPr>
            <a:xfrm>
              <a:off x="1362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2" name="Google Shape;492;p26"/>
            <p:cNvSpPr/>
            <p:nvPr/>
          </p:nvSpPr>
          <p:spPr>
            <a:xfrm>
              <a:off x="2325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3" name="Google Shape;493;p26"/>
            <p:cNvSpPr/>
            <p:nvPr/>
          </p:nvSpPr>
          <p:spPr>
            <a:xfrm>
              <a:off x="3288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4" name="Google Shape;494;p26"/>
            <p:cNvSpPr/>
            <p:nvPr/>
          </p:nvSpPr>
          <p:spPr>
            <a:xfrm>
              <a:off x="2967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5" name="Google Shape;495;p26"/>
            <p:cNvSpPr/>
            <p:nvPr/>
          </p:nvSpPr>
          <p:spPr>
            <a:xfrm>
              <a:off x="2646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6" name="Google Shape;496;p26"/>
            <p:cNvSpPr/>
            <p:nvPr/>
          </p:nvSpPr>
          <p:spPr>
            <a:xfrm>
              <a:off x="3609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7" name="Google Shape;497;p26"/>
            <p:cNvSpPr/>
            <p:nvPr/>
          </p:nvSpPr>
          <p:spPr>
            <a:xfrm>
              <a:off x="4572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8" name="Google Shape;498;p26"/>
            <p:cNvSpPr/>
            <p:nvPr/>
          </p:nvSpPr>
          <p:spPr>
            <a:xfrm>
              <a:off x="4251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9" name="Google Shape;499;p26"/>
            <p:cNvSpPr/>
            <p:nvPr/>
          </p:nvSpPr>
          <p:spPr>
            <a:xfrm>
              <a:off x="3930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0" name="Google Shape;500;p26"/>
            <p:cNvSpPr/>
            <p:nvPr/>
          </p:nvSpPr>
          <p:spPr>
            <a:xfrm>
              <a:off x="4893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1" name="Google Shape;501;p26"/>
            <p:cNvSpPr/>
            <p:nvPr/>
          </p:nvSpPr>
          <p:spPr>
            <a:xfrm>
              <a:off x="5856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2" name="Google Shape;502;p26"/>
            <p:cNvSpPr/>
            <p:nvPr/>
          </p:nvSpPr>
          <p:spPr>
            <a:xfrm>
              <a:off x="5535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3" name="Google Shape;503;p26"/>
            <p:cNvSpPr/>
            <p:nvPr/>
          </p:nvSpPr>
          <p:spPr>
            <a:xfrm>
              <a:off x="5214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4" name="Google Shape;504;p26"/>
            <p:cNvSpPr/>
            <p:nvPr/>
          </p:nvSpPr>
          <p:spPr>
            <a:xfrm>
              <a:off x="6177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5" name="Google Shape;505;p26"/>
            <p:cNvSpPr/>
            <p:nvPr/>
          </p:nvSpPr>
          <p:spPr>
            <a:xfrm>
              <a:off x="7140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6" name="Google Shape;506;p26"/>
            <p:cNvSpPr/>
            <p:nvPr/>
          </p:nvSpPr>
          <p:spPr>
            <a:xfrm>
              <a:off x="6819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7" name="Google Shape;507;p26"/>
            <p:cNvSpPr/>
            <p:nvPr/>
          </p:nvSpPr>
          <p:spPr>
            <a:xfrm>
              <a:off x="6498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8" name="Google Shape;508;p26"/>
            <p:cNvSpPr/>
            <p:nvPr/>
          </p:nvSpPr>
          <p:spPr>
            <a:xfrm>
              <a:off x="7461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9" name="Google Shape;509;p26"/>
            <p:cNvSpPr/>
            <p:nvPr/>
          </p:nvSpPr>
          <p:spPr>
            <a:xfrm>
              <a:off x="8103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0" name="Google Shape;510;p26"/>
            <p:cNvSpPr/>
            <p:nvPr/>
          </p:nvSpPr>
          <p:spPr>
            <a:xfrm>
              <a:off x="7782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1" name="Google Shape;511;p26"/>
            <p:cNvSpPr/>
            <p:nvPr/>
          </p:nvSpPr>
          <p:spPr>
            <a:xfrm>
              <a:off x="8424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2" name="Google Shape;512;p26"/>
            <p:cNvSpPr/>
            <p:nvPr/>
          </p:nvSpPr>
          <p:spPr>
            <a:xfrm>
              <a:off x="8745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3" name="Google Shape;513;p26"/>
            <p:cNvSpPr/>
            <p:nvPr/>
          </p:nvSpPr>
          <p:spPr>
            <a:xfrm>
              <a:off x="399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4" name="Google Shape;514;p26"/>
            <p:cNvSpPr/>
            <p:nvPr/>
          </p:nvSpPr>
          <p:spPr>
            <a:xfrm>
              <a:off x="78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5" name="Google Shape;515;p26"/>
            <p:cNvSpPr/>
            <p:nvPr/>
          </p:nvSpPr>
          <p:spPr>
            <a:xfrm>
              <a:off x="1041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6" name="Google Shape;516;p26"/>
            <p:cNvSpPr/>
            <p:nvPr/>
          </p:nvSpPr>
          <p:spPr>
            <a:xfrm>
              <a:off x="2004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7" name="Google Shape;517;p26"/>
            <p:cNvSpPr/>
            <p:nvPr/>
          </p:nvSpPr>
          <p:spPr>
            <a:xfrm>
              <a:off x="1683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8" name="Google Shape;518;p26"/>
            <p:cNvSpPr/>
            <p:nvPr/>
          </p:nvSpPr>
          <p:spPr>
            <a:xfrm>
              <a:off x="1362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9" name="Google Shape;519;p26"/>
            <p:cNvSpPr/>
            <p:nvPr/>
          </p:nvSpPr>
          <p:spPr>
            <a:xfrm>
              <a:off x="2325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0" name="Google Shape;520;p26"/>
            <p:cNvSpPr/>
            <p:nvPr/>
          </p:nvSpPr>
          <p:spPr>
            <a:xfrm>
              <a:off x="3288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1" name="Google Shape;521;p26"/>
            <p:cNvSpPr/>
            <p:nvPr/>
          </p:nvSpPr>
          <p:spPr>
            <a:xfrm>
              <a:off x="2967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2" name="Google Shape;522;p26"/>
            <p:cNvSpPr/>
            <p:nvPr/>
          </p:nvSpPr>
          <p:spPr>
            <a:xfrm>
              <a:off x="2646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3" name="Google Shape;523;p26"/>
            <p:cNvSpPr/>
            <p:nvPr/>
          </p:nvSpPr>
          <p:spPr>
            <a:xfrm>
              <a:off x="3609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4" name="Google Shape;524;p26"/>
            <p:cNvSpPr/>
            <p:nvPr/>
          </p:nvSpPr>
          <p:spPr>
            <a:xfrm>
              <a:off x="4572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5" name="Google Shape;525;p26"/>
            <p:cNvSpPr/>
            <p:nvPr/>
          </p:nvSpPr>
          <p:spPr>
            <a:xfrm>
              <a:off x="4251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6" name="Google Shape;526;p26"/>
            <p:cNvSpPr/>
            <p:nvPr/>
          </p:nvSpPr>
          <p:spPr>
            <a:xfrm>
              <a:off x="3930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7" name="Google Shape;527;p26"/>
            <p:cNvSpPr/>
            <p:nvPr/>
          </p:nvSpPr>
          <p:spPr>
            <a:xfrm>
              <a:off x="4893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8" name="Google Shape;528;p26"/>
            <p:cNvSpPr/>
            <p:nvPr/>
          </p:nvSpPr>
          <p:spPr>
            <a:xfrm>
              <a:off x="5856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9" name="Google Shape;529;p26"/>
            <p:cNvSpPr/>
            <p:nvPr/>
          </p:nvSpPr>
          <p:spPr>
            <a:xfrm>
              <a:off x="5535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0" name="Google Shape;530;p26"/>
            <p:cNvSpPr/>
            <p:nvPr/>
          </p:nvSpPr>
          <p:spPr>
            <a:xfrm>
              <a:off x="5214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1" name="Google Shape;531;p26"/>
            <p:cNvSpPr/>
            <p:nvPr/>
          </p:nvSpPr>
          <p:spPr>
            <a:xfrm>
              <a:off x="6177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2" name="Google Shape;532;p26"/>
            <p:cNvSpPr/>
            <p:nvPr/>
          </p:nvSpPr>
          <p:spPr>
            <a:xfrm>
              <a:off x="7140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3" name="Google Shape;533;p26"/>
            <p:cNvSpPr/>
            <p:nvPr/>
          </p:nvSpPr>
          <p:spPr>
            <a:xfrm>
              <a:off x="6819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4" name="Google Shape;534;p26"/>
            <p:cNvSpPr/>
            <p:nvPr/>
          </p:nvSpPr>
          <p:spPr>
            <a:xfrm>
              <a:off x="6498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5" name="Google Shape;535;p26"/>
            <p:cNvSpPr/>
            <p:nvPr/>
          </p:nvSpPr>
          <p:spPr>
            <a:xfrm>
              <a:off x="7461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6" name="Google Shape;536;p26"/>
            <p:cNvSpPr/>
            <p:nvPr/>
          </p:nvSpPr>
          <p:spPr>
            <a:xfrm>
              <a:off x="8103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7" name="Google Shape;537;p26"/>
            <p:cNvSpPr/>
            <p:nvPr/>
          </p:nvSpPr>
          <p:spPr>
            <a:xfrm>
              <a:off x="7782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8" name="Google Shape;538;p26"/>
            <p:cNvSpPr/>
            <p:nvPr/>
          </p:nvSpPr>
          <p:spPr>
            <a:xfrm>
              <a:off x="8424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9" name="Google Shape;539;p26"/>
            <p:cNvSpPr/>
            <p:nvPr/>
          </p:nvSpPr>
          <p:spPr>
            <a:xfrm>
              <a:off x="8745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0" name="Google Shape;540;p26"/>
            <p:cNvSpPr/>
            <p:nvPr/>
          </p:nvSpPr>
          <p:spPr>
            <a:xfrm>
              <a:off x="399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1" name="Google Shape;541;p26"/>
            <p:cNvSpPr/>
            <p:nvPr/>
          </p:nvSpPr>
          <p:spPr>
            <a:xfrm>
              <a:off x="78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2" name="Google Shape;542;p26"/>
            <p:cNvSpPr/>
            <p:nvPr/>
          </p:nvSpPr>
          <p:spPr>
            <a:xfrm>
              <a:off x="1041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3" name="Google Shape;543;p26"/>
            <p:cNvSpPr/>
            <p:nvPr/>
          </p:nvSpPr>
          <p:spPr>
            <a:xfrm>
              <a:off x="2004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4" name="Google Shape;544;p26"/>
            <p:cNvSpPr/>
            <p:nvPr/>
          </p:nvSpPr>
          <p:spPr>
            <a:xfrm>
              <a:off x="1683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5" name="Google Shape;545;p26"/>
            <p:cNvSpPr/>
            <p:nvPr/>
          </p:nvSpPr>
          <p:spPr>
            <a:xfrm>
              <a:off x="1362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6" name="Google Shape;546;p26"/>
            <p:cNvSpPr/>
            <p:nvPr/>
          </p:nvSpPr>
          <p:spPr>
            <a:xfrm>
              <a:off x="2325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7" name="Google Shape;547;p26"/>
            <p:cNvSpPr/>
            <p:nvPr/>
          </p:nvSpPr>
          <p:spPr>
            <a:xfrm>
              <a:off x="3288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8" name="Google Shape;548;p26"/>
            <p:cNvSpPr/>
            <p:nvPr/>
          </p:nvSpPr>
          <p:spPr>
            <a:xfrm>
              <a:off x="2967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9" name="Google Shape;549;p26"/>
            <p:cNvSpPr/>
            <p:nvPr/>
          </p:nvSpPr>
          <p:spPr>
            <a:xfrm>
              <a:off x="2646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0" name="Google Shape;550;p26"/>
            <p:cNvSpPr/>
            <p:nvPr/>
          </p:nvSpPr>
          <p:spPr>
            <a:xfrm>
              <a:off x="3609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1" name="Google Shape;551;p26"/>
            <p:cNvSpPr/>
            <p:nvPr/>
          </p:nvSpPr>
          <p:spPr>
            <a:xfrm>
              <a:off x="4572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2" name="Google Shape;552;p26"/>
            <p:cNvSpPr/>
            <p:nvPr/>
          </p:nvSpPr>
          <p:spPr>
            <a:xfrm>
              <a:off x="4251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3" name="Google Shape;553;p26"/>
            <p:cNvSpPr/>
            <p:nvPr/>
          </p:nvSpPr>
          <p:spPr>
            <a:xfrm>
              <a:off x="3930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4" name="Google Shape;554;p26"/>
            <p:cNvSpPr/>
            <p:nvPr/>
          </p:nvSpPr>
          <p:spPr>
            <a:xfrm>
              <a:off x="4893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5" name="Google Shape;555;p26"/>
            <p:cNvSpPr/>
            <p:nvPr/>
          </p:nvSpPr>
          <p:spPr>
            <a:xfrm>
              <a:off x="5856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6" name="Google Shape;556;p26"/>
            <p:cNvSpPr/>
            <p:nvPr/>
          </p:nvSpPr>
          <p:spPr>
            <a:xfrm>
              <a:off x="5535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7" name="Google Shape;557;p26"/>
            <p:cNvSpPr/>
            <p:nvPr/>
          </p:nvSpPr>
          <p:spPr>
            <a:xfrm>
              <a:off x="5214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8" name="Google Shape;558;p26"/>
            <p:cNvSpPr/>
            <p:nvPr/>
          </p:nvSpPr>
          <p:spPr>
            <a:xfrm>
              <a:off x="6177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9" name="Google Shape;559;p26"/>
            <p:cNvSpPr/>
            <p:nvPr/>
          </p:nvSpPr>
          <p:spPr>
            <a:xfrm>
              <a:off x="7140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0" name="Google Shape;560;p26"/>
            <p:cNvSpPr/>
            <p:nvPr/>
          </p:nvSpPr>
          <p:spPr>
            <a:xfrm>
              <a:off x="6819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1" name="Google Shape;561;p26"/>
            <p:cNvSpPr/>
            <p:nvPr/>
          </p:nvSpPr>
          <p:spPr>
            <a:xfrm>
              <a:off x="6498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2" name="Google Shape;562;p26"/>
            <p:cNvSpPr/>
            <p:nvPr/>
          </p:nvSpPr>
          <p:spPr>
            <a:xfrm>
              <a:off x="7461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3" name="Google Shape;563;p26"/>
            <p:cNvSpPr/>
            <p:nvPr/>
          </p:nvSpPr>
          <p:spPr>
            <a:xfrm>
              <a:off x="8103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4" name="Google Shape;564;p26"/>
            <p:cNvSpPr/>
            <p:nvPr/>
          </p:nvSpPr>
          <p:spPr>
            <a:xfrm>
              <a:off x="7782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5" name="Google Shape;565;p26"/>
            <p:cNvSpPr/>
            <p:nvPr/>
          </p:nvSpPr>
          <p:spPr>
            <a:xfrm>
              <a:off x="8424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6" name="Google Shape;566;p26"/>
            <p:cNvSpPr/>
            <p:nvPr/>
          </p:nvSpPr>
          <p:spPr>
            <a:xfrm>
              <a:off x="8745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7" name="Google Shape;567;p26"/>
            <p:cNvSpPr/>
            <p:nvPr/>
          </p:nvSpPr>
          <p:spPr>
            <a:xfrm>
              <a:off x="399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8" name="Google Shape;568;p26"/>
            <p:cNvSpPr/>
            <p:nvPr/>
          </p:nvSpPr>
          <p:spPr>
            <a:xfrm>
              <a:off x="78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9" name="Google Shape;569;p26"/>
            <p:cNvSpPr/>
            <p:nvPr/>
          </p:nvSpPr>
          <p:spPr>
            <a:xfrm>
              <a:off x="1041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0" name="Google Shape;570;p26"/>
            <p:cNvSpPr/>
            <p:nvPr/>
          </p:nvSpPr>
          <p:spPr>
            <a:xfrm>
              <a:off x="2004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1" name="Google Shape;571;p26"/>
            <p:cNvSpPr/>
            <p:nvPr/>
          </p:nvSpPr>
          <p:spPr>
            <a:xfrm>
              <a:off x="1683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2" name="Google Shape;572;p26"/>
            <p:cNvSpPr/>
            <p:nvPr/>
          </p:nvSpPr>
          <p:spPr>
            <a:xfrm>
              <a:off x="1362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3" name="Google Shape;573;p26"/>
            <p:cNvSpPr/>
            <p:nvPr/>
          </p:nvSpPr>
          <p:spPr>
            <a:xfrm>
              <a:off x="2325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4" name="Google Shape;574;p26"/>
            <p:cNvSpPr/>
            <p:nvPr/>
          </p:nvSpPr>
          <p:spPr>
            <a:xfrm>
              <a:off x="3288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5" name="Google Shape;575;p26"/>
            <p:cNvSpPr/>
            <p:nvPr/>
          </p:nvSpPr>
          <p:spPr>
            <a:xfrm>
              <a:off x="2967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6" name="Google Shape;576;p26"/>
            <p:cNvSpPr/>
            <p:nvPr/>
          </p:nvSpPr>
          <p:spPr>
            <a:xfrm>
              <a:off x="2646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7" name="Google Shape;577;p26"/>
            <p:cNvSpPr/>
            <p:nvPr/>
          </p:nvSpPr>
          <p:spPr>
            <a:xfrm>
              <a:off x="3609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8" name="Google Shape;578;p26"/>
            <p:cNvSpPr/>
            <p:nvPr/>
          </p:nvSpPr>
          <p:spPr>
            <a:xfrm>
              <a:off x="4572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9" name="Google Shape;579;p26"/>
            <p:cNvSpPr/>
            <p:nvPr/>
          </p:nvSpPr>
          <p:spPr>
            <a:xfrm>
              <a:off x="4251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0" name="Google Shape;580;p26"/>
            <p:cNvSpPr/>
            <p:nvPr/>
          </p:nvSpPr>
          <p:spPr>
            <a:xfrm>
              <a:off x="3930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1" name="Google Shape;581;p26"/>
            <p:cNvSpPr/>
            <p:nvPr/>
          </p:nvSpPr>
          <p:spPr>
            <a:xfrm>
              <a:off x="4893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2" name="Google Shape;582;p26"/>
            <p:cNvSpPr/>
            <p:nvPr/>
          </p:nvSpPr>
          <p:spPr>
            <a:xfrm>
              <a:off x="5856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3" name="Google Shape;583;p26"/>
            <p:cNvSpPr/>
            <p:nvPr/>
          </p:nvSpPr>
          <p:spPr>
            <a:xfrm>
              <a:off x="5535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4" name="Google Shape;584;p26"/>
            <p:cNvSpPr/>
            <p:nvPr/>
          </p:nvSpPr>
          <p:spPr>
            <a:xfrm>
              <a:off x="5214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5" name="Google Shape;585;p26"/>
            <p:cNvSpPr/>
            <p:nvPr/>
          </p:nvSpPr>
          <p:spPr>
            <a:xfrm>
              <a:off x="6177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6" name="Google Shape;586;p26"/>
            <p:cNvSpPr/>
            <p:nvPr/>
          </p:nvSpPr>
          <p:spPr>
            <a:xfrm>
              <a:off x="7140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7" name="Google Shape;587;p26"/>
            <p:cNvSpPr/>
            <p:nvPr/>
          </p:nvSpPr>
          <p:spPr>
            <a:xfrm>
              <a:off x="6819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8" name="Google Shape;588;p26"/>
            <p:cNvSpPr/>
            <p:nvPr/>
          </p:nvSpPr>
          <p:spPr>
            <a:xfrm>
              <a:off x="6498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9" name="Google Shape;589;p26"/>
            <p:cNvSpPr/>
            <p:nvPr/>
          </p:nvSpPr>
          <p:spPr>
            <a:xfrm>
              <a:off x="7461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0" name="Google Shape;590;p26"/>
            <p:cNvSpPr/>
            <p:nvPr/>
          </p:nvSpPr>
          <p:spPr>
            <a:xfrm>
              <a:off x="8103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1" name="Google Shape;591;p26"/>
            <p:cNvSpPr/>
            <p:nvPr/>
          </p:nvSpPr>
          <p:spPr>
            <a:xfrm>
              <a:off x="7782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2" name="Google Shape;592;p26"/>
            <p:cNvSpPr/>
            <p:nvPr/>
          </p:nvSpPr>
          <p:spPr>
            <a:xfrm>
              <a:off x="8424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3" name="Google Shape;593;p26"/>
            <p:cNvSpPr/>
            <p:nvPr/>
          </p:nvSpPr>
          <p:spPr>
            <a:xfrm>
              <a:off x="8745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4" name="Google Shape;594;p26"/>
            <p:cNvSpPr/>
            <p:nvPr/>
          </p:nvSpPr>
          <p:spPr>
            <a:xfrm>
              <a:off x="399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5" name="Google Shape;595;p26"/>
            <p:cNvSpPr/>
            <p:nvPr/>
          </p:nvSpPr>
          <p:spPr>
            <a:xfrm>
              <a:off x="78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6" name="Google Shape;596;p26"/>
            <p:cNvSpPr/>
            <p:nvPr/>
          </p:nvSpPr>
          <p:spPr>
            <a:xfrm>
              <a:off x="1041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7" name="Google Shape;597;p26"/>
            <p:cNvSpPr/>
            <p:nvPr/>
          </p:nvSpPr>
          <p:spPr>
            <a:xfrm>
              <a:off x="2004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8" name="Google Shape;598;p26"/>
            <p:cNvSpPr/>
            <p:nvPr/>
          </p:nvSpPr>
          <p:spPr>
            <a:xfrm>
              <a:off x="1683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9" name="Google Shape;599;p26"/>
            <p:cNvSpPr/>
            <p:nvPr/>
          </p:nvSpPr>
          <p:spPr>
            <a:xfrm>
              <a:off x="1362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0" name="Google Shape;600;p26"/>
            <p:cNvSpPr/>
            <p:nvPr/>
          </p:nvSpPr>
          <p:spPr>
            <a:xfrm>
              <a:off x="2325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1" name="Google Shape;601;p26"/>
            <p:cNvSpPr/>
            <p:nvPr/>
          </p:nvSpPr>
          <p:spPr>
            <a:xfrm>
              <a:off x="3288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2" name="Google Shape;602;p26"/>
            <p:cNvSpPr/>
            <p:nvPr/>
          </p:nvSpPr>
          <p:spPr>
            <a:xfrm>
              <a:off x="2967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3" name="Google Shape;603;p26"/>
            <p:cNvSpPr/>
            <p:nvPr/>
          </p:nvSpPr>
          <p:spPr>
            <a:xfrm>
              <a:off x="2646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4" name="Google Shape;604;p26"/>
            <p:cNvSpPr/>
            <p:nvPr/>
          </p:nvSpPr>
          <p:spPr>
            <a:xfrm>
              <a:off x="3609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5" name="Google Shape;605;p26"/>
            <p:cNvSpPr/>
            <p:nvPr/>
          </p:nvSpPr>
          <p:spPr>
            <a:xfrm>
              <a:off x="4572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6" name="Google Shape;606;p26"/>
            <p:cNvSpPr/>
            <p:nvPr/>
          </p:nvSpPr>
          <p:spPr>
            <a:xfrm>
              <a:off x="4251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7" name="Google Shape;607;p26"/>
            <p:cNvSpPr/>
            <p:nvPr/>
          </p:nvSpPr>
          <p:spPr>
            <a:xfrm>
              <a:off x="3930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8" name="Google Shape;608;p26"/>
            <p:cNvSpPr/>
            <p:nvPr/>
          </p:nvSpPr>
          <p:spPr>
            <a:xfrm>
              <a:off x="4893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9" name="Google Shape;609;p26"/>
            <p:cNvSpPr/>
            <p:nvPr/>
          </p:nvSpPr>
          <p:spPr>
            <a:xfrm>
              <a:off x="5856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0" name="Google Shape;610;p26"/>
            <p:cNvSpPr/>
            <p:nvPr/>
          </p:nvSpPr>
          <p:spPr>
            <a:xfrm>
              <a:off x="5535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1" name="Google Shape;611;p26"/>
            <p:cNvSpPr/>
            <p:nvPr/>
          </p:nvSpPr>
          <p:spPr>
            <a:xfrm>
              <a:off x="5214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2" name="Google Shape;612;p26"/>
            <p:cNvSpPr/>
            <p:nvPr/>
          </p:nvSpPr>
          <p:spPr>
            <a:xfrm>
              <a:off x="6177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3" name="Google Shape;613;p26"/>
            <p:cNvSpPr/>
            <p:nvPr/>
          </p:nvSpPr>
          <p:spPr>
            <a:xfrm>
              <a:off x="7140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4" name="Google Shape;614;p26"/>
            <p:cNvSpPr/>
            <p:nvPr/>
          </p:nvSpPr>
          <p:spPr>
            <a:xfrm>
              <a:off x="6819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5" name="Google Shape;615;p26"/>
            <p:cNvSpPr/>
            <p:nvPr/>
          </p:nvSpPr>
          <p:spPr>
            <a:xfrm>
              <a:off x="6498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6" name="Google Shape;616;p26"/>
            <p:cNvSpPr/>
            <p:nvPr/>
          </p:nvSpPr>
          <p:spPr>
            <a:xfrm>
              <a:off x="7461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7" name="Google Shape;617;p26"/>
            <p:cNvSpPr/>
            <p:nvPr/>
          </p:nvSpPr>
          <p:spPr>
            <a:xfrm>
              <a:off x="8103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8" name="Google Shape;618;p26"/>
            <p:cNvSpPr/>
            <p:nvPr/>
          </p:nvSpPr>
          <p:spPr>
            <a:xfrm>
              <a:off x="7782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9" name="Google Shape;619;p26"/>
            <p:cNvSpPr/>
            <p:nvPr/>
          </p:nvSpPr>
          <p:spPr>
            <a:xfrm>
              <a:off x="8424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0" name="Google Shape;620;p26"/>
            <p:cNvSpPr/>
            <p:nvPr/>
          </p:nvSpPr>
          <p:spPr>
            <a:xfrm>
              <a:off x="8745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1" name="Google Shape;621;p26"/>
            <p:cNvSpPr/>
            <p:nvPr/>
          </p:nvSpPr>
          <p:spPr>
            <a:xfrm>
              <a:off x="399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2" name="Google Shape;622;p26"/>
            <p:cNvSpPr/>
            <p:nvPr/>
          </p:nvSpPr>
          <p:spPr>
            <a:xfrm>
              <a:off x="78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3" name="Google Shape;623;p26"/>
            <p:cNvSpPr/>
            <p:nvPr/>
          </p:nvSpPr>
          <p:spPr>
            <a:xfrm>
              <a:off x="1041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4" name="Google Shape;624;p26"/>
            <p:cNvSpPr/>
            <p:nvPr/>
          </p:nvSpPr>
          <p:spPr>
            <a:xfrm>
              <a:off x="2004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5" name="Google Shape;625;p26"/>
            <p:cNvSpPr/>
            <p:nvPr/>
          </p:nvSpPr>
          <p:spPr>
            <a:xfrm>
              <a:off x="1683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6" name="Google Shape;626;p26"/>
            <p:cNvSpPr/>
            <p:nvPr/>
          </p:nvSpPr>
          <p:spPr>
            <a:xfrm>
              <a:off x="1362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7" name="Google Shape;627;p26"/>
            <p:cNvSpPr/>
            <p:nvPr/>
          </p:nvSpPr>
          <p:spPr>
            <a:xfrm>
              <a:off x="2325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8" name="Google Shape;628;p26"/>
            <p:cNvSpPr/>
            <p:nvPr/>
          </p:nvSpPr>
          <p:spPr>
            <a:xfrm>
              <a:off x="3288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9" name="Google Shape;629;p26"/>
            <p:cNvSpPr/>
            <p:nvPr/>
          </p:nvSpPr>
          <p:spPr>
            <a:xfrm>
              <a:off x="2967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0" name="Google Shape;630;p26"/>
            <p:cNvSpPr/>
            <p:nvPr/>
          </p:nvSpPr>
          <p:spPr>
            <a:xfrm>
              <a:off x="2646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1" name="Google Shape;631;p26"/>
            <p:cNvSpPr/>
            <p:nvPr/>
          </p:nvSpPr>
          <p:spPr>
            <a:xfrm>
              <a:off x="3609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2" name="Google Shape;632;p26"/>
            <p:cNvSpPr/>
            <p:nvPr/>
          </p:nvSpPr>
          <p:spPr>
            <a:xfrm>
              <a:off x="4572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3" name="Google Shape;633;p26"/>
            <p:cNvSpPr/>
            <p:nvPr/>
          </p:nvSpPr>
          <p:spPr>
            <a:xfrm>
              <a:off x="4251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4" name="Google Shape;634;p26"/>
            <p:cNvSpPr/>
            <p:nvPr/>
          </p:nvSpPr>
          <p:spPr>
            <a:xfrm>
              <a:off x="3930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5" name="Google Shape;635;p26"/>
            <p:cNvSpPr/>
            <p:nvPr/>
          </p:nvSpPr>
          <p:spPr>
            <a:xfrm>
              <a:off x="4893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6" name="Google Shape;636;p26"/>
            <p:cNvSpPr/>
            <p:nvPr/>
          </p:nvSpPr>
          <p:spPr>
            <a:xfrm>
              <a:off x="5856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7" name="Google Shape;637;p26"/>
            <p:cNvSpPr/>
            <p:nvPr/>
          </p:nvSpPr>
          <p:spPr>
            <a:xfrm>
              <a:off x="5535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8" name="Google Shape;638;p26"/>
            <p:cNvSpPr/>
            <p:nvPr/>
          </p:nvSpPr>
          <p:spPr>
            <a:xfrm>
              <a:off x="5214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9" name="Google Shape;639;p26"/>
            <p:cNvSpPr/>
            <p:nvPr/>
          </p:nvSpPr>
          <p:spPr>
            <a:xfrm>
              <a:off x="6177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0" name="Google Shape;640;p26"/>
            <p:cNvSpPr/>
            <p:nvPr/>
          </p:nvSpPr>
          <p:spPr>
            <a:xfrm>
              <a:off x="7140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1" name="Google Shape;641;p26"/>
            <p:cNvSpPr/>
            <p:nvPr/>
          </p:nvSpPr>
          <p:spPr>
            <a:xfrm>
              <a:off x="6819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2" name="Google Shape;642;p26"/>
            <p:cNvSpPr/>
            <p:nvPr/>
          </p:nvSpPr>
          <p:spPr>
            <a:xfrm>
              <a:off x="6498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3" name="Google Shape;643;p26"/>
            <p:cNvSpPr/>
            <p:nvPr/>
          </p:nvSpPr>
          <p:spPr>
            <a:xfrm>
              <a:off x="7461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4" name="Google Shape;644;p26"/>
            <p:cNvSpPr/>
            <p:nvPr/>
          </p:nvSpPr>
          <p:spPr>
            <a:xfrm>
              <a:off x="8103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5" name="Google Shape;645;p26"/>
            <p:cNvSpPr/>
            <p:nvPr/>
          </p:nvSpPr>
          <p:spPr>
            <a:xfrm>
              <a:off x="7782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6" name="Google Shape;646;p26"/>
            <p:cNvSpPr/>
            <p:nvPr/>
          </p:nvSpPr>
          <p:spPr>
            <a:xfrm>
              <a:off x="8424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7" name="Google Shape;647;p26"/>
            <p:cNvSpPr/>
            <p:nvPr/>
          </p:nvSpPr>
          <p:spPr>
            <a:xfrm>
              <a:off x="8745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8" name="Google Shape;648;p26"/>
            <p:cNvSpPr/>
            <p:nvPr/>
          </p:nvSpPr>
          <p:spPr>
            <a:xfrm>
              <a:off x="399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9" name="Google Shape;649;p26"/>
            <p:cNvSpPr/>
            <p:nvPr/>
          </p:nvSpPr>
          <p:spPr>
            <a:xfrm>
              <a:off x="78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0" name="Google Shape;650;p26"/>
            <p:cNvSpPr/>
            <p:nvPr/>
          </p:nvSpPr>
          <p:spPr>
            <a:xfrm>
              <a:off x="9066000" y="642938"/>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1" name="Google Shape;651;p26"/>
            <p:cNvSpPr/>
            <p:nvPr/>
          </p:nvSpPr>
          <p:spPr>
            <a:xfrm>
              <a:off x="9066000" y="964425"/>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2" name="Google Shape;652;p26"/>
            <p:cNvSpPr/>
            <p:nvPr/>
          </p:nvSpPr>
          <p:spPr>
            <a:xfrm>
              <a:off x="9066000" y="128586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3" name="Google Shape;653;p26"/>
            <p:cNvSpPr/>
            <p:nvPr/>
          </p:nvSpPr>
          <p:spPr>
            <a:xfrm>
              <a:off x="9066000" y="160736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4" name="Google Shape;654;p26"/>
            <p:cNvSpPr/>
            <p:nvPr/>
          </p:nvSpPr>
          <p:spPr>
            <a:xfrm>
              <a:off x="9066000" y="1928825"/>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5" name="Google Shape;655;p26"/>
            <p:cNvSpPr/>
            <p:nvPr/>
          </p:nvSpPr>
          <p:spPr>
            <a:xfrm>
              <a:off x="9066000" y="2250288"/>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6" name="Google Shape;656;p26"/>
            <p:cNvSpPr/>
            <p:nvPr/>
          </p:nvSpPr>
          <p:spPr>
            <a:xfrm>
              <a:off x="9066000" y="25717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7" name="Google Shape;657;p26"/>
            <p:cNvSpPr/>
            <p:nvPr/>
          </p:nvSpPr>
          <p:spPr>
            <a:xfrm>
              <a:off x="9066000" y="289321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8" name="Google Shape;658;p26"/>
            <p:cNvSpPr/>
            <p:nvPr/>
          </p:nvSpPr>
          <p:spPr>
            <a:xfrm>
              <a:off x="9066000" y="321470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9" name="Google Shape;659;p26"/>
            <p:cNvSpPr/>
            <p:nvPr/>
          </p:nvSpPr>
          <p:spPr>
            <a:xfrm>
              <a:off x="9066000" y="35361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0" name="Google Shape;660;p26"/>
            <p:cNvSpPr/>
            <p:nvPr/>
          </p:nvSpPr>
          <p:spPr>
            <a:xfrm>
              <a:off x="9066000" y="385761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1" name="Google Shape;661;p26"/>
            <p:cNvSpPr/>
            <p:nvPr/>
          </p:nvSpPr>
          <p:spPr>
            <a:xfrm>
              <a:off x="9066000" y="417910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2" name="Google Shape;662;p26"/>
            <p:cNvSpPr/>
            <p:nvPr/>
          </p:nvSpPr>
          <p:spPr>
            <a:xfrm>
              <a:off x="9066000" y="45005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3" name="Google Shape;663;p26"/>
            <p:cNvSpPr/>
            <p:nvPr/>
          </p:nvSpPr>
          <p:spPr>
            <a:xfrm>
              <a:off x="9066000" y="48220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4" name="Google Shape;664;p26"/>
            <p:cNvSpPr/>
            <p:nvPr/>
          </p:nvSpPr>
          <p:spPr>
            <a:xfrm>
              <a:off x="9066000" y="3214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5" name="Google Shape;665;p26"/>
            <p:cNvSpPr/>
            <p:nvPr/>
          </p:nvSpPr>
          <p:spPr>
            <a:xfrm>
              <a:off x="9066000" y="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6" name="Google Shape;666;p26"/>
            <p:cNvSpPr/>
            <p:nvPr/>
          </p:nvSpPr>
          <p:spPr>
            <a:xfrm>
              <a:off x="0" y="642938"/>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7" name="Google Shape;667;p26"/>
            <p:cNvSpPr/>
            <p:nvPr/>
          </p:nvSpPr>
          <p:spPr>
            <a:xfrm>
              <a:off x="0" y="964425"/>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8" name="Google Shape;668;p26"/>
            <p:cNvSpPr/>
            <p:nvPr/>
          </p:nvSpPr>
          <p:spPr>
            <a:xfrm>
              <a:off x="0" y="128586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9" name="Google Shape;669;p26"/>
            <p:cNvSpPr/>
            <p:nvPr/>
          </p:nvSpPr>
          <p:spPr>
            <a:xfrm>
              <a:off x="0" y="160736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0" name="Google Shape;670;p26"/>
            <p:cNvSpPr/>
            <p:nvPr/>
          </p:nvSpPr>
          <p:spPr>
            <a:xfrm>
              <a:off x="0" y="1928825"/>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1" name="Google Shape;671;p26"/>
            <p:cNvSpPr/>
            <p:nvPr/>
          </p:nvSpPr>
          <p:spPr>
            <a:xfrm>
              <a:off x="0" y="2250288"/>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2" name="Google Shape;672;p26"/>
            <p:cNvSpPr/>
            <p:nvPr/>
          </p:nvSpPr>
          <p:spPr>
            <a:xfrm>
              <a:off x="0" y="25717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3" name="Google Shape;673;p26"/>
            <p:cNvSpPr/>
            <p:nvPr/>
          </p:nvSpPr>
          <p:spPr>
            <a:xfrm>
              <a:off x="0" y="289321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4" name="Google Shape;674;p26"/>
            <p:cNvSpPr/>
            <p:nvPr/>
          </p:nvSpPr>
          <p:spPr>
            <a:xfrm>
              <a:off x="0" y="321470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5" name="Google Shape;675;p26"/>
            <p:cNvSpPr/>
            <p:nvPr/>
          </p:nvSpPr>
          <p:spPr>
            <a:xfrm>
              <a:off x="0" y="35361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6" name="Google Shape;676;p26"/>
            <p:cNvSpPr/>
            <p:nvPr/>
          </p:nvSpPr>
          <p:spPr>
            <a:xfrm>
              <a:off x="0" y="385761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7" name="Google Shape;677;p26"/>
            <p:cNvSpPr/>
            <p:nvPr/>
          </p:nvSpPr>
          <p:spPr>
            <a:xfrm>
              <a:off x="0" y="417910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8" name="Google Shape;678;p26"/>
            <p:cNvSpPr/>
            <p:nvPr/>
          </p:nvSpPr>
          <p:spPr>
            <a:xfrm>
              <a:off x="0" y="45005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9" name="Google Shape;679;p26"/>
            <p:cNvSpPr/>
            <p:nvPr/>
          </p:nvSpPr>
          <p:spPr>
            <a:xfrm>
              <a:off x="0" y="48220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80" name="Google Shape;680;p26"/>
            <p:cNvSpPr/>
            <p:nvPr/>
          </p:nvSpPr>
          <p:spPr>
            <a:xfrm>
              <a:off x="0" y="3214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81" name="Google Shape;681;p26"/>
            <p:cNvSpPr/>
            <p:nvPr/>
          </p:nvSpPr>
          <p:spPr>
            <a:xfrm>
              <a:off x="0" y="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sp>
        <p:nvSpPr>
          <p:cNvPr id="682" name="Google Shape;682;p26"/>
          <p:cNvSpPr/>
          <p:nvPr/>
        </p:nvSpPr>
        <p:spPr>
          <a:xfrm flipH="1">
            <a:off x="15564000" y="-2641268"/>
            <a:ext cx="4819800" cy="4820400"/>
          </a:xfrm>
          <a:prstGeom prst="ellipse">
            <a:avLst/>
          </a:prstGeom>
          <a:solidFill>
            <a:srgbClr val="018146"/>
          </a:solidFill>
          <a:ln>
            <a:noFill/>
          </a:ln>
        </p:spPr>
        <p:txBody>
          <a:bodyPr spcFirstLastPara="1" wrap="square" lIns="182850" tIns="182850" rIns="182850" bIns="182850"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83" name="Google Shape;683;p26"/>
          <p:cNvSpPr/>
          <p:nvPr/>
        </p:nvSpPr>
        <p:spPr>
          <a:xfrm>
            <a:off x="5657840" y="9028394"/>
            <a:ext cx="7386600" cy="3223200"/>
          </a:xfrm>
          <a:prstGeom prst="roundRect">
            <a:avLst>
              <a:gd name="adj" fmla="val 50000"/>
            </a:avLst>
          </a:prstGeom>
          <a:solidFill>
            <a:srgbClr val="018146"/>
          </a:solidFill>
          <a:ln>
            <a:noFill/>
          </a:ln>
        </p:spPr>
        <p:txBody>
          <a:bodyPr spcFirstLastPara="1" wrap="square" lIns="182850" tIns="182850" rIns="182850" bIns="182850"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nvGrpSpPr>
          <p:cNvPr id="684" name="Google Shape;684;p26"/>
          <p:cNvGrpSpPr/>
          <p:nvPr/>
        </p:nvGrpSpPr>
        <p:grpSpPr>
          <a:xfrm rot="10800000" flipH="1">
            <a:off x="-788240" y="-877894"/>
            <a:ext cx="8147200" cy="2047107"/>
            <a:chOff x="1073950" y="3718675"/>
            <a:chExt cx="4073600" cy="1023400"/>
          </a:xfrm>
        </p:grpSpPr>
        <p:sp>
          <p:nvSpPr>
            <p:cNvPr id="685" name="Google Shape;685;p26"/>
            <p:cNvSpPr/>
            <p:nvPr/>
          </p:nvSpPr>
          <p:spPr>
            <a:xfrm>
              <a:off x="1073950" y="3718675"/>
              <a:ext cx="4073600" cy="1023400"/>
            </a:xfrm>
            <a:custGeom>
              <a:avLst/>
              <a:gdLst/>
              <a:ahLst/>
              <a:cxnLst/>
              <a:rect l="l" t="t" r="r" b="b"/>
              <a:pathLst>
                <a:path w="162944" h="40936" extrusionOk="0">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36099"/>
                  </a:lnTo>
                  <a:lnTo>
                    <a:pt x="40" y="36579"/>
                  </a:lnTo>
                  <a:lnTo>
                    <a:pt x="80" y="37058"/>
                  </a:lnTo>
                  <a:lnTo>
                    <a:pt x="200" y="37538"/>
                  </a:lnTo>
                  <a:lnTo>
                    <a:pt x="400" y="37978"/>
                  </a:lnTo>
                  <a:lnTo>
                    <a:pt x="600" y="38418"/>
                  </a:lnTo>
                  <a:lnTo>
                    <a:pt x="840" y="38817"/>
                  </a:lnTo>
                  <a:lnTo>
                    <a:pt x="1119" y="39177"/>
                  </a:lnTo>
                  <a:lnTo>
                    <a:pt x="1399" y="39537"/>
                  </a:lnTo>
                  <a:lnTo>
                    <a:pt x="1759" y="39817"/>
                  </a:lnTo>
                  <a:lnTo>
                    <a:pt x="2119" y="40097"/>
                  </a:lnTo>
                  <a:lnTo>
                    <a:pt x="2519" y="40336"/>
                  </a:lnTo>
                  <a:lnTo>
                    <a:pt x="2958" y="40536"/>
                  </a:lnTo>
                  <a:lnTo>
                    <a:pt x="3398" y="40736"/>
                  </a:lnTo>
                  <a:lnTo>
                    <a:pt x="3878" y="40856"/>
                  </a:lnTo>
                  <a:lnTo>
                    <a:pt x="4357" y="40896"/>
                  </a:lnTo>
                  <a:lnTo>
                    <a:pt x="4837" y="40936"/>
                  </a:lnTo>
                  <a:lnTo>
                    <a:pt x="158106" y="40936"/>
                  </a:lnTo>
                  <a:lnTo>
                    <a:pt x="158586" y="40896"/>
                  </a:lnTo>
                  <a:lnTo>
                    <a:pt x="159065" y="40856"/>
                  </a:lnTo>
                  <a:lnTo>
                    <a:pt x="159545" y="40736"/>
                  </a:lnTo>
                  <a:lnTo>
                    <a:pt x="159985" y="40536"/>
                  </a:lnTo>
                  <a:lnTo>
                    <a:pt x="160425" y="40336"/>
                  </a:lnTo>
                  <a:lnTo>
                    <a:pt x="160824" y="40097"/>
                  </a:lnTo>
                  <a:lnTo>
                    <a:pt x="161184" y="39817"/>
                  </a:lnTo>
                  <a:lnTo>
                    <a:pt x="161544" y="39537"/>
                  </a:lnTo>
                  <a:lnTo>
                    <a:pt x="161824" y="39177"/>
                  </a:lnTo>
                  <a:lnTo>
                    <a:pt x="162104" y="38817"/>
                  </a:lnTo>
                  <a:lnTo>
                    <a:pt x="162343" y="38418"/>
                  </a:lnTo>
                  <a:lnTo>
                    <a:pt x="162543" y="37978"/>
                  </a:lnTo>
                  <a:lnTo>
                    <a:pt x="162743" y="37538"/>
                  </a:lnTo>
                  <a:lnTo>
                    <a:pt x="162863" y="37058"/>
                  </a:lnTo>
                  <a:lnTo>
                    <a:pt x="162903" y="36579"/>
                  </a:lnTo>
                  <a:lnTo>
                    <a:pt x="162943" y="36099"/>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86" name="Google Shape;686;p26"/>
            <p:cNvSpPr/>
            <p:nvPr/>
          </p:nvSpPr>
          <p:spPr>
            <a:xfrm>
              <a:off x="1073950" y="3718675"/>
              <a:ext cx="4073600" cy="230900"/>
            </a:xfrm>
            <a:custGeom>
              <a:avLst/>
              <a:gdLst/>
              <a:ahLst/>
              <a:cxnLst/>
              <a:rect l="l" t="t" r="r" b="b"/>
              <a:pathLst>
                <a:path w="162944" h="9236" extrusionOk="0">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9235"/>
                  </a:lnTo>
                  <a:lnTo>
                    <a:pt x="162943" y="9235"/>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rgbClr val="EB1C2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687" name="Google Shape;687;p26"/>
          <p:cNvGrpSpPr/>
          <p:nvPr/>
        </p:nvGrpSpPr>
        <p:grpSpPr>
          <a:xfrm flipH="1">
            <a:off x="-2795128" y="6985080"/>
            <a:ext cx="5244509" cy="3416559"/>
            <a:chOff x="7686124" y="3128689"/>
            <a:chExt cx="2622254" cy="1708023"/>
          </a:xfrm>
        </p:grpSpPr>
        <p:grpSp>
          <p:nvGrpSpPr>
            <p:cNvPr id="688" name="Google Shape;688;p26"/>
            <p:cNvGrpSpPr/>
            <p:nvPr/>
          </p:nvGrpSpPr>
          <p:grpSpPr>
            <a:xfrm>
              <a:off x="7686124" y="3760914"/>
              <a:ext cx="1979304" cy="1075798"/>
              <a:chOff x="1073950" y="1380100"/>
              <a:chExt cx="1882900" cy="1023400"/>
            </a:xfrm>
          </p:grpSpPr>
          <p:sp>
            <p:nvSpPr>
              <p:cNvPr id="689" name="Google Shape;689;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90" name="Google Shape;690;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691" name="Google Shape;691;p26"/>
            <p:cNvGrpSpPr/>
            <p:nvPr/>
          </p:nvGrpSpPr>
          <p:grpSpPr>
            <a:xfrm>
              <a:off x="7986174" y="3428739"/>
              <a:ext cx="1979304" cy="1075798"/>
              <a:chOff x="1073950" y="1380100"/>
              <a:chExt cx="1882900" cy="1023400"/>
            </a:xfrm>
          </p:grpSpPr>
          <p:sp>
            <p:nvSpPr>
              <p:cNvPr id="692" name="Google Shape;692;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93" name="Google Shape;693;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694" name="Google Shape;694;p26"/>
            <p:cNvGrpSpPr/>
            <p:nvPr/>
          </p:nvGrpSpPr>
          <p:grpSpPr>
            <a:xfrm>
              <a:off x="8329074" y="3128689"/>
              <a:ext cx="1979304" cy="1075798"/>
              <a:chOff x="1073950" y="1380100"/>
              <a:chExt cx="1882900" cy="1023400"/>
            </a:xfrm>
          </p:grpSpPr>
          <p:sp>
            <p:nvSpPr>
              <p:cNvPr id="695" name="Google Shape;695;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96" name="Google Shape;696;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grpSp>
        <p:nvGrpSpPr>
          <p:cNvPr id="697" name="Google Shape;697;p26"/>
          <p:cNvGrpSpPr/>
          <p:nvPr/>
        </p:nvGrpSpPr>
        <p:grpSpPr>
          <a:xfrm>
            <a:off x="16676575" y="4344566"/>
            <a:ext cx="3958609" cy="2151903"/>
            <a:chOff x="1073950" y="1380100"/>
            <a:chExt cx="1882900" cy="1023400"/>
          </a:xfrm>
        </p:grpSpPr>
        <p:sp>
          <p:nvSpPr>
            <p:cNvPr id="698" name="Google Shape;698;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99" name="Google Shape;699;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700" name="Google Shape;700;p26"/>
          <p:cNvGrpSpPr/>
          <p:nvPr/>
        </p:nvGrpSpPr>
        <p:grpSpPr>
          <a:xfrm>
            <a:off x="17276675" y="3680113"/>
            <a:ext cx="3958609" cy="2151903"/>
            <a:chOff x="1073950" y="1380100"/>
            <a:chExt cx="1882900" cy="1023400"/>
          </a:xfrm>
        </p:grpSpPr>
        <p:sp>
          <p:nvSpPr>
            <p:cNvPr id="701" name="Google Shape;701;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702" name="Google Shape;702;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703" name="Google Shape;703;p26"/>
          <p:cNvGrpSpPr/>
          <p:nvPr/>
        </p:nvGrpSpPr>
        <p:grpSpPr>
          <a:xfrm>
            <a:off x="14508833" y="8482378"/>
            <a:ext cx="6610261" cy="4315360"/>
            <a:chOff x="5351400" y="1380100"/>
            <a:chExt cx="2866300" cy="1870875"/>
          </a:xfrm>
        </p:grpSpPr>
        <p:sp>
          <p:nvSpPr>
            <p:cNvPr id="704" name="Google Shape;704;p26"/>
            <p:cNvSpPr/>
            <p:nvPr/>
          </p:nvSpPr>
          <p:spPr>
            <a:xfrm>
              <a:off x="5351400" y="1380100"/>
              <a:ext cx="2866300" cy="1870875"/>
            </a:xfrm>
            <a:custGeom>
              <a:avLst/>
              <a:gdLst/>
              <a:ahLst/>
              <a:cxnLst/>
              <a:rect l="l" t="t" r="r" b="b"/>
              <a:pathLst>
                <a:path w="114652" h="74835" extrusionOk="0">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69998"/>
                  </a:lnTo>
                  <a:lnTo>
                    <a:pt x="40" y="70478"/>
                  </a:lnTo>
                  <a:lnTo>
                    <a:pt x="80" y="70957"/>
                  </a:lnTo>
                  <a:lnTo>
                    <a:pt x="200" y="71437"/>
                  </a:lnTo>
                  <a:lnTo>
                    <a:pt x="400" y="71877"/>
                  </a:lnTo>
                  <a:lnTo>
                    <a:pt x="600" y="72316"/>
                  </a:lnTo>
                  <a:lnTo>
                    <a:pt x="840" y="72716"/>
                  </a:lnTo>
                  <a:lnTo>
                    <a:pt x="1120" y="73076"/>
                  </a:lnTo>
                  <a:lnTo>
                    <a:pt x="1399" y="73436"/>
                  </a:lnTo>
                  <a:lnTo>
                    <a:pt x="1759" y="73716"/>
                  </a:lnTo>
                  <a:lnTo>
                    <a:pt x="2119" y="73995"/>
                  </a:lnTo>
                  <a:lnTo>
                    <a:pt x="2519" y="74235"/>
                  </a:lnTo>
                  <a:lnTo>
                    <a:pt x="2958" y="74435"/>
                  </a:lnTo>
                  <a:lnTo>
                    <a:pt x="3398" y="74635"/>
                  </a:lnTo>
                  <a:lnTo>
                    <a:pt x="3878" y="74755"/>
                  </a:lnTo>
                  <a:lnTo>
                    <a:pt x="4358" y="74795"/>
                  </a:lnTo>
                  <a:lnTo>
                    <a:pt x="4837" y="74835"/>
                  </a:lnTo>
                  <a:lnTo>
                    <a:pt x="109815" y="74835"/>
                  </a:lnTo>
                  <a:lnTo>
                    <a:pt x="110295" y="74795"/>
                  </a:lnTo>
                  <a:lnTo>
                    <a:pt x="110774" y="74755"/>
                  </a:lnTo>
                  <a:lnTo>
                    <a:pt x="111254" y="74635"/>
                  </a:lnTo>
                  <a:lnTo>
                    <a:pt x="111694" y="74435"/>
                  </a:lnTo>
                  <a:lnTo>
                    <a:pt x="112134" y="74235"/>
                  </a:lnTo>
                  <a:lnTo>
                    <a:pt x="112533" y="73995"/>
                  </a:lnTo>
                  <a:lnTo>
                    <a:pt x="112893" y="73716"/>
                  </a:lnTo>
                  <a:lnTo>
                    <a:pt x="113253" y="73436"/>
                  </a:lnTo>
                  <a:lnTo>
                    <a:pt x="113533" y="73076"/>
                  </a:lnTo>
                  <a:lnTo>
                    <a:pt x="113813" y="72716"/>
                  </a:lnTo>
                  <a:lnTo>
                    <a:pt x="114052" y="72316"/>
                  </a:lnTo>
                  <a:lnTo>
                    <a:pt x="114252" y="71877"/>
                  </a:lnTo>
                  <a:lnTo>
                    <a:pt x="114452" y="71437"/>
                  </a:lnTo>
                  <a:lnTo>
                    <a:pt x="114572" y="70957"/>
                  </a:lnTo>
                  <a:lnTo>
                    <a:pt x="114612" y="70478"/>
                  </a:lnTo>
                  <a:lnTo>
                    <a:pt x="114652" y="69998"/>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705" name="Google Shape;705;p26"/>
            <p:cNvSpPr/>
            <p:nvPr/>
          </p:nvSpPr>
          <p:spPr>
            <a:xfrm>
              <a:off x="5351400" y="1380100"/>
              <a:ext cx="2866300" cy="230875"/>
            </a:xfrm>
            <a:custGeom>
              <a:avLst/>
              <a:gdLst/>
              <a:ahLst/>
              <a:cxnLst/>
              <a:rect l="l" t="t" r="r" b="b"/>
              <a:pathLst>
                <a:path w="114652" h="9235" extrusionOk="0">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9234"/>
                  </a:lnTo>
                  <a:lnTo>
                    <a:pt x="114652" y="9234"/>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rgbClr val="01814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600"/>
              <a:buFont typeface="Playfair Display"/>
              <a:buNone/>
              <a:defRPr sz="6600" b="0" i="0" u="none" strike="noStrike" cap="none">
                <a:solidFill>
                  <a:schemeClr val="dk1"/>
                </a:solidFill>
                <a:latin typeface="Playfair Display"/>
                <a:ea typeface="Playfair Display"/>
                <a:cs typeface="Playfair Display"/>
                <a:sym typeface="Playfair Display"/>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marR="0" lvl="0" indent="-495300" algn="l" rtl="0">
              <a:lnSpc>
                <a:spcPct val="90000"/>
              </a:lnSpc>
              <a:spcBef>
                <a:spcPts val="1500"/>
              </a:spcBef>
              <a:spcAft>
                <a:spcPts val="0"/>
              </a:spcAft>
              <a:buClr>
                <a:schemeClr val="dk1"/>
              </a:buClr>
              <a:buSzPts val="4200"/>
              <a:buFont typeface="Arial"/>
              <a:buChar char="•"/>
              <a:defRPr sz="4200" b="0" i="0" u="none" strike="noStrike" cap="none">
                <a:solidFill>
                  <a:schemeClr val="dk1"/>
                </a:solidFill>
                <a:latin typeface="Roboto"/>
                <a:ea typeface="Roboto"/>
                <a:cs typeface="Roboto"/>
                <a:sym typeface="Roboto"/>
              </a:defRPr>
            </a:lvl1pPr>
            <a:lvl2pPr marL="914400" marR="0" lvl="1" indent="-457200" algn="l" rtl="0">
              <a:lnSpc>
                <a:spcPct val="90000"/>
              </a:lnSpc>
              <a:spcBef>
                <a:spcPts val="750"/>
              </a:spcBef>
              <a:spcAft>
                <a:spcPts val="0"/>
              </a:spcAft>
              <a:buClr>
                <a:schemeClr val="dk1"/>
              </a:buClr>
              <a:buSzPts val="3600"/>
              <a:buFont typeface="Arial"/>
              <a:buChar char="•"/>
              <a:defRPr sz="3600" b="0" i="0" u="none" strike="noStrike" cap="none">
                <a:solidFill>
                  <a:schemeClr val="dk1"/>
                </a:solidFill>
                <a:latin typeface="Roboto"/>
                <a:ea typeface="Roboto"/>
                <a:cs typeface="Roboto"/>
                <a:sym typeface="Roboto"/>
              </a:defRPr>
            </a:lvl2pPr>
            <a:lvl3pPr marL="1371600" marR="0" lvl="2" indent="-419100" algn="l" rtl="0">
              <a:lnSpc>
                <a:spcPct val="90000"/>
              </a:lnSpc>
              <a:spcBef>
                <a:spcPts val="750"/>
              </a:spcBef>
              <a:spcAft>
                <a:spcPts val="0"/>
              </a:spcAft>
              <a:buClr>
                <a:schemeClr val="dk1"/>
              </a:buClr>
              <a:buSzPts val="3000"/>
              <a:buFont typeface="Arial"/>
              <a:buChar char="•"/>
              <a:defRPr sz="3000" b="0" i="0" u="none" strike="noStrike" cap="none">
                <a:solidFill>
                  <a:schemeClr val="dk1"/>
                </a:solidFill>
                <a:latin typeface="Roboto"/>
                <a:ea typeface="Roboto"/>
                <a:cs typeface="Roboto"/>
                <a:sym typeface="Roboto"/>
              </a:defRPr>
            </a:lvl3pPr>
            <a:lvl4pPr marL="1828800" marR="0" lvl="3"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4pPr>
            <a:lvl5pPr marL="2286000" marR="0" lvl="4"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5pPr>
            <a:lvl6pPr marL="2743200" marR="0" lvl="5"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6pPr>
            <a:lvl7pPr marL="3200400" marR="0" lvl="6"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7pPr>
            <a:lvl8pPr marL="3657600" marR="0" lvl="7"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8pPr>
            <a:lvl9pPr marL="4114800" marR="0" lvl="8"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9pPr>
          </a:lstStyle>
          <a:p>
            <a:endParaRPr/>
          </a:p>
        </p:txBody>
      </p:sp>
      <p:sp>
        <p:nvSpPr>
          <p:cNvPr id="12" name="Google Shape;12;p1"/>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rgbClr val="919091"/>
                </a:solidFill>
                <a:latin typeface="Roboto"/>
                <a:ea typeface="Roboto"/>
                <a:cs typeface="Roboto"/>
                <a:sym typeface="Roboto"/>
              </a:defRPr>
            </a:lvl1pPr>
            <a:lvl2pPr marR="0" lvl="1" algn="l" rtl="0">
              <a:spcBef>
                <a:spcPts val="0"/>
              </a:spcBef>
              <a:spcAft>
                <a:spcPts val="0"/>
              </a:spcAft>
              <a:buSzPts val="1400"/>
              <a:buNone/>
              <a:defRPr sz="2700" b="0" i="0" u="none" strike="noStrike" cap="none">
                <a:solidFill>
                  <a:schemeClr val="dk1"/>
                </a:solidFill>
                <a:latin typeface="Roboto"/>
                <a:ea typeface="Roboto"/>
                <a:cs typeface="Roboto"/>
                <a:sym typeface="Roboto"/>
              </a:defRPr>
            </a:lvl2pPr>
            <a:lvl3pPr marR="0" lvl="2" algn="l" rtl="0">
              <a:spcBef>
                <a:spcPts val="0"/>
              </a:spcBef>
              <a:spcAft>
                <a:spcPts val="0"/>
              </a:spcAft>
              <a:buSzPts val="1400"/>
              <a:buNone/>
              <a:defRPr sz="2700" b="0" i="0" u="none" strike="noStrike" cap="none">
                <a:solidFill>
                  <a:schemeClr val="dk1"/>
                </a:solidFill>
                <a:latin typeface="Roboto"/>
                <a:ea typeface="Roboto"/>
                <a:cs typeface="Roboto"/>
                <a:sym typeface="Roboto"/>
              </a:defRPr>
            </a:lvl3pPr>
            <a:lvl4pPr marR="0" lvl="3" algn="l" rtl="0">
              <a:spcBef>
                <a:spcPts val="0"/>
              </a:spcBef>
              <a:spcAft>
                <a:spcPts val="0"/>
              </a:spcAft>
              <a:buSzPts val="1400"/>
              <a:buNone/>
              <a:defRPr sz="2700" b="0" i="0" u="none" strike="noStrike" cap="none">
                <a:solidFill>
                  <a:schemeClr val="dk1"/>
                </a:solidFill>
                <a:latin typeface="Roboto"/>
                <a:ea typeface="Roboto"/>
                <a:cs typeface="Roboto"/>
                <a:sym typeface="Roboto"/>
              </a:defRPr>
            </a:lvl4pPr>
            <a:lvl5pPr marR="0" lvl="4" algn="l" rtl="0">
              <a:spcBef>
                <a:spcPts val="0"/>
              </a:spcBef>
              <a:spcAft>
                <a:spcPts val="0"/>
              </a:spcAft>
              <a:buSzPts val="1400"/>
              <a:buNone/>
              <a:defRPr sz="2700" b="0" i="0" u="none" strike="noStrike" cap="none">
                <a:solidFill>
                  <a:schemeClr val="dk1"/>
                </a:solidFill>
                <a:latin typeface="Roboto"/>
                <a:ea typeface="Roboto"/>
                <a:cs typeface="Roboto"/>
                <a:sym typeface="Roboto"/>
              </a:defRPr>
            </a:lvl5pPr>
            <a:lvl6pPr marR="0" lvl="5" algn="l" rtl="0">
              <a:spcBef>
                <a:spcPts val="0"/>
              </a:spcBef>
              <a:spcAft>
                <a:spcPts val="0"/>
              </a:spcAft>
              <a:buSzPts val="1400"/>
              <a:buNone/>
              <a:defRPr sz="2700" b="0" i="0" u="none" strike="noStrike" cap="none">
                <a:solidFill>
                  <a:schemeClr val="dk1"/>
                </a:solidFill>
                <a:latin typeface="Roboto"/>
                <a:ea typeface="Roboto"/>
                <a:cs typeface="Roboto"/>
                <a:sym typeface="Roboto"/>
              </a:defRPr>
            </a:lvl6pPr>
            <a:lvl7pPr marR="0" lvl="6" algn="l" rtl="0">
              <a:spcBef>
                <a:spcPts val="0"/>
              </a:spcBef>
              <a:spcAft>
                <a:spcPts val="0"/>
              </a:spcAft>
              <a:buSzPts val="1400"/>
              <a:buNone/>
              <a:defRPr sz="2700" b="0" i="0" u="none" strike="noStrike" cap="none">
                <a:solidFill>
                  <a:schemeClr val="dk1"/>
                </a:solidFill>
                <a:latin typeface="Roboto"/>
                <a:ea typeface="Roboto"/>
                <a:cs typeface="Roboto"/>
                <a:sym typeface="Roboto"/>
              </a:defRPr>
            </a:lvl7pPr>
            <a:lvl8pPr marR="0" lvl="7" algn="l" rtl="0">
              <a:spcBef>
                <a:spcPts val="0"/>
              </a:spcBef>
              <a:spcAft>
                <a:spcPts val="0"/>
              </a:spcAft>
              <a:buSzPts val="1400"/>
              <a:buNone/>
              <a:defRPr sz="2700" b="0" i="0" u="none" strike="noStrike" cap="none">
                <a:solidFill>
                  <a:schemeClr val="dk1"/>
                </a:solidFill>
                <a:latin typeface="Roboto"/>
                <a:ea typeface="Roboto"/>
                <a:cs typeface="Roboto"/>
                <a:sym typeface="Roboto"/>
              </a:defRPr>
            </a:lvl8pPr>
            <a:lvl9pPr marR="0" lvl="8" algn="l" rtl="0">
              <a:spcBef>
                <a:spcPts val="0"/>
              </a:spcBef>
              <a:spcAft>
                <a:spcPts val="0"/>
              </a:spcAft>
              <a:buSzPts val="1400"/>
              <a:buNone/>
              <a:defRPr sz="2700" b="0" i="0" u="none" strike="noStrike" cap="none">
                <a:solidFill>
                  <a:schemeClr val="dk1"/>
                </a:solidFill>
                <a:latin typeface="Roboto"/>
                <a:ea typeface="Roboto"/>
                <a:cs typeface="Roboto"/>
                <a:sym typeface="Roboto"/>
              </a:defRPr>
            </a:lvl9pPr>
          </a:lstStyle>
          <a:p>
            <a:endParaRPr/>
          </a:p>
        </p:txBody>
      </p:sp>
      <p:sp>
        <p:nvSpPr>
          <p:cNvPr id="13" name="Google Shape;13;p1"/>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800" b="0" i="0" u="none" strike="noStrike" cap="none">
                <a:solidFill>
                  <a:srgbClr val="919091"/>
                </a:solidFill>
                <a:latin typeface="Roboto"/>
                <a:ea typeface="Roboto"/>
                <a:cs typeface="Roboto"/>
                <a:sym typeface="Roboto"/>
              </a:defRPr>
            </a:lvl1pPr>
            <a:lvl2pPr marR="0" lvl="1" algn="l" rtl="0">
              <a:spcBef>
                <a:spcPts val="0"/>
              </a:spcBef>
              <a:spcAft>
                <a:spcPts val="0"/>
              </a:spcAft>
              <a:buSzPts val="1400"/>
              <a:buNone/>
              <a:defRPr sz="2700" b="0" i="0" u="none" strike="noStrike" cap="none">
                <a:solidFill>
                  <a:schemeClr val="dk1"/>
                </a:solidFill>
                <a:latin typeface="Roboto"/>
                <a:ea typeface="Roboto"/>
                <a:cs typeface="Roboto"/>
                <a:sym typeface="Roboto"/>
              </a:defRPr>
            </a:lvl2pPr>
            <a:lvl3pPr marR="0" lvl="2" algn="l" rtl="0">
              <a:spcBef>
                <a:spcPts val="0"/>
              </a:spcBef>
              <a:spcAft>
                <a:spcPts val="0"/>
              </a:spcAft>
              <a:buSzPts val="1400"/>
              <a:buNone/>
              <a:defRPr sz="2700" b="0" i="0" u="none" strike="noStrike" cap="none">
                <a:solidFill>
                  <a:schemeClr val="dk1"/>
                </a:solidFill>
                <a:latin typeface="Roboto"/>
                <a:ea typeface="Roboto"/>
                <a:cs typeface="Roboto"/>
                <a:sym typeface="Roboto"/>
              </a:defRPr>
            </a:lvl3pPr>
            <a:lvl4pPr marR="0" lvl="3" algn="l" rtl="0">
              <a:spcBef>
                <a:spcPts val="0"/>
              </a:spcBef>
              <a:spcAft>
                <a:spcPts val="0"/>
              </a:spcAft>
              <a:buSzPts val="1400"/>
              <a:buNone/>
              <a:defRPr sz="2700" b="0" i="0" u="none" strike="noStrike" cap="none">
                <a:solidFill>
                  <a:schemeClr val="dk1"/>
                </a:solidFill>
                <a:latin typeface="Roboto"/>
                <a:ea typeface="Roboto"/>
                <a:cs typeface="Roboto"/>
                <a:sym typeface="Roboto"/>
              </a:defRPr>
            </a:lvl4pPr>
            <a:lvl5pPr marR="0" lvl="4" algn="l" rtl="0">
              <a:spcBef>
                <a:spcPts val="0"/>
              </a:spcBef>
              <a:spcAft>
                <a:spcPts val="0"/>
              </a:spcAft>
              <a:buSzPts val="1400"/>
              <a:buNone/>
              <a:defRPr sz="2700" b="0" i="0" u="none" strike="noStrike" cap="none">
                <a:solidFill>
                  <a:schemeClr val="dk1"/>
                </a:solidFill>
                <a:latin typeface="Roboto"/>
                <a:ea typeface="Roboto"/>
                <a:cs typeface="Roboto"/>
                <a:sym typeface="Roboto"/>
              </a:defRPr>
            </a:lvl5pPr>
            <a:lvl6pPr marR="0" lvl="5" algn="l" rtl="0">
              <a:spcBef>
                <a:spcPts val="0"/>
              </a:spcBef>
              <a:spcAft>
                <a:spcPts val="0"/>
              </a:spcAft>
              <a:buSzPts val="1400"/>
              <a:buNone/>
              <a:defRPr sz="2700" b="0" i="0" u="none" strike="noStrike" cap="none">
                <a:solidFill>
                  <a:schemeClr val="dk1"/>
                </a:solidFill>
                <a:latin typeface="Roboto"/>
                <a:ea typeface="Roboto"/>
                <a:cs typeface="Roboto"/>
                <a:sym typeface="Roboto"/>
              </a:defRPr>
            </a:lvl6pPr>
            <a:lvl7pPr marR="0" lvl="6" algn="l" rtl="0">
              <a:spcBef>
                <a:spcPts val="0"/>
              </a:spcBef>
              <a:spcAft>
                <a:spcPts val="0"/>
              </a:spcAft>
              <a:buSzPts val="1400"/>
              <a:buNone/>
              <a:defRPr sz="2700" b="0" i="0" u="none" strike="noStrike" cap="none">
                <a:solidFill>
                  <a:schemeClr val="dk1"/>
                </a:solidFill>
                <a:latin typeface="Roboto"/>
                <a:ea typeface="Roboto"/>
                <a:cs typeface="Roboto"/>
                <a:sym typeface="Roboto"/>
              </a:defRPr>
            </a:lvl7pPr>
            <a:lvl8pPr marR="0" lvl="7" algn="l" rtl="0">
              <a:spcBef>
                <a:spcPts val="0"/>
              </a:spcBef>
              <a:spcAft>
                <a:spcPts val="0"/>
              </a:spcAft>
              <a:buSzPts val="1400"/>
              <a:buNone/>
              <a:defRPr sz="2700" b="0" i="0" u="none" strike="noStrike" cap="none">
                <a:solidFill>
                  <a:schemeClr val="dk1"/>
                </a:solidFill>
                <a:latin typeface="Roboto"/>
                <a:ea typeface="Roboto"/>
                <a:cs typeface="Roboto"/>
                <a:sym typeface="Roboto"/>
              </a:defRPr>
            </a:lvl8pPr>
            <a:lvl9pPr marR="0" lvl="8" algn="l" rtl="0">
              <a:spcBef>
                <a:spcPts val="0"/>
              </a:spcBef>
              <a:spcAft>
                <a:spcPts val="0"/>
              </a:spcAft>
              <a:buSzPts val="1400"/>
              <a:buNone/>
              <a:defRPr sz="2700" b="0" i="0" u="none" strike="noStrike" cap="none">
                <a:solidFill>
                  <a:schemeClr val="dk1"/>
                </a:solidFill>
                <a:latin typeface="Roboto"/>
                <a:ea typeface="Roboto"/>
                <a:cs typeface="Roboto"/>
                <a:sym typeface="Roboto"/>
              </a:defRPr>
            </a:lvl9pPr>
          </a:lstStyle>
          <a:p>
            <a:endParaRPr/>
          </a:p>
        </p:txBody>
      </p:sp>
      <p:sp>
        <p:nvSpPr>
          <p:cNvPr id="14" name="Google Shape;14;p1"/>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00" b="0" i="0" u="none" strike="noStrike" cap="none">
                <a:solidFill>
                  <a:srgbClr val="919091"/>
                </a:solidFill>
                <a:latin typeface="Roboto"/>
                <a:ea typeface="Roboto"/>
                <a:cs typeface="Roboto"/>
                <a:sym typeface="Roboto"/>
              </a:defRPr>
            </a:lvl1pPr>
            <a:lvl2pPr marL="0" marR="0" lvl="1" indent="0" algn="r" rtl="0">
              <a:spcBef>
                <a:spcPts val="0"/>
              </a:spcBef>
              <a:buNone/>
              <a:defRPr sz="1800" b="0" i="0" u="none" strike="noStrike" cap="none">
                <a:solidFill>
                  <a:srgbClr val="919091"/>
                </a:solidFill>
                <a:latin typeface="Roboto"/>
                <a:ea typeface="Roboto"/>
                <a:cs typeface="Roboto"/>
                <a:sym typeface="Roboto"/>
              </a:defRPr>
            </a:lvl2pPr>
            <a:lvl3pPr marL="0" marR="0" lvl="2" indent="0" algn="r" rtl="0">
              <a:spcBef>
                <a:spcPts val="0"/>
              </a:spcBef>
              <a:buNone/>
              <a:defRPr sz="1800" b="0" i="0" u="none" strike="noStrike" cap="none">
                <a:solidFill>
                  <a:srgbClr val="919091"/>
                </a:solidFill>
                <a:latin typeface="Roboto"/>
                <a:ea typeface="Roboto"/>
                <a:cs typeface="Roboto"/>
                <a:sym typeface="Roboto"/>
              </a:defRPr>
            </a:lvl3pPr>
            <a:lvl4pPr marL="0" marR="0" lvl="3" indent="0" algn="r" rtl="0">
              <a:spcBef>
                <a:spcPts val="0"/>
              </a:spcBef>
              <a:buNone/>
              <a:defRPr sz="1800" b="0" i="0" u="none" strike="noStrike" cap="none">
                <a:solidFill>
                  <a:srgbClr val="919091"/>
                </a:solidFill>
                <a:latin typeface="Roboto"/>
                <a:ea typeface="Roboto"/>
                <a:cs typeface="Roboto"/>
                <a:sym typeface="Roboto"/>
              </a:defRPr>
            </a:lvl4pPr>
            <a:lvl5pPr marL="0" marR="0" lvl="4" indent="0" algn="r" rtl="0">
              <a:spcBef>
                <a:spcPts val="0"/>
              </a:spcBef>
              <a:buNone/>
              <a:defRPr sz="1800" b="0" i="0" u="none" strike="noStrike" cap="none">
                <a:solidFill>
                  <a:srgbClr val="919091"/>
                </a:solidFill>
                <a:latin typeface="Roboto"/>
                <a:ea typeface="Roboto"/>
                <a:cs typeface="Roboto"/>
                <a:sym typeface="Roboto"/>
              </a:defRPr>
            </a:lvl5pPr>
            <a:lvl6pPr marL="0" marR="0" lvl="5" indent="0" algn="r" rtl="0">
              <a:spcBef>
                <a:spcPts val="0"/>
              </a:spcBef>
              <a:buNone/>
              <a:defRPr sz="1800" b="0" i="0" u="none" strike="noStrike" cap="none">
                <a:solidFill>
                  <a:srgbClr val="919091"/>
                </a:solidFill>
                <a:latin typeface="Roboto"/>
                <a:ea typeface="Roboto"/>
                <a:cs typeface="Roboto"/>
                <a:sym typeface="Roboto"/>
              </a:defRPr>
            </a:lvl6pPr>
            <a:lvl7pPr marL="0" marR="0" lvl="6" indent="0" algn="r" rtl="0">
              <a:spcBef>
                <a:spcPts val="0"/>
              </a:spcBef>
              <a:buNone/>
              <a:defRPr sz="1800" b="0" i="0" u="none" strike="noStrike" cap="none">
                <a:solidFill>
                  <a:srgbClr val="919091"/>
                </a:solidFill>
                <a:latin typeface="Roboto"/>
                <a:ea typeface="Roboto"/>
                <a:cs typeface="Roboto"/>
                <a:sym typeface="Roboto"/>
              </a:defRPr>
            </a:lvl7pPr>
            <a:lvl8pPr marL="0" marR="0" lvl="7" indent="0" algn="r" rtl="0">
              <a:spcBef>
                <a:spcPts val="0"/>
              </a:spcBef>
              <a:buNone/>
              <a:defRPr sz="1800" b="0" i="0" u="none" strike="noStrike" cap="none">
                <a:solidFill>
                  <a:srgbClr val="919091"/>
                </a:solidFill>
                <a:latin typeface="Roboto"/>
                <a:ea typeface="Roboto"/>
                <a:cs typeface="Roboto"/>
                <a:sym typeface="Roboto"/>
              </a:defRPr>
            </a:lvl8pPr>
            <a:lvl9pPr marL="0" marR="0" lvl="8" indent="0" algn="r" rtl="0">
              <a:spcBef>
                <a:spcPts val="0"/>
              </a:spcBef>
              <a:buNone/>
              <a:defRPr sz="1800" b="0" i="0" u="none" strike="noStrike" cap="none">
                <a:solidFill>
                  <a:srgbClr val="91909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cxnSp>
        <p:nvCxnSpPr>
          <p:cNvPr id="15" name="Google Shape;15;p1"/>
          <p:cNvCxnSpPr/>
          <p:nvPr/>
        </p:nvCxnSpPr>
        <p:spPr>
          <a:xfrm>
            <a:off x="473529" y="395691"/>
            <a:ext cx="0" cy="791400"/>
          </a:xfrm>
          <a:prstGeom prst="straightConnector1">
            <a:avLst/>
          </a:prstGeom>
          <a:noFill/>
          <a:ln w="57150" cap="flat" cmpd="sng">
            <a:solidFill>
              <a:schemeClr val="lt2"/>
            </a:solidFill>
            <a:prstDash val="solid"/>
            <a:miter lim="800000"/>
            <a:headEnd type="none" w="sm" len="sm"/>
            <a:tailEnd type="none" w="sm" len="sm"/>
          </a:ln>
        </p:spPr>
      </p:cxnSp>
      <p:grpSp>
        <p:nvGrpSpPr>
          <p:cNvPr id="16" name="Google Shape;16;p1"/>
          <p:cNvGrpSpPr/>
          <p:nvPr/>
        </p:nvGrpSpPr>
        <p:grpSpPr>
          <a:xfrm>
            <a:off x="15035298" y="6804554"/>
            <a:ext cx="3814543" cy="3899555"/>
            <a:chOff x="9414500" y="3211685"/>
            <a:chExt cx="1939368" cy="1982287"/>
          </a:xfrm>
        </p:grpSpPr>
        <p:sp>
          <p:nvSpPr>
            <p:cNvPr id="17" name="Google Shape;17;p1"/>
            <p:cNvSpPr/>
            <p:nvPr/>
          </p:nvSpPr>
          <p:spPr>
            <a:xfrm>
              <a:off x="9414500" y="3673801"/>
              <a:ext cx="924300" cy="924300"/>
            </a:xfrm>
            <a:prstGeom prst="ellipse">
              <a:avLst/>
            </a:prstGeom>
            <a:noFill/>
            <a:ln w="28575" cap="flat" cmpd="sng">
              <a:solidFill>
                <a:schemeClr val="dk2">
                  <a:alpha val="2392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8" name="Google Shape;18;p1"/>
            <p:cNvSpPr/>
            <p:nvPr/>
          </p:nvSpPr>
          <p:spPr>
            <a:xfrm>
              <a:off x="10429568" y="3211685"/>
              <a:ext cx="924300" cy="924300"/>
            </a:xfrm>
            <a:prstGeom prst="ellipse">
              <a:avLst/>
            </a:prstGeom>
            <a:noFill/>
            <a:ln w="28575" cap="flat" cmpd="sng">
              <a:solidFill>
                <a:schemeClr val="dk2">
                  <a:alpha val="2392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9" name="Google Shape;19;p1"/>
            <p:cNvSpPr/>
            <p:nvPr/>
          </p:nvSpPr>
          <p:spPr>
            <a:xfrm>
              <a:off x="10338732" y="4269672"/>
              <a:ext cx="924300" cy="924300"/>
            </a:xfrm>
            <a:prstGeom prst="ellipse">
              <a:avLst/>
            </a:prstGeom>
            <a:noFill/>
            <a:ln w="28575" cap="flat" cmpd="sng">
              <a:solidFill>
                <a:schemeClr val="dk2">
                  <a:alpha val="2392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grpSp>
      <p:pic>
        <p:nvPicPr>
          <p:cNvPr id="20" name="Google Shape;20;p1" descr="Logo"/>
          <p:cNvPicPr preferRelativeResize="0"/>
          <p:nvPr/>
        </p:nvPicPr>
        <p:blipFill rotWithShape="1">
          <a:blip r:embed="rId25">
            <a:alphaModFix/>
          </a:blip>
          <a:srcRect/>
          <a:stretch/>
        </p:blipFill>
        <p:spPr>
          <a:xfrm>
            <a:off x="15347287" y="204820"/>
            <a:ext cx="2643364" cy="68144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241">
          <p15:clr>
            <a:srgbClr val="F26B43"/>
          </p15:clr>
        </p15:guide>
        <p15:guide id="2" pos="5760">
          <p15:clr>
            <a:srgbClr val="F26B43"/>
          </p15:clr>
        </p15:guide>
        <p15:guide id="3" orient="horz" pos="1574">
          <p15:clr>
            <a:srgbClr val="F26B43"/>
          </p15:clr>
        </p15:guide>
        <p15:guide id="4" pos="284">
          <p15:clr>
            <a:srgbClr val="F26B43"/>
          </p15:clr>
        </p15:guide>
        <p15:guide id="5" pos="7631">
          <p15:clr>
            <a:srgbClr val="F26B43"/>
          </p15:clr>
        </p15:guide>
        <p15:guide id="6" pos="3855">
          <p15:clr>
            <a:srgbClr val="F26B43"/>
          </p15:clr>
        </p15:guide>
        <p15:guide id="7" pos="657">
          <p15:clr>
            <a:srgbClr val="F26B43"/>
          </p15:clr>
        </p15:guide>
        <p15:guide id="8" pos="11226">
          <p15:clr>
            <a:srgbClr val="F26B43"/>
          </p15:clr>
        </p15:guide>
        <p15:guide id="9" pos="108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97"/>
        <p:cNvGrpSpPr/>
        <p:nvPr/>
      </p:nvGrpSpPr>
      <p:grpSpPr>
        <a:xfrm>
          <a:off x="0" y="0"/>
          <a:ext cx="0" cy="0"/>
          <a:chOff x="0" y="0"/>
          <a:chExt cx="0" cy="0"/>
        </a:xfrm>
      </p:grpSpPr>
      <p:sp>
        <p:nvSpPr>
          <p:cNvPr id="198" name="Google Shape;198;p25"/>
          <p:cNvSpPr txBox="1">
            <a:spLocks noGrp="1"/>
          </p:cNvSpPr>
          <p:nvPr>
            <p:ph type="title"/>
          </p:nvPr>
        </p:nvSpPr>
        <p:spPr>
          <a:xfrm>
            <a:off x="1440000" y="956140"/>
            <a:ext cx="15408000" cy="11301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1pPr>
            <a:lvl2pPr marR="0" lvl="1"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2pPr>
            <a:lvl3pPr marR="0" lvl="2"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3pPr>
            <a:lvl4pPr marR="0" lvl="3"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4pPr>
            <a:lvl5pPr marR="0" lvl="4"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5pPr>
            <a:lvl6pPr marR="0" lvl="5"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6pPr>
            <a:lvl7pPr marR="0" lvl="6"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7pPr>
            <a:lvl8pPr marR="0" lvl="7"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8pPr>
            <a:lvl9pPr marR="0" lvl="8"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9pPr>
          </a:lstStyle>
          <a:p>
            <a:endParaRPr/>
          </a:p>
        </p:txBody>
      </p:sp>
      <p:sp>
        <p:nvSpPr>
          <p:cNvPr id="199" name="Google Shape;199;p25"/>
          <p:cNvSpPr txBox="1">
            <a:spLocks noGrp="1"/>
          </p:cNvSpPr>
          <p:nvPr>
            <p:ph type="body" idx="1"/>
          </p:nvPr>
        </p:nvSpPr>
        <p:spPr>
          <a:xfrm>
            <a:off x="1440000" y="2286303"/>
            <a:ext cx="15408000" cy="67419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1pPr>
            <a:lvl2pPr marL="914400" marR="0" lvl="1"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2pPr>
            <a:lvl3pPr marL="1371600" marR="0" lvl="2"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3pPr>
            <a:lvl4pPr marL="1828800" marR="0" lvl="3"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4pPr>
            <a:lvl5pPr marL="2286000" marR="0" lvl="4"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5pPr>
            <a:lvl6pPr marL="2743200" marR="0" lvl="5"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6pPr>
            <a:lvl7pPr marL="3200400" marR="0" lvl="6"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7pPr>
            <a:lvl8pPr marL="3657600" marR="0" lvl="7"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8pPr>
            <a:lvl9pPr marL="4114800" marR="0" lvl="8" indent="-317500" algn="l" rtl="0">
              <a:lnSpc>
                <a:spcPct val="100000"/>
              </a:lnSpc>
              <a:spcBef>
                <a:spcPts val="1600"/>
              </a:spcBef>
              <a:spcAft>
                <a:spcPts val="1600"/>
              </a:spcAft>
              <a:buClr>
                <a:schemeClr val="dk1"/>
              </a:buClr>
              <a:buSzPts val="1400"/>
              <a:buFont typeface="Lexend"/>
              <a:buChar char="■"/>
              <a:defRPr sz="2800" b="0" i="0" u="none" strike="noStrike" cap="none">
                <a:solidFill>
                  <a:schemeClr val="dk1"/>
                </a:solidFill>
                <a:latin typeface="Lexend"/>
                <a:ea typeface="Lexend"/>
                <a:cs typeface="Lexend"/>
                <a:sym typeface="Lexend"/>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345"/>
        </a:solidFill>
        <a:effectLst/>
      </p:bgPr>
    </p:bg>
    <p:spTree>
      <p:nvGrpSpPr>
        <p:cNvPr id="1" name="Shape 709"/>
        <p:cNvGrpSpPr/>
        <p:nvPr/>
      </p:nvGrpSpPr>
      <p:grpSpPr>
        <a:xfrm>
          <a:off x="0" y="0"/>
          <a:ext cx="0" cy="0"/>
          <a:chOff x="0" y="0"/>
          <a:chExt cx="0" cy="0"/>
        </a:xfrm>
      </p:grpSpPr>
      <p:sp>
        <p:nvSpPr>
          <p:cNvPr id="710" name="Google Shape;710;p27"/>
          <p:cNvSpPr txBox="1"/>
          <p:nvPr/>
        </p:nvSpPr>
        <p:spPr>
          <a:xfrm>
            <a:off x="2697618" y="1701167"/>
            <a:ext cx="13410900" cy="1280100"/>
          </a:xfrm>
          <a:prstGeom prst="rect">
            <a:avLst/>
          </a:prstGeom>
          <a:noFill/>
          <a:ln>
            <a:noFill/>
          </a:ln>
        </p:spPr>
        <p:txBody>
          <a:bodyPr spcFirstLastPara="1" wrap="square" lIns="0" tIns="0" rIns="0" bIns="0" anchor="t" anchorCtr="0">
            <a:spAutoFit/>
          </a:bodyPr>
          <a:lstStyle/>
          <a:p>
            <a:pPr marL="0" marR="0" lvl="0" indent="0" algn="ctr" rtl="0">
              <a:lnSpc>
                <a:spcPct val="112000"/>
              </a:lnSpc>
              <a:spcBef>
                <a:spcPts val="0"/>
              </a:spcBef>
              <a:spcAft>
                <a:spcPts val="0"/>
              </a:spcAft>
              <a:buClr>
                <a:srgbClr val="000000"/>
              </a:buClr>
              <a:buSzPts val="10416"/>
              <a:buFont typeface="Arial"/>
              <a:buNone/>
            </a:pPr>
            <a:r>
              <a:rPr lang="en-US" sz="8316" b="0" i="0" u="none" strike="noStrike" cap="none">
                <a:solidFill>
                  <a:srgbClr val="FFFFFF"/>
                </a:solidFill>
                <a:latin typeface="Arial"/>
                <a:ea typeface="Arial"/>
                <a:cs typeface="Arial"/>
                <a:sym typeface="Arial"/>
              </a:rPr>
              <a:t>VSTEP </a:t>
            </a:r>
            <a:r>
              <a:rPr lang="en-US" sz="8316">
                <a:solidFill>
                  <a:srgbClr val="FFFFFF"/>
                </a:solidFill>
              </a:rPr>
              <a:t>B1/B2</a:t>
            </a:r>
            <a:r>
              <a:rPr lang="en-US" sz="8316" b="0" i="0" u="none" strike="noStrike" cap="none">
                <a:solidFill>
                  <a:srgbClr val="FFFFFF"/>
                </a:solidFill>
                <a:latin typeface="Arial"/>
                <a:ea typeface="Arial"/>
                <a:cs typeface="Arial"/>
                <a:sym typeface="Arial"/>
              </a:rPr>
              <a:t> – </a:t>
            </a:r>
            <a:r>
              <a:rPr lang="en-US" sz="8316">
                <a:solidFill>
                  <a:srgbClr val="FFFFFF"/>
                </a:solidFill>
              </a:rPr>
              <a:t>LESSON </a:t>
            </a:r>
            <a:endParaRPr sz="100" b="0" i="0" u="none" strike="noStrike" cap="none">
              <a:solidFill>
                <a:srgbClr val="000000"/>
              </a:solidFill>
              <a:latin typeface="Arial"/>
              <a:ea typeface="Arial"/>
              <a:cs typeface="Arial"/>
              <a:sym typeface="Arial"/>
            </a:endParaRPr>
          </a:p>
        </p:txBody>
      </p:sp>
      <p:sp>
        <p:nvSpPr>
          <p:cNvPr id="711" name="Google Shape;711;p27"/>
          <p:cNvSpPr/>
          <p:nvPr/>
        </p:nvSpPr>
        <p:spPr>
          <a:xfrm>
            <a:off x="4780050" y="4424225"/>
            <a:ext cx="9217546" cy="3126297"/>
          </a:xfrm>
          <a:custGeom>
            <a:avLst/>
            <a:gdLst/>
            <a:ahLst/>
            <a:cxnLst/>
            <a:rect l="l" t="t" r="r" b="b"/>
            <a:pathLst>
              <a:path w="2263363" h="547273" extrusionOk="0">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2460"/>
              <a:buFont typeface="Arial"/>
              <a:buNone/>
            </a:pPr>
            <a:r>
              <a:rPr lang="en-US" sz="9300">
                <a:solidFill>
                  <a:srgbClr val="018345"/>
                </a:solidFill>
              </a:rPr>
              <a:t>WRITING</a:t>
            </a:r>
            <a:endParaRPr sz="9300">
              <a:solidFill>
                <a:srgbClr val="018345"/>
              </a:solidFill>
            </a:endParaRPr>
          </a:p>
          <a:p>
            <a:pPr marL="0" lvl="0" indent="0" algn="ctr" rtl="0">
              <a:spcBef>
                <a:spcPts val="0"/>
              </a:spcBef>
              <a:spcAft>
                <a:spcPts val="0"/>
              </a:spcAft>
              <a:buClr>
                <a:srgbClr val="000000"/>
              </a:buClr>
              <a:buSzPts val="12460"/>
              <a:buFont typeface="Arial"/>
              <a:buNone/>
            </a:pPr>
            <a:r>
              <a:rPr lang="en-US" sz="6000">
                <a:solidFill>
                  <a:schemeClr val="dk2"/>
                </a:solidFill>
              </a:rPr>
              <a:t>Direct Questions Essay</a:t>
            </a:r>
            <a:endParaRPr sz="18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a:p>
        </p:txBody>
      </p:sp>
      <p:cxnSp>
        <p:nvCxnSpPr>
          <p:cNvPr id="712" name="Google Shape;712;p27"/>
          <p:cNvCxnSpPr/>
          <p:nvPr/>
        </p:nvCxnSpPr>
        <p:spPr>
          <a:xfrm>
            <a:off x="3381380" y="3702753"/>
            <a:ext cx="11699400" cy="0"/>
          </a:xfrm>
          <a:prstGeom prst="straightConnector1">
            <a:avLst/>
          </a:prstGeom>
          <a:noFill/>
          <a:ln w="38100" cap="flat" cmpd="sng">
            <a:solidFill>
              <a:srgbClr val="FFFFFF"/>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28"/>
          <p:cNvSpPr/>
          <p:nvPr/>
        </p:nvSpPr>
        <p:spPr>
          <a:xfrm>
            <a:off x="8200450" y="9517200"/>
            <a:ext cx="2235000" cy="771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18" name="Google Shape;718;p28"/>
          <p:cNvSpPr txBox="1"/>
          <p:nvPr/>
        </p:nvSpPr>
        <p:spPr>
          <a:xfrm>
            <a:off x="71525" y="3467950"/>
            <a:ext cx="18159900" cy="1421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7000">
                <a:solidFill>
                  <a:schemeClr val="dk1"/>
                </a:solidFill>
                <a:latin typeface="Montserrat Medium"/>
                <a:ea typeface="Montserrat Medium"/>
                <a:cs typeface="Montserrat Medium"/>
                <a:sym typeface="Montserrat Medium"/>
              </a:rPr>
              <a:t>DẤU HIỆU NHẬN BIẾT</a:t>
            </a:r>
            <a:endParaRPr sz="7000">
              <a:solidFill>
                <a:schemeClr val="dk1"/>
              </a:solidFill>
              <a:latin typeface="Montserrat Medium"/>
              <a:ea typeface="Montserrat Medium"/>
              <a:cs typeface="Montserrat Medium"/>
              <a:sym typeface="Montserrat Medium"/>
            </a:endParaRPr>
          </a:p>
        </p:txBody>
      </p:sp>
      <p:sp>
        <p:nvSpPr>
          <p:cNvPr id="719" name="Google Shape;719;p28"/>
          <p:cNvSpPr txBox="1"/>
          <p:nvPr/>
        </p:nvSpPr>
        <p:spPr>
          <a:xfrm>
            <a:off x="8657650" y="29575"/>
            <a:ext cx="1836900" cy="1833000"/>
          </a:xfrm>
          <a:prstGeom prst="rect">
            <a:avLst/>
          </a:prstGeom>
          <a:solidFill>
            <a:srgbClr val="006B3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0">
                <a:solidFill>
                  <a:schemeClr val="lt1"/>
                </a:solidFill>
                <a:latin typeface="Montserrat Medium"/>
                <a:ea typeface="Montserrat Medium"/>
                <a:cs typeface="Montserrat Medium"/>
                <a:sym typeface="Montserrat Medium"/>
              </a:rPr>
              <a:t>01</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29"/>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pic>
        <p:nvPicPr>
          <p:cNvPr id="725" name="Google Shape;725;p29"/>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26" name="Google Shape;726;p29"/>
          <p:cNvGraphicFramePr/>
          <p:nvPr/>
        </p:nvGraphicFramePr>
        <p:xfrm>
          <a:off x="1252425" y="2002813"/>
          <a:ext cx="3000000" cy="3000000"/>
        </p:xfrm>
        <a:graphic>
          <a:graphicData uri="http://schemas.openxmlformats.org/drawingml/2006/table">
            <a:tbl>
              <a:tblPr>
                <a:noFill/>
                <a:tableStyleId>{8C8B14B2-F8CD-48D2-91BB-BA4C45A4BBF1}</a:tableStyleId>
              </a:tblPr>
              <a:tblGrid>
                <a:gridCol w="1227475">
                  <a:extLst>
                    <a:ext uri="{9D8B030D-6E8A-4147-A177-3AD203B41FA5}">
                      <a16:colId xmlns:a16="http://schemas.microsoft.com/office/drawing/2014/main" val="20000"/>
                    </a:ext>
                  </a:extLst>
                </a:gridCol>
                <a:gridCol w="14555675">
                  <a:extLst>
                    <a:ext uri="{9D8B030D-6E8A-4147-A177-3AD203B41FA5}">
                      <a16:colId xmlns:a16="http://schemas.microsoft.com/office/drawing/2014/main" val="20001"/>
                    </a:ext>
                  </a:extLst>
                </a:gridCol>
              </a:tblGrid>
              <a:tr h="1016850">
                <a:tc>
                  <a:txBody>
                    <a:bodyPr/>
                    <a:lstStyle/>
                    <a:p>
                      <a:pPr marL="0" lvl="0" indent="0" algn="ctr" rtl="0">
                        <a:spcBef>
                          <a:spcPts val="0"/>
                        </a:spcBef>
                        <a:spcAft>
                          <a:spcPts val="0"/>
                        </a:spcAft>
                        <a:buNone/>
                      </a:pPr>
                      <a:r>
                        <a:rPr lang="en-US" sz="2200" b="1">
                          <a:solidFill>
                            <a:schemeClr val="lt1"/>
                          </a:solidFill>
                        </a:rPr>
                        <a:t>1</a:t>
                      </a:r>
                      <a:endParaRPr sz="22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18146"/>
                    </a:solidFill>
                  </a:tcPr>
                </a:tc>
                <a:tc>
                  <a:txBody>
                    <a:bodyPr/>
                    <a:lstStyle/>
                    <a:p>
                      <a:pPr marL="0" lvl="0" indent="0" algn="just" rtl="0">
                        <a:lnSpc>
                          <a:spcPct val="150000"/>
                        </a:lnSpc>
                        <a:spcBef>
                          <a:spcPts val="0"/>
                        </a:spcBef>
                        <a:spcAft>
                          <a:spcPts val="1000"/>
                        </a:spcAft>
                        <a:buNone/>
                      </a:pPr>
                      <a:r>
                        <a:rPr lang="en-US" sz="2500"/>
                        <a:t>Success is often measured by wealth and material possessions. Do you think wealth is the best measure of success? What makes a successful person?</a:t>
                      </a:r>
                      <a:endParaRPr sz="25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E4E2DB">
                        <a:alpha val="69800"/>
                      </a:srgbClr>
                    </a:solidFill>
                  </a:tcPr>
                </a:tc>
                <a:extLst>
                  <a:ext uri="{0D108BD9-81ED-4DB2-BD59-A6C34878D82A}">
                    <a16:rowId xmlns:a16="http://schemas.microsoft.com/office/drawing/2014/main" val="10000"/>
                  </a:ext>
                </a:extLst>
              </a:tr>
              <a:tr h="1528750">
                <a:tc>
                  <a:txBody>
                    <a:bodyPr/>
                    <a:lstStyle/>
                    <a:p>
                      <a:pPr marL="0" lvl="0" indent="0" algn="ctr" rtl="0">
                        <a:spcBef>
                          <a:spcPts val="0"/>
                        </a:spcBef>
                        <a:spcAft>
                          <a:spcPts val="0"/>
                        </a:spcAft>
                        <a:buNone/>
                      </a:pPr>
                      <a:r>
                        <a:rPr lang="en-US" sz="2200" b="1">
                          <a:solidFill>
                            <a:schemeClr val="lt1"/>
                          </a:solidFill>
                        </a:rPr>
                        <a:t>2</a:t>
                      </a:r>
                      <a:endParaRPr sz="22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18146"/>
                    </a:solidFill>
                  </a:tcPr>
                </a:tc>
                <a:tc>
                  <a:txBody>
                    <a:bodyPr/>
                    <a:lstStyle/>
                    <a:p>
                      <a:pPr marL="0" lvl="0" indent="0" algn="just" rtl="0">
                        <a:lnSpc>
                          <a:spcPct val="150000"/>
                        </a:lnSpc>
                        <a:spcBef>
                          <a:spcPts val="1000"/>
                        </a:spcBef>
                        <a:spcAft>
                          <a:spcPts val="1000"/>
                        </a:spcAft>
                        <a:buNone/>
                      </a:pPr>
                      <a:r>
                        <a:rPr lang="en-US" sz="2500"/>
                        <a:t>Nowadays, the way many people interact with each other has changed because of technology. In what ways has technology affected the types of relationships people make? Has this become a positive or negative development?</a:t>
                      </a:r>
                      <a:endParaRPr sz="25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885825">
                <a:tc>
                  <a:txBody>
                    <a:bodyPr/>
                    <a:lstStyle/>
                    <a:p>
                      <a:pPr marL="0" lvl="0" indent="0" algn="ctr" rtl="0">
                        <a:spcBef>
                          <a:spcPts val="0"/>
                        </a:spcBef>
                        <a:spcAft>
                          <a:spcPts val="0"/>
                        </a:spcAft>
                        <a:buNone/>
                      </a:pPr>
                      <a:r>
                        <a:rPr lang="en-US" sz="2200" b="1">
                          <a:solidFill>
                            <a:schemeClr val="lt1"/>
                          </a:solidFill>
                        </a:rPr>
                        <a:t>3</a:t>
                      </a:r>
                      <a:endParaRPr sz="22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18146"/>
                    </a:solidFill>
                  </a:tcPr>
                </a:tc>
                <a:tc>
                  <a:txBody>
                    <a:bodyPr/>
                    <a:lstStyle/>
                    <a:p>
                      <a:pPr marL="0" lvl="0" indent="0" algn="just" rtl="0">
                        <a:lnSpc>
                          <a:spcPct val="150000"/>
                        </a:lnSpc>
                        <a:spcBef>
                          <a:spcPts val="0"/>
                        </a:spcBef>
                        <a:spcAft>
                          <a:spcPts val="1000"/>
                        </a:spcAft>
                        <a:buNone/>
                      </a:pPr>
                      <a:r>
                        <a:rPr lang="en-US" sz="2500"/>
                        <a:t>Some parents buy their children whatever they ask for, and allow their children to do whatever they want. Is this a good way to bring up children? What consequences could this way of parenting pose on children as they get older?</a:t>
                      </a:r>
                      <a:endParaRPr sz="25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E4E2DB">
                        <a:alpha val="69800"/>
                      </a:srgbClr>
                    </a:solidFill>
                  </a:tcPr>
                </a:tc>
                <a:extLst>
                  <a:ext uri="{0D108BD9-81ED-4DB2-BD59-A6C34878D82A}">
                    <a16:rowId xmlns:a16="http://schemas.microsoft.com/office/drawing/2014/main" val="10002"/>
                  </a:ext>
                </a:extLst>
              </a:tr>
              <a:tr h="1528750">
                <a:tc>
                  <a:txBody>
                    <a:bodyPr/>
                    <a:lstStyle/>
                    <a:p>
                      <a:pPr marL="0" lvl="0" indent="0" algn="ctr" rtl="0">
                        <a:spcBef>
                          <a:spcPts val="0"/>
                        </a:spcBef>
                        <a:spcAft>
                          <a:spcPts val="0"/>
                        </a:spcAft>
                        <a:buNone/>
                      </a:pPr>
                      <a:r>
                        <a:rPr lang="en-US" sz="2200" b="1">
                          <a:solidFill>
                            <a:schemeClr val="lt1"/>
                          </a:solidFill>
                        </a:rPr>
                        <a:t>4</a:t>
                      </a:r>
                      <a:endParaRPr sz="22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18146"/>
                    </a:solidFill>
                  </a:tcPr>
                </a:tc>
                <a:tc>
                  <a:txBody>
                    <a:bodyPr/>
                    <a:lstStyle/>
                    <a:p>
                      <a:pPr marL="0" lvl="0" indent="0" algn="just" rtl="0">
                        <a:lnSpc>
                          <a:spcPct val="150000"/>
                        </a:lnSpc>
                        <a:spcBef>
                          <a:spcPts val="0"/>
                        </a:spcBef>
                        <a:spcAft>
                          <a:spcPts val="0"/>
                        </a:spcAft>
                        <a:buNone/>
                      </a:pPr>
                      <a:r>
                        <a:rPr lang="en-US" sz="2500"/>
                        <a:t>In many countries, there has recently been an increasing number of people choosing to live by themselves rather than get married. Why is this happening? Is this a positive and negative trend for society?</a:t>
                      </a:r>
                      <a:endParaRPr sz="25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016850">
                <a:tc>
                  <a:txBody>
                    <a:bodyPr/>
                    <a:lstStyle/>
                    <a:p>
                      <a:pPr marL="0" lvl="0" indent="0" algn="ctr" rtl="0">
                        <a:spcBef>
                          <a:spcPts val="0"/>
                        </a:spcBef>
                        <a:spcAft>
                          <a:spcPts val="0"/>
                        </a:spcAft>
                        <a:buNone/>
                      </a:pPr>
                      <a:r>
                        <a:rPr lang="en-US" sz="2200" b="1">
                          <a:solidFill>
                            <a:schemeClr val="lt1"/>
                          </a:solidFill>
                        </a:rPr>
                        <a:t>5</a:t>
                      </a:r>
                      <a:endParaRPr sz="22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18146"/>
                    </a:solidFill>
                  </a:tcPr>
                </a:tc>
                <a:tc>
                  <a:txBody>
                    <a:bodyPr/>
                    <a:lstStyle/>
                    <a:p>
                      <a:pPr marL="0" lvl="0" indent="0" algn="l" rtl="0">
                        <a:lnSpc>
                          <a:spcPct val="150000"/>
                        </a:lnSpc>
                        <a:spcBef>
                          <a:spcPts val="0"/>
                        </a:spcBef>
                        <a:spcAft>
                          <a:spcPts val="0"/>
                        </a:spcAft>
                        <a:buNone/>
                      </a:pPr>
                      <a:r>
                        <a:rPr lang="en-US" sz="2500"/>
                        <a:t>The unlimited use of private transportations may cause many problems, both individually and globally. What are those problems? What could we do to tackle this issue?</a:t>
                      </a:r>
                      <a:endParaRPr sz="25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E4E2DB">
                        <a:alpha val="69800"/>
                      </a:srgbClr>
                    </a:solidFill>
                  </a:tcPr>
                </a:tc>
                <a:extLst>
                  <a:ext uri="{0D108BD9-81ED-4DB2-BD59-A6C34878D82A}">
                    <a16:rowId xmlns:a16="http://schemas.microsoft.com/office/drawing/2014/main" val="10004"/>
                  </a:ext>
                </a:extLst>
              </a:tr>
            </a:tbl>
          </a:graphicData>
        </a:graphic>
      </p:graphicFrame>
      <p:sp>
        <p:nvSpPr>
          <p:cNvPr id="727" name="Google Shape;727;p29"/>
          <p:cNvSpPr txBox="1"/>
          <p:nvPr/>
        </p:nvSpPr>
        <p:spPr>
          <a:xfrm>
            <a:off x="4533375" y="665200"/>
            <a:ext cx="9554400" cy="8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800">
                <a:solidFill>
                  <a:srgbClr val="085630"/>
                </a:solidFill>
                <a:latin typeface="Roboto Medium"/>
                <a:ea typeface="Roboto Medium"/>
                <a:cs typeface="Roboto Medium"/>
                <a:sym typeface="Roboto Medium"/>
              </a:rPr>
              <a:t>CÂU HỎI DIRECT QUESTIONS PHỔ BIẾN</a:t>
            </a:r>
            <a:endParaRPr sz="3800">
              <a:solidFill>
                <a:srgbClr val="085630"/>
              </a:solidFill>
              <a:latin typeface="Roboto Medium"/>
              <a:ea typeface="Roboto Medium"/>
              <a:cs typeface="Roboto Medium"/>
              <a:sym typeface="Robot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30"/>
          <p:cNvSpPr/>
          <p:nvPr/>
        </p:nvSpPr>
        <p:spPr>
          <a:xfrm>
            <a:off x="8200450" y="9517200"/>
            <a:ext cx="2235000" cy="771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33" name="Google Shape;733;p30"/>
          <p:cNvSpPr txBox="1"/>
          <p:nvPr/>
        </p:nvSpPr>
        <p:spPr>
          <a:xfrm>
            <a:off x="71525" y="3467950"/>
            <a:ext cx="18159900" cy="1421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7000">
                <a:solidFill>
                  <a:schemeClr val="dk1"/>
                </a:solidFill>
                <a:latin typeface="Montserrat Medium"/>
                <a:ea typeface="Montserrat Medium"/>
                <a:cs typeface="Montserrat Medium"/>
                <a:sym typeface="Montserrat Medium"/>
              </a:rPr>
              <a:t>XÁC ĐỊNH YÊU CẦU ĐỀ BÀI</a:t>
            </a:r>
            <a:endParaRPr sz="7000">
              <a:solidFill>
                <a:schemeClr val="dk1"/>
              </a:solidFill>
              <a:latin typeface="Montserrat Medium"/>
              <a:ea typeface="Montserrat Medium"/>
              <a:cs typeface="Montserrat Medium"/>
              <a:sym typeface="Montserrat Medium"/>
            </a:endParaRPr>
          </a:p>
        </p:txBody>
      </p:sp>
      <p:sp>
        <p:nvSpPr>
          <p:cNvPr id="734" name="Google Shape;734;p30"/>
          <p:cNvSpPr txBox="1"/>
          <p:nvPr/>
        </p:nvSpPr>
        <p:spPr>
          <a:xfrm>
            <a:off x="8657650" y="29575"/>
            <a:ext cx="1836900" cy="1833000"/>
          </a:xfrm>
          <a:prstGeom prst="rect">
            <a:avLst/>
          </a:prstGeom>
          <a:solidFill>
            <a:srgbClr val="006B3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0">
                <a:solidFill>
                  <a:schemeClr val="lt1"/>
                </a:solidFill>
                <a:latin typeface="Montserrat Medium"/>
                <a:ea typeface="Montserrat Medium"/>
                <a:cs typeface="Montserrat Medium"/>
                <a:sym typeface="Montserrat Medium"/>
              </a:rPr>
              <a:t>02</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1"/>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pic>
        <p:nvPicPr>
          <p:cNvPr id="740" name="Google Shape;740;p31"/>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41" name="Google Shape;741;p31"/>
          <p:cNvGraphicFramePr/>
          <p:nvPr/>
        </p:nvGraphicFramePr>
        <p:xfrm>
          <a:off x="1620875" y="5145038"/>
          <a:ext cx="3000000" cy="3000000"/>
        </p:xfrm>
        <a:graphic>
          <a:graphicData uri="http://schemas.openxmlformats.org/drawingml/2006/table">
            <a:tbl>
              <a:tblPr>
                <a:noFill/>
                <a:tableStyleId>{8C8B14B2-F8CD-48D2-91BB-BA4C45A4BBF1}</a:tableStyleId>
              </a:tblPr>
              <a:tblGrid>
                <a:gridCol w="11882950">
                  <a:extLst>
                    <a:ext uri="{9D8B030D-6E8A-4147-A177-3AD203B41FA5}">
                      <a16:colId xmlns:a16="http://schemas.microsoft.com/office/drawing/2014/main" val="20000"/>
                    </a:ext>
                  </a:extLst>
                </a:gridCol>
                <a:gridCol w="2898725">
                  <a:extLst>
                    <a:ext uri="{9D8B030D-6E8A-4147-A177-3AD203B41FA5}">
                      <a16:colId xmlns:a16="http://schemas.microsoft.com/office/drawing/2014/main" val="20001"/>
                    </a:ext>
                  </a:extLst>
                </a:gridCol>
              </a:tblGrid>
              <a:tr h="681650">
                <a:tc>
                  <a:txBody>
                    <a:bodyPr/>
                    <a:lstStyle/>
                    <a:p>
                      <a:pPr marL="0" lvl="0" indent="0" algn="l" rtl="0">
                        <a:spcBef>
                          <a:spcPts val="0"/>
                        </a:spcBef>
                        <a:spcAft>
                          <a:spcPts val="0"/>
                        </a:spcAft>
                        <a:buNone/>
                      </a:pPr>
                      <a:r>
                        <a:rPr lang="en-US" sz="2000"/>
                        <a:t>Chủ đề: </a:t>
                      </a:r>
                      <a:endParaRPr sz="2000">
                        <a:solidFill>
                          <a:srgbClr val="0000FF"/>
                        </a:solidFill>
                      </a:endParaRPr>
                    </a:p>
                  </a:txBody>
                  <a:tcPr marL="91425" marR="91425" marT="91425" marB="91425"/>
                </a:tc>
                <a:tc>
                  <a:txBody>
                    <a:bodyPr/>
                    <a:lstStyle/>
                    <a:p>
                      <a:pPr marL="0" lvl="0" indent="0" algn="l" rtl="0">
                        <a:spcBef>
                          <a:spcPts val="0"/>
                        </a:spcBef>
                        <a:spcAft>
                          <a:spcPts val="0"/>
                        </a:spcAft>
                        <a:buNone/>
                      </a:pPr>
                      <a:r>
                        <a:rPr lang="en-US" sz="2000"/>
                        <a:t>Themes</a:t>
                      </a:r>
                      <a:endParaRPr sz="2000"/>
                    </a:p>
                  </a:txBody>
                  <a:tcPr marL="91425" marR="91425" marT="91425" marB="91425"/>
                </a:tc>
                <a:extLst>
                  <a:ext uri="{0D108BD9-81ED-4DB2-BD59-A6C34878D82A}">
                    <a16:rowId xmlns:a16="http://schemas.microsoft.com/office/drawing/2014/main" val="10000"/>
                  </a:ext>
                </a:extLst>
              </a:tr>
              <a:tr h="681650">
                <a:tc>
                  <a:txBody>
                    <a:bodyPr/>
                    <a:lstStyle/>
                    <a:p>
                      <a:pPr marL="0" lvl="0" indent="0" algn="l" rtl="0">
                        <a:spcBef>
                          <a:spcPts val="0"/>
                        </a:spcBef>
                        <a:spcAft>
                          <a:spcPts val="0"/>
                        </a:spcAft>
                        <a:buNone/>
                      </a:pPr>
                      <a:r>
                        <a:rPr lang="en-US" sz="2000"/>
                        <a:t>(Khía cạnh) Tập trung: </a:t>
                      </a:r>
                      <a:endParaRPr sz="2000">
                        <a:solidFill>
                          <a:srgbClr val="0000FF"/>
                        </a:solidFill>
                      </a:endParaRPr>
                    </a:p>
                  </a:txBody>
                  <a:tcPr marL="91425" marR="91425" marT="91425" marB="91425"/>
                </a:tc>
                <a:tc>
                  <a:txBody>
                    <a:bodyPr/>
                    <a:lstStyle/>
                    <a:p>
                      <a:pPr marL="0" lvl="0" indent="0" algn="l" rtl="0">
                        <a:spcBef>
                          <a:spcPts val="0"/>
                        </a:spcBef>
                        <a:spcAft>
                          <a:spcPts val="0"/>
                        </a:spcAft>
                        <a:buNone/>
                      </a:pPr>
                      <a:endParaRPr sz="2000">
                        <a:solidFill>
                          <a:srgbClr val="0000FF"/>
                        </a:solidFill>
                      </a:endParaRPr>
                    </a:p>
                  </a:txBody>
                  <a:tcPr marL="91425" marR="91425" marT="91425" marB="91425"/>
                </a:tc>
                <a:extLst>
                  <a:ext uri="{0D108BD9-81ED-4DB2-BD59-A6C34878D82A}">
                    <a16:rowId xmlns:a16="http://schemas.microsoft.com/office/drawing/2014/main" val="10001"/>
                  </a:ext>
                </a:extLst>
              </a:tr>
              <a:tr h="776775">
                <a:tc>
                  <a:txBody>
                    <a:bodyPr/>
                    <a:lstStyle/>
                    <a:p>
                      <a:pPr marL="0" lvl="0" indent="0" algn="l" rtl="0">
                        <a:spcBef>
                          <a:spcPts val="0"/>
                        </a:spcBef>
                        <a:spcAft>
                          <a:spcPts val="0"/>
                        </a:spcAft>
                        <a:buNone/>
                      </a:pPr>
                      <a:r>
                        <a:rPr lang="en-US" sz="2000"/>
                        <a:t>Vấn đề cần trả lời: </a:t>
                      </a:r>
                      <a:endParaRPr sz="2000">
                        <a:solidFill>
                          <a:srgbClr val="0000FF"/>
                        </a:solidFill>
                      </a:endParaRPr>
                    </a:p>
                  </a:txBody>
                  <a:tcPr marL="91425" marR="91425" marT="91425" marB="91425"/>
                </a:tc>
                <a:tc>
                  <a:txBody>
                    <a:bodyPr/>
                    <a:lstStyle/>
                    <a:p>
                      <a:pPr marL="0" lvl="0" indent="0" algn="l" rtl="0">
                        <a:spcBef>
                          <a:spcPts val="0"/>
                        </a:spcBef>
                        <a:spcAft>
                          <a:spcPts val="0"/>
                        </a:spcAft>
                        <a:buNone/>
                      </a:pPr>
                      <a:endParaRPr sz="2000">
                        <a:solidFill>
                          <a:srgbClr val="0000FF"/>
                        </a:solidFill>
                      </a:endParaRPr>
                    </a:p>
                  </a:txBody>
                  <a:tcPr marL="91425" marR="91425" marT="91425" marB="91425"/>
                </a:tc>
                <a:extLst>
                  <a:ext uri="{0D108BD9-81ED-4DB2-BD59-A6C34878D82A}">
                    <a16:rowId xmlns:a16="http://schemas.microsoft.com/office/drawing/2014/main" val="10002"/>
                  </a:ext>
                </a:extLst>
              </a:tr>
              <a:tr h="681650">
                <a:tc>
                  <a:txBody>
                    <a:bodyPr/>
                    <a:lstStyle/>
                    <a:p>
                      <a:pPr marL="0" lvl="0" indent="0" algn="l" rtl="0">
                        <a:spcBef>
                          <a:spcPts val="0"/>
                        </a:spcBef>
                        <a:spcAft>
                          <a:spcPts val="0"/>
                        </a:spcAft>
                        <a:buNone/>
                      </a:pPr>
                      <a:r>
                        <a:rPr lang="en-US" sz="2000"/>
                        <a:t>Quan điểm của tôi: </a:t>
                      </a:r>
                      <a:endParaRPr sz="2000">
                        <a:solidFill>
                          <a:srgbClr val="0000FF"/>
                        </a:solidFill>
                      </a:endParaRPr>
                    </a:p>
                  </a:txBody>
                  <a:tcPr marL="91425" marR="91425" marT="91425" marB="91425"/>
                </a:tc>
                <a:tc>
                  <a:txBody>
                    <a:bodyPr/>
                    <a:lstStyle/>
                    <a:p>
                      <a:pPr marL="0" lvl="0" indent="0" algn="l" rtl="0">
                        <a:spcBef>
                          <a:spcPts val="0"/>
                        </a:spcBef>
                        <a:spcAft>
                          <a:spcPts val="0"/>
                        </a:spcAft>
                        <a:buNone/>
                      </a:pPr>
                      <a:endParaRPr sz="2000">
                        <a:solidFill>
                          <a:srgbClr val="0000FF"/>
                        </a:solidFill>
                      </a:endParaRPr>
                    </a:p>
                  </a:txBody>
                  <a:tcPr marL="91425" marR="91425" marT="91425" marB="91425"/>
                </a:tc>
                <a:extLst>
                  <a:ext uri="{0D108BD9-81ED-4DB2-BD59-A6C34878D82A}">
                    <a16:rowId xmlns:a16="http://schemas.microsoft.com/office/drawing/2014/main" val="10003"/>
                  </a:ext>
                </a:extLst>
              </a:tr>
            </a:tbl>
          </a:graphicData>
        </a:graphic>
      </p:graphicFrame>
      <p:sp>
        <p:nvSpPr>
          <p:cNvPr id="742" name="Google Shape;742;p31"/>
          <p:cNvSpPr txBox="1"/>
          <p:nvPr/>
        </p:nvSpPr>
        <p:spPr>
          <a:xfrm>
            <a:off x="1924625" y="1395050"/>
            <a:ext cx="13915500" cy="2300700"/>
          </a:xfrm>
          <a:prstGeom prst="rect">
            <a:avLst/>
          </a:prstGeom>
          <a:noFill/>
          <a:ln>
            <a:noFill/>
          </a:ln>
        </p:spPr>
        <p:txBody>
          <a:bodyPr spcFirstLastPara="1" wrap="square" lIns="91425" tIns="91425" rIns="91425" bIns="91425" anchor="ctr" anchorCtr="0">
            <a:noAutofit/>
          </a:bodyPr>
          <a:lstStyle/>
          <a:p>
            <a:pPr marL="0" lvl="0" indent="0" algn="just" rtl="0">
              <a:lnSpc>
                <a:spcPct val="150000"/>
              </a:lnSpc>
              <a:spcBef>
                <a:spcPts val="1000"/>
              </a:spcBef>
              <a:spcAft>
                <a:spcPts val="1000"/>
              </a:spcAft>
              <a:buNone/>
            </a:pPr>
            <a:r>
              <a:rPr lang="en-US" sz="2500"/>
              <a:t>Success is often measured by wealth and material possessions. Do you think wealth is the best measure of success? What makes a successful person?</a:t>
            </a:r>
            <a:endParaRPr sz="2500"/>
          </a:p>
        </p:txBody>
      </p:sp>
      <p:grpSp>
        <p:nvGrpSpPr>
          <p:cNvPr id="743" name="Google Shape;743;p31"/>
          <p:cNvGrpSpPr/>
          <p:nvPr/>
        </p:nvGrpSpPr>
        <p:grpSpPr>
          <a:xfrm>
            <a:off x="1603472" y="1281509"/>
            <a:ext cx="397364" cy="586796"/>
            <a:chOff x="2320861" y="1907271"/>
            <a:chExt cx="399000" cy="586796"/>
          </a:xfrm>
        </p:grpSpPr>
        <p:cxnSp>
          <p:nvCxnSpPr>
            <p:cNvPr id="744" name="Google Shape;744;p31"/>
            <p:cNvCxnSpPr/>
            <p:nvPr/>
          </p:nvCxnSpPr>
          <p:spPr>
            <a:xfrm>
              <a:off x="2320865" y="1908767"/>
              <a:ext cx="0" cy="585300"/>
            </a:xfrm>
            <a:prstGeom prst="straightConnector1">
              <a:avLst/>
            </a:prstGeom>
            <a:noFill/>
            <a:ln w="19050" cap="flat" cmpd="sng">
              <a:solidFill>
                <a:srgbClr val="006B37"/>
              </a:solidFill>
              <a:prstDash val="solid"/>
              <a:round/>
              <a:headEnd type="none" w="med" len="med"/>
              <a:tailEnd type="none" w="med" len="med"/>
            </a:ln>
          </p:spPr>
        </p:cxnSp>
        <p:cxnSp>
          <p:nvCxnSpPr>
            <p:cNvPr id="745" name="Google Shape;745;p31"/>
            <p:cNvCxnSpPr/>
            <p:nvPr/>
          </p:nvCxnSpPr>
          <p:spPr>
            <a:xfrm rot="10800000" flipH="1">
              <a:off x="2320861" y="1907271"/>
              <a:ext cx="399000" cy="1500"/>
            </a:xfrm>
            <a:prstGeom prst="straightConnector1">
              <a:avLst/>
            </a:prstGeom>
            <a:noFill/>
            <a:ln w="19050" cap="flat" cmpd="sng">
              <a:solidFill>
                <a:srgbClr val="006B37"/>
              </a:solidFill>
              <a:prstDash val="solid"/>
              <a:round/>
              <a:headEnd type="none" w="med" len="med"/>
              <a:tailEnd type="none" w="med" len="med"/>
            </a:ln>
          </p:spPr>
        </p:cxnSp>
        <p:cxnSp>
          <p:nvCxnSpPr>
            <p:cNvPr id="746" name="Google Shape;746;p31"/>
            <p:cNvCxnSpPr/>
            <p:nvPr/>
          </p:nvCxnSpPr>
          <p:spPr>
            <a:xfrm>
              <a:off x="2418958" y="2002948"/>
              <a:ext cx="0" cy="313200"/>
            </a:xfrm>
            <a:prstGeom prst="straightConnector1">
              <a:avLst/>
            </a:prstGeom>
            <a:noFill/>
            <a:ln w="19050" cap="flat" cmpd="sng">
              <a:solidFill>
                <a:srgbClr val="006B37"/>
              </a:solidFill>
              <a:prstDash val="solid"/>
              <a:round/>
              <a:headEnd type="none" w="med" len="med"/>
              <a:tailEnd type="none" w="med" len="med"/>
            </a:ln>
          </p:spPr>
        </p:cxnSp>
        <p:cxnSp>
          <p:nvCxnSpPr>
            <p:cNvPr id="747" name="Google Shape;747;p31"/>
            <p:cNvCxnSpPr/>
            <p:nvPr/>
          </p:nvCxnSpPr>
          <p:spPr>
            <a:xfrm rot="10800000" flipH="1">
              <a:off x="2418957" y="2002351"/>
              <a:ext cx="202800" cy="600"/>
            </a:xfrm>
            <a:prstGeom prst="straightConnector1">
              <a:avLst/>
            </a:prstGeom>
            <a:noFill/>
            <a:ln w="19050" cap="flat" cmpd="sng">
              <a:solidFill>
                <a:srgbClr val="006B37"/>
              </a:solidFill>
              <a:prstDash val="solid"/>
              <a:round/>
              <a:headEnd type="none" w="med" len="med"/>
              <a:tailEnd type="none" w="med" len="med"/>
            </a:ln>
          </p:spPr>
        </p:cxnSp>
      </p:grpSp>
      <p:grpSp>
        <p:nvGrpSpPr>
          <p:cNvPr id="748" name="Google Shape;748;p31"/>
          <p:cNvGrpSpPr/>
          <p:nvPr/>
        </p:nvGrpSpPr>
        <p:grpSpPr>
          <a:xfrm>
            <a:off x="15578114" y="2968046"/>
            <a:ext cx="511678" cy="586698"/>
            <a:chOff x="14455939" y="2340721"/>
            <a:chExt cx="511678" cy="586698"/>
          </a:xfrm>
        </p:grpSpPr>
        <p:grpSp>
          <p:nvGrpSpPr>
            <p:cNvPr id="749" name="Google Shape;749;p31"/>
            <p:cNvGrpSpPr/>
            <p:nvPr/>
          </p:nvGrpSpPr>
          <p:grpSpPr>
            <a:xfrm rot="10800000">
              <a:off x="14455939" y="2340721"/>
              <a:ext cx="511678" cy="586698"/>
              <a:chOff x="1909300" y="2572225"/>
              <a:chExt cx="1135800" cy="1172692"/>
            </a:xfrm>
          </p:grpSpPr>
          <p:cxnSp>
            <p:nvCxnSpPr>
              <p:cNvPr id="750" name="Google Shape;750;p31"/>
              <p:cNvCxnSpPr/>
              <p:nvPr/>
            </p:nvCxnSpPr>
            <p:spPr>
              <a:xfrm>
                <a:off x="1909310" y="2574917"/>
                <a:ext cx="0" cy="1170000"/>
              </a:xfrm>
              <a:prstGeom prst="straightConnector1">
                <a:avLst/>
              </a:prstGeom>
              <a:noFill/>
              <a:ln w="19050" cap="flat" cmpd="sng">
                <a:solidFill>
                  <a:srgbClr val="006B37"/>
                </a:solidFill>
                <a:prstDash val="solid"/>
                <a:round/>
                <a:headEnd type="none" w="med" len="med"/>
                <a:tailEnd type="none" w="med" len="med"/>
              </a:ln>
            </p:spPr>
          </p:cxnSp>
          <p:cxnSp>
            <p:nvCxnSpPr>
              <p:cNvPr id="751" name="Google Shape;751;p31"/>
              <p:cNvCxnSpPr/>
              <p:nvPr/>
            </p:nvCxnSpPr>
            <p:spPr>
              <a:xfrm rot="10800000" flipH="1">
                <a:off x="1909300" y="2572225"/>
                <a:ext cx="1135800" cy="2700"/>
              </a:xfrm>
              <a:prstGeom prst="straightConnector1">
                <a:avLst/>
              </a:prstGeom>
              <a:noFill/>
              <a:ln w="19050" cap="flat" cmpd="sng">
                <a:solidFill>
                  <a:srgbClr val="006B37"/>
                </a:solidFill>
                <a:prstDash val="solid"/>
                <a:round/>
                <a:headEnd type="none" w="med" len="med"/>
                <a:tailEnd type="none" w="med" len="med"/>
              </a:ln>
            </p:spPr>
          </p:cxnSp>
        </p:grpSp>
        <p:grpSp>
          <p:nvGrpSpPr>
            <p:cNvPr id="752" name="Google Shape;752;p31"/>
            <p:cNvGrpSpPr/>
            <p:nvPr/>
          </p:nvGrpSpPr>
          <p:grpSpPr>
            <a:xfrm rot="10800000">
              <a:off x="14681280" y="2591839"/>
              <a:ext cx="188543" cy="230317"/>
              <a:chOff x="1909300" y="2572225"/>
              <a:chExt cx="1135800" cy="1172692"/>
            </a:xfrm>
          </p:grpSpPr>
          <p:cxnSp>
            <p:nvCxnSpPr>
              <p:cNvPr id="753" name="Google Shape;753;p31"/>
              <p:cNvCxnSpPr/>
              <p:nvPr/>
            </p:nvCxnSpPr>
            <p:spPr>
              <a:xfrm>
                <a:off x="1909310" y="2574917"/>
                <a:ext cx="0" cy="1170000"/>
              </a:xfrm>
              <a:prstGeom prst="straightConnector1">
                <a:avLst/>
              </a:prstGeom>
              <a:noFill/>
              <a:ln w="19050" cap="flat" cmpd="sng">
                <a:solidFill>
                  <a:srgbClr val="006B37"/>
                </a:solidFill>
                <a:prstDash val="solid"/>
                <a:round/>
                <a:headEnd type="none" w="med" len="med"/>
                <a:tailEnd type="none" w="med" len="med"/>
              </a:ln>
            </p:spPr>
          </p:cxnSp>
          <p:cxnSp>
            <p:nvCxnSpPr>
              <p:cNvPr id="754" name="Google Shape;754;p31"/>
              <p:cNvCxnSpPr/>
              <p:nvPr/>
            </p:nvCxnSpPr>
            <p:spPr>
              <a:xfrm rot="10800000" flipH="1">
                <a:off x="1909300" y="2572225"/>
                <a:ext cx="1135800" cy="2700"/>
              </a:xfrm>
              <a:prstGeom prst="straightConnector1">
                <a:avLst/>
              </a:prstGeom>
              <a:noFill/>
              <a:ln w="19050" cap="flat" cmpd="sng">
                <a:solidFill>
                  <a:srgbClr val="006B37"/>
                </a:solidFill>
                <a:prstDash val="solid"/>
                <a:round/>
                <a:headEnd type="none" w="med" len="med"/>
                <a:tailEnd type="none" w="med" len="med"/>
              </a:ln>
            </p:spPr>
          </p:cxnSp>
        </p:grpSp>
      </p:grpSp>
      <p:sp>
        <p:nvSpPr>
          <p:cNvPr id="755" name="Google Shape;755;p31"/>
          <p:cNvSpPr txBox="1"/>
          <p:nvPr/>
        </p:nvSpPr>
        <p:spPr>
          <a:xfrm>
            <a:off x="3080838" y="5163575"/>
            <a:ext cx="3804600" cy="3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Success</a:t>
            </a:r>
            <a:endParaRPr sz="2000">
              <a:solidFill>
                <a:srgbClr val="0000FF"/>
              </a:solidFill>
            </a:endParaRPr>
          </a:p>
        </p:txBody>
      </p:sp>
      <p:sp>
        <p:nvSpPr>
          <p:cNvPr id="756" name="Google Shape;756;p31"/>
          <p:cNvSpPr txBox="1"/>
          <p:nvPr/>
        </p:nvSpPr>
        <p:spPr>
          <a:xfrm>
            <a:off x="4480938" y="5774850"/>
            <a:ext cx="78375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Whether wealth and material possessions are the best measures of success, and what defines a successful person.</a:t>
            </a:r>
            <a:endParaRPr sz="2000">
              <a:solidFill>
                <a:srgbClr val="0000FF"/>
              </a:solidFill>
            </a:endParaRPr>
          </a:p>
        </p:txBody>
      </p:sp>
      <p:sp>
        <p:nvSpPr>
          <p:cNvPr id="757" name="Google Shape;757;p31"/>
          <p:cNvSpPr txBox="1"/>
          <p:nvPr/>
        </p:nvSpPr>
        <p:spPr>
          <a:xfrm>
            <a:off x="3996163" y="6453850"/>
            <a:ext cx="9524100" cy="64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000">
                <a:solidFill>
                  <a:srgbClr val="0000FF"/>
                </a:solidFill>
              </a:rPr>
              <a:t>	1.	Is wealth the best measure of success?</a:t>
            </a:r>
            <a:endParaRPr sz="2000">
              <a:solidFill>
                <a:srgbClr val="0000FF"/>
              </a:solidFill>
            </a:endParaRPr>
          </a:p>
          <a:p>
            <a:pPr marL="0" lvl="0" indent="0" algn="l" rtl="0">
              <a:lnSpc>
                <a:spcPct val="115000"/>
              </a:lnSpc>
              <a:spcBef>
                <a:spcPts val="0"/>
              </a:spcBef>
              <a:spcAft>
                <a:spcPts val="0"/>
              </a:spcAft>
              <a:buNone/>
            </a:pPr>
            <a:r>
              <a:rPr lang="en-US" sz="2000">
                <a:solidFill>
                  <a:srgbClr val="0000FF"/>
                </a:solidFill>
              </a:rPr>
              <a:t>	2.	What factors or qualities make a person successful beyond material wealth</a:t>
            </a:r>
            <a:endParaRPr sz="2000">
              <a:solidFill>
                <a:srgbClr val="0000FF"/>
              </a:solidFill>
            </a:endParaRPr>
          </a:p>
        </p:txBody>
      </p:sp>
      <p:sp>
        <p:nvSpPr>
          <p:cNvPr id="758" name="Google Shape;758;p31"/>
          <p:cNvSpPr txBox="1"/>
          <p:nvPr/>
        </p:nvSpPr>
        <p:spPr>
          <a:xfrm>
            <a:off x="3996179" y="7214350"/>
            <a:ext cx="92187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Success should be evaluated holistically, considering not only wealth but also personal fulfillment, contributions to society, and overall happiness.</a:t>
            </a:r>
            <a:endParaRPr sz="2000">
              <a:solidFill>
                <a:srgbClr val="0000FF"/>
              </a:solidFill>
            </a:endParaRPr>
          </a:p>
        </p:txBody>
      </p:sp>
      <p:sp>
        <p:nvSpPr>
          <p:cNvPr id="759" name="Google Shape;759;p31"/>
          <p:cNvSpPr txBox="1"/>
          <p:nvPr/>
        </p:nvSpPr>
        <p:spPr>
          <a:xfrm>
            <a:off x="13866921" y="5914075"/>
            <a:ext cx="3008700" cy="3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personal fulfillment</a:t>
            </a:r>
            <a:endParaRPr sz="2000">
              <a:solidFill>
                <a:srgbClr val="0000FF"/>
              </a:solidFill>
            </a:endParaRPr>
          </a:p>
        </p:txBody>
      </p:sp>
      <p:sp>
        <p:nvSpPr>
          <p:cNvPr id="760" name="Google Shape;760;p31"/>
          <p:cNvSpPr txBox="1"/>
          <p:nvPr/>
        </p:nvSpPr>
        <p:spPr>
          <a:xfrm>
            <a:off x="13866937" y="6685100"/>
            <a:ext cx="2765400" cy="3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impact on others </a:t>
            </a:r>
            <a:endParaRPr sz="2000">
              <a:solidFill>
                <a:srgbClr val="0000FF"/>
              </a:solidFill>
            </a:endParaRPr>
          </a:p>
        </p:txBody>
      </p:sp>
      <p:sp>
        <p:nvSpPr>
          <p:cNvPr id="761" name="Google Shape;761;p31"/>
          <p:cNvSpPr txBox="1"/>
          <p:nvPr/>
        </p:nvSpPr>
        <p:spPr>
          <a:xfrm>
            <a:off x="13901712" y="7287250"/>
            <a:ext cx="2765400" cy="3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work-life balance</a:t>
            </a:r>
            <a:endParaRPr sz="200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32"/>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pic>
        <p:nvPicPr>
          <p:cNvPr id="767" name="Google Shape;767;p32"/>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68" name="Google Shape;768;p32"/>
          <p:cNvGraphicFramePr/>
          <p:nvPr/>
        </p:nvGraphicFramePr>
        <p:xfrm>
          <a:off x="1259138" y="4818338"/>
          <a:ext cx="3000000" cy="3000000"/>
        </p:xfrm>
        <a:graphic>
          <a:graphicData uri="http://schemas.openxmlformats.org/drawingml/2006/table">
            <a:tbl>
              <a:tblPr>
                <a:noFill/>
                <a:tableStyleId>{8C8B14B2-F8CD-48D2-91BB-BA4C45A4BBF1}</a:tableStyleId>
              </a:tblPr>
              <a:tblGrid>
                <a:gridCol w="12280100">
                  <a:extLst>
                    <a:ext uri="{9D8B030D-6E8A-4147-A177-3AD203B41FA5}">
                      <a16:colId xmlns:a16="http://schemas.microsoft.com/office/drawing/2014/main" val="20000"/>
                    </a:ext>
                  </a:extLst>
                </a:gridCol>
                <a:gridCol w="2995600">
                  <a:extLst>
                    <a:ext uri="{9D8B030D-6E8A-4147-A177-3AD203B41FA5}">
                      <a16:colId xmlns:a16="http://schemas.microsoft.com/office/drawing/2014/main" val="20001"/>
                    </a:ext>
                  </a:extLst>
                </a:gridCol>
              </a:tblGrid>
              <a:tr h="905900">
                <a:tc>
                  <a:txBody>
                    <a:bodyPr/>
                    <a:lstStyle/>
                    <a:p>
                      <a:pPr marL="0" lvl="0" indent="0" algn="l" rtl="0">
                        <a:spcBef>
                          <a:spcPts val="0"/>
                        </a:spcBef>
                        <a:spcAft>
                          <a:spcPts val="0"/>
                        </a:spcAft>
                        <a:buNone/>
                      </a:pPr>
                      <a:r>
                        <a:rPr lang="en-US" sz="2000"/>
                        <a:t>Chủ đề: </a:t>
                      </a:r>
                      <a:endParaRPr sz="2000">
                        <a:solidFill>
                          <a:srgbClr val="0000FF"/>
                        </a:solidFill>
                      </a:endParaRPr>
                    </a:p>
                  </a:txBody>
                  <a:tcPr marL="91425" marR="91425" marT="91425" marB="91425"/>
                </a:tc>
                <a:tc>
                  <a:txBody>
                    <a:bodyPr/>
                    <a:lstStyle/>
                    <a:p>
                      <a:pPr marL="0" lvl="0" indent="0" algn="l" rtl="0">
                        <a:spcBef>
                          <a:spcPts val="0"/>
                        </a:spcBef>
                        <a:spcAft>
                          <a:spcPts val="0"/>
                        </a:spcAft>
                        <a:buNone/>
                      </a:pPr>
                      <a:r>
                        <a:rPr lang="en-US" sz="2000"/>
                        <a:t>Themes</a:t>
                      </a:r>
                      <a:endParaRPr sz="2000"/>
                    </a:p>
                  </a:txBody>
                  <a:tcPr marL="91425" marR="91425" marT="91425" marB="91425"/>
                </a:tc>
                <a:extLst>
                  <a:ext uri="{0D108BD9-81ED-4DB2-BD59-A6C34878D82A}">
                    <a16:rowId xmlns:a16="http://schemas.microsoft.com/office/drawing/2014/main" val="10000"/>
                  </a:ext>
                </a:extLst>
              </a:tr>
              <a:tr h="905900">
                <a:tc>
                  <a:txBody>
                    <a:bodyPr/>
                    <a:lstStyle/>
                    <a:p>
                      <a:pPr marL="0" lvl="0" indent="0" algn="l" rtl="0">
                        <a:spcBef>
                          <a:spcPts val="0"/>
                        </a:spcBef>
                        <a:spcAft>
                          <a:spcPts val="0"/>
                        </a:spcAft>
                        <a:buNone/>
                      </a:pPr>
                      <a:r>
                        <a:rPr lang="en-US" sz="2000"/>
                        <a:t>(Khía cạnh) Tập trung: </a:t>
                      </a:r>
                      <a:endParaRPr sz="2000">
                        <a:solidFill>
                          <a:srgbClr val="0000FF"/>
                        </a:solidFill>
                      </a:endParaRPr>
                    </a:p>
                  </a:txBody>
                  <a:tcPr marL="91425" marR="91425" marT="91425" marB="91425"/>
                </a:tc>
                <a:tc>
                  <a:txBody>
                    <a:bodyPr/>
                    <a:lstStyle/>
                    <a:p>
                      <a:pPr marL="0" lvl="0" indent="0" algn="l" rtl="0">
                        <a:spcBef>
                          <a:spcPts val="0"/>
                        </a:spcBef>
                        <a:spcAft>
                          <a:spcPts val="0"/>
                        </a:spcAft>
                        <a:buNone/>
                      </a:pPr>
                      <a:endParaRPr sz="2000">
                        <a:solidFill>
                          <a:srgbClr val="0000FF"/>
                        </a:solidFill>
                      </a:endParaRPr>
                    </a:p>
                  </a:txBody>
                  <a:tcPr marL="91425" marR="91425" marT="91425" marB="91425"/>
                </a:tc>
                <a:extLst>
                  <a:ext uri="{0D108BD9-81ED-4DB2-BD59-A6C34878D82A}">
                    <a16:rowId xmlns:a16="http://schemas.microsoft.com/office/drawing/2014/main" val="10001"/>
                  </a:ext>
                </a:extLst>
              </a:tr>
              <a:tr h="1032325">
                <a:tc>
                  <a:txBody>
                    <a:bodyPr/>
                    <a:lstStyle/>
                    <a:p>
                      <a:pPr marL="0" lvl="0" indent="0" algn="l" rtl="0">
                        <a:spcBef>
                          <a:spcPts val="0"/>
                        </a:spcBef>
                        <a:spcAft>
                          <a:spcPts val="0"/>
                        </a:spcAft>
                        <a:buNone/>
                      </a:pPr>
                      <a:r>
                        <a:rPr lang="en-US" sz="2000"/>
                        <a:t>Vấn đề cần trả lời: </a:t>
                      </a:r>
                      <a:endParaRPr sz="2000">
                        <a:solidFill>
                          <a:srgbClr val="0000FF"/>
                        </a:solidFill>
                      </a:endParaRPr>
                    </a:p>
                  </a:txBody>
                  <a:tcPr marL="91425" marR="91425" marT="91425" marB="91425"/>
                </a:tc>
                <a:tc>
                  <a:txBody>
                    <a:bodyPr/>
                    <a:lstStyle/>
                    <a:p>
                      <a:pPr marL="0" lvl="0" indent="0" algn="l" rtl="0">
                        <a:spcBef>
                          <a:spcPts val="0"/>
                        </a:spcBef>
                        <a:spcAft>
                          <a:spcPts val="0"/>
                        </a:spcAft>
                        <a:buNone/>
                      </a:pPr>
                      <a:endParaRPr sz="2000">
                        <a:solidFill>
                          <a:srgbClr val="0000FF"/>
                        </a:solidFill>
                      </a:endParaRPr>
                    </a:p>
                  </a:txBody>
                  <a:tcPr marL="91425" marR="91425" marT="91425" marB="91425"/>
                </a:tc>
                <a:extLst>
                  <a:ext uri="{0D108BD9-81ED-4DB2-BD59-A6C34878D82A}">
                    <a16:rowId xmlns:a16="http://schemas.microsoft.com/office/drawing/2014/main" val="10002"/>
                  </a:ext>
                </a:extLst>
              </a:tr>
              <a:tr h="905900">
                <a:tc>
                  <a:txBody>
                    <a:bodyPr/>
                    <a:lstStyle/>
                    <a:p>
                      <a:pPr marL="0" lvl="0" indent="0" algn="l" rtl="0">
                        <a:spcBef>
                          <a:spcPts val="0"/>
                        </a:spcBef>
                        <a:spcAft>
                          <a:spcPts val="0"/>
                        </a:spcAft>
                        <a:buNone/>
                      </a:pPr>
                      <a:r>
                        <a:rPr lang="en-US" sz="2000"/>
                        <a:t>Quan điểm của tôi: </a:t>
                      </a:r>
                      <a:endParaRPr sz="2000">
                        <a:solidFill>
                          <a:srgbClr val="0000FF"/>
                        </a:solidFill>
                      </a:endParaRPr>
                    </a:p>
                  </a:txBody>
                  <a:tcPr marL="91425" marR="91425" marT="91425" marB="91425"/>
                </a:tc>
                <a:tc>
                  <a:txBody>
                    <a:bodyPr/>
                    <a:lstStyle/>
                    <a:p>
                      <a:pPr marL="0" lvl="0" indent="0" algn="l" rtl="0">
                        <a:spcBef>
                          <a:spcPts val="0"/>
                        </a:spcBef>
                        <a:spcAft>
                          <a:spcPts val="0"/>
                        </a:spcAft>
                        <a:buNone/>
                      </a:pPr>
                      <a:endParaRPr sz="2000">
                        <a:solidFill>
                          <a:srgbClr val="0000FF"/>
                        </a:solidFill>
                      </a:endParaRPr>
                    </a:p>
                  </a:txBody>
                  <a:tcPr marL="91425" marR="91425" marT="91425" marB="91425"/>
                </a:tc>
                <a:extLst>
                  <a:ext uri="{0D108BD9-81ED-4DB2-BD59-A6C34878D82A}">
                    <a16:rowId xmlns:a16="http://schemas.microsoft.com/office/drawing/2014/main" val="10003"/>
                  </a:ext>
                </a:extLst>
              </a:tr>
            </a:tbl>
          </a:graphicData>
        </a:graphic>
      </p:graphicFrame>
      <p:sp>
        <p:nvSpPr>
          <p:cNvPr id="769" name="Google Shape;769;p32"/>
          <p:cNvSpPr txBox="1"/>
          <p:nvPr/>
        </p:nvSpPr>
        <p:spPr>
          <a:xfrm>
            <a:off x="1924625" y="633050"/>
            <a:ext cx="13915500" cy="3750000"/>
          </a:xfrm>
          <a:prstGeom prst="rect">
            <a:avLst/>
          </a:prstGeom>
          <a:noFill/>
          <a:ln>
            <a:noFill/>
          </a:ln>
        </p:spPr>
        <p:txBody>
          <a:bodyPr spcFirstLastPara="1" wrap="square" lIns="91425" tIns="91425" rIns="91425" bIns="91425" anchor="ctr" anchorCtr="0">
            <a:noAutofit/>
          </a:bodyPr>
          <a:lstStyle/>
          <a:p>
            <a:pPr marL="0" lvl="0" indent="0" algn="just" rtl="0">
              <a:lnSpc>
                <a:spcPct val="150000"/>
              </a:lnSpc>
              <a:spcBef>
                <a:spcPts val="0"/>
              </a:spcBef>
              <a:spcAft>
                <a:spcPts val="1000"/>
              </a:spcAft>
              <a:buNone/>
            </a:pPr>
            <a:r>
              <a:rPr lang="en-US" sz="2200"/>
              <a:t>Nowadays, the way many people interact with each other has changed because of technology. In what ways has technology affected the types of relationships people make? Has this become a positive or negative development?</a:t>
            </a:r>
            <a:endParaRPr sz="2000"/>
          </a:p>
        </p:txBody>
      </p:sp>
      <p:grpSp>
        <p:nvGrpSpPr>
          <p:cNvPr id="770" name="Google Shape;770;p32"/>
          <p:cNvGrpSpPr/>
          <p:nvPr/>
        </p:nvGrpSpPr>
        <p:grpSpPr>
          <a:xfrm>
            <a:off x="1732347" y="1035009"/>
            <a:ext cx="397364" cy="586796"/>
            <a:chOff x="2320861" y="1907271"/>
            <a:chExt cx="399000" cy="586796"/>
          </a:xfrm>
        </p:grpSpPr>
        <p:cxnSp>
          <p:nvCxnSpPr>
            <p:cNvPr id="771" name="Google Shape;771;p32"/>
            <p:cNvCxnSpPr/>
            <p:nvPr/>
          </p:nvCxnSpPr>
          <p:spPr>
            <a:xfrm>
              <a:off x="2320865" y="1908767"/>
              <a:ext cx="0" cy="585300"/>
            </a:xfrm>
            <a:prstGeom prst="straightConnector1">
              <a:avLst/>
            </a:prstGeom>
            <a:noFill/>
            <a:ln w="19050" cap="flat" cmpd="sng">
              <a:solidFill>
                <a:srgbClr val="006B37"/>
              </a:solidFill>
              <a:prstDash val="solid"/>
              <a:round/>
              <a:headEnd type="none" w="med" len="med"/>
              <a:tailEnd type="none" w="med" len="med"/>
            </a:ln>
          </p:spPr>
        </p:cxnSp>
        <p:cxnSp>
          <p:nvCxnSpPr>
            <p:cNvPr id="772" name="Google Shape;772;p32"/>
            <p:cNvCxnSpPr/>
            <p:nvPr/>
          </p:nvCxnSpPr>
          <p:spPr>
            <a:xfrm rot="10800000" flipH="1">
              <a:off x="2320861" y="1907271"/>
              <a:ext cx="399000" cy="1500"/>
            </a:xfrm>
            <a:prstGeom prst="straightConnector1">
              <a:avLst/>
            </a:prstGeom>
            <a:noFill/>
            <a:ln w="19050" cap="flat" cmpd="sng">
              <a:solidFill>
                <a:srgbClr val="006B37"/>
              </a:solidFill>
              <a:prstDash val="solid"/>
              <a:round/>
              <a:headEnd type="none" w="med" len="med"/>
              <a:tailEnd type="none" w="med" len="med"/>
            </a:ln>
          </p:spPr>
        </p:cxnSp>
        <p:cxnSp>
          <p:nvCxnSpPr>
            <p:cNvPr id="773" name="Google Shape;773;p32"/>
            <p:cNvCxnSpPr/>
            <p:nvPr/>
          </p:nvCxnSpPr>
          <p:spPr>
            <a:xfrm>
              <a:off x="2418958" y="2002948"/>
              <a:ext cx="0" cy="313200"/>
            </a:xfrm>
            <a:prstGeom prst="straightConnector1">
              <a:avLst/>
            </a:prstGeom>
            <a:noFill/>
            <a:ln w="19050" cap="flat" cmpd="sng">
              <a:solidFill>
                <a:srgbClr val="006B37"/>
              </a:solidFill>
              <a:prstDash val="solid"/>
              <a:round/>
              <a:headEnd type="none" w="med" len="med"/>
              <a:tailEnd type="none" w="med" len="med"/>
            </a:ln>
          </p:spPr>
        </p:cxnSp>
        <p:cxnSp>
          <p:nvCxnSpPr>
            <p:cNvPr id="774" name="Google Shape;774;p32"/>
            <p:cNvCxnSpPr/>
            <p:nvPr/>
          </p:nvCxnSpPr>
          <p:spPr>
            <a:xfrm rot="10800000" flipH="1">
              <a:off x="2418957" y="2002351"/>
              <a:ext cx="202800" cy="600"/>
            </a:xfrm>
            <a:prstGeom prst="straightConnector1">
              <a:avLst/>
            </a:prstGeom>
            <a:noFill/>
            <a:ln w="19050" cap="flat" cmpd="sng">
              <a:solidFill>
                <a:srgbClr val="006B37"/>
              </a:solidFill>
              <a:prstDash val="solid"/>
              <a:round/>
              <a:headEnd type="none" w="med" len="med"/>
              <a:tailEnd type="none" w="med" len="med"/>
            </a:ln>
          </p:spPr>
        </p:cxnSp>
      </p:grpSp>
      <p:grpSp>
        <p:nvGrpSpPr>
          <p:cNvPr id="775" name="Google Shape;775;p32"/>
          <p:cNvGrpSpPr/>
          <p:nvPr/>
        </p:nvGrpSpPr>
        <p:grpSpPr>
          <a:xfrm>
            <a:off x="15328439" y="2930871"/>
            <a:ext cx="511678" cy="586698"/>
            <a:chOff x="14455939" y="2340721"/>
            <a:chExt cx="511678" cy="586698"/>
          </a:xfrm>
        </p:grpSpPr>
        <p:grpSp>
          <p:nvGrpSpPr>
            <p:cNvPr id="776" name="Google Shape;776;p32"/>
            <p:cNvGrpSpPr/>
            <p:nvPr/>
          </p:nvGrpSpPr>
          <p:grpSpPr>
            <a:xfrm rot="10800000">
              <a:off x="14455939" y="2340721"/>
              <a:ext cx="511678" cy="586698"/>
              <a:chOff x="1909300" y="2572225"/>
              <a:chExt cx="1135800" cy="1172692"/>
            </a:xfrm>
          </p:grpSpPr>
          <p:cxnSp>
            <p:nvCxnSpPr>
              <p:cNvPr id="777" name="Google Shape;777;p32"/>
              <p:cNvCxnSpPr/>
              <p:nvPr/>
            </p:nvCxnSpPr>
            <p:spPr>
              <a:xfrm>
                <a:off x="1909310" y="2574917"/>
                <a:ext cx="0" cy="1170000"/>
              </a:xfrm>
              <a:prstGeom prst="straightConnector1">
                <a:avLst/>
              </a:prstGeom>
              <a:noFill/>
              <a:ln w="19050" cap="flat" cmpd="sng">
                <a:solidFill>
                  <a:srgbClr val="006B37"/>
                </a:solidFill>
                <a:prstDash val="solid"/>
                <a:round/>
                <a:headEnd type="none" w="med" len="med"/>
                <a:tailEnd type="none" w="med" len="med"/>
              </a:ln>
            </p:spPr>
          </p:cxnSp>
          <p:cxnSp>
            <p:nvCxnSpPr>
              <p:cNvPr id="778" name="Google Shape;778;p32"/>
              <p:cNvCxnSpPr/>
              <p:nvPr/>
            </p:nvCxnSpPr>
            <p:spPr>
              <a:xfrm rot="10800000" flipH="1">
                <a:off x="1909300" y="2572225"/>
                <a:ext cx="1135800" cy="2700"/>
              </a:xfrm>
              <a:prstGeom prst="straightConnector1">
                <a:avLst/>
              </a:prstGeom>
              <a:noFill/>
              <a:ln w="19050" cap="flat" cmpd="sng">
                <a:solidFill>
                  <a:srgbClr val="006B37"/>
                </a:solidFill>
                <a:prstDash val="solid"/>
                <a:round/>
                <a:headEnd type="none" w="med" len="med"/>
                <a:tailEnd type="none" w="med" len="med"/>
              </a:ln>
            </p:spPr>
          </p:cxnSp>
        </p:grpSp>
        <p:grpSp>
          <p:nvGrpSpPr>
            <p:cNvPr id="779" name="Google Shape;779;p32"/>
            <p:cNvGrpSpPr/>
            <p:nvPr/>
          </p:nvGrpSpPr>
          <p:grpSpPr>
            <a:xfrm rot="10800000">
              <a:off x="14681280" y="2591839"/>
              <a:ext cx="188543" cy="230317"/>
              <a:chOff x="1909300" y="2572225"/>
              <a:chExt cx="1135800" cy="1172692"/>
            </a:xfrm>
          </p:grpSpPr>
          <p:cxnSp>
            <p:nvCxnSpPr>
              <p:cNvPr id="780" name="Google Shape;780;p32"/>
              <p:cNvCxnSpPr/>
              <p:nvPr/>
            </p:nvCxnSpPr>
            <p:spPr>
              <a:xfrm>
                <a:off x="1909310" y="2574917"/>
                <a:ext cx="0" cy="1170000"/>
              </a:xfrm>
              <a:prstGeom prst="straightConnector1">
                <a:avLst/>
              </a:prstGeom>
              <a:noFill/>
              <a:ln w="19050" cap="flat" cmpd="sng">
                <a:solidFill>
                  <a:srgbClr val="006B37"/>
                </a:solidFill>
                <a:prstDash val="solid"/>
                <a:round/>
                <a:headEnd type="none" w="med" len="med"/>
                <a:tailEnd type="none" w="med" len="med"/>
              </a:ln>
            </p:spPr>
          </p:cxnSp>
          <p:cxnSp>
            <p:nvCxnSpPr>
              <p:cNvPr id="781" name="Google Shape;781;p32"/>
              <p:cNvCxnSpPr/>
              <p:nvPr/>
            </p:nvCxnSpPr>
            <p:spPr>
              <a:xfrm rot="10800000" flipH="1">
                <a:off x="1909300" y="2572225"/>
                <a:ext cx="1135800" cy="2700"/>
              </a:xfrm>
              <a:prstGeom prst="straightConnector1">
                <a:avLst/>
              </a:prstGeom>
              <a:noFill/>
              <a:ln w="19050" cap="flat" cmpd="sng">
                <a:solidFill>
                  <a:srgbClr val="006B37"/>
                </a:solidFill>
                <a:prstDash val="solid"/>
                <a:round/>
                <a:headEnd type="none" w="med" len="med"/>
                <a:tailEnd type="none" w="med" len="med"/>
              </a:ln>
            </p:spPr>
          </p:cxnSp>
        </p:grpSp>
      </p:grpSp>
      <p:sp>
        <p:nvSpPr>
          <p:cNvPr id="782" name="Google Shape;782;p32"/>
          <p:cNvSpPr txBox="1"/>
          <p:nvPr/>
        </p:nvSpPr>
        <p:spPr>
          <a:xfrm>
            <a:off x="2933875" y="4894550"/>
            <a:ext cx="3804600" cy="3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technology and relationship</a:t>
            </a:r>
            <a:endParaRPr sz="2000">
              <a:solidFill>
                <a:srgbClr val="0000FF"/>
              </a:solidFill>
            </a:endParaRPr>
          </a:p>
        </p:txBody>
      </p:sp>
      <p:sp>
        <p:nvSpPr>
          <p:cNvPr id="783" name="Google Shape;783;p32"/>
          <p:cNvSpPr txBox="1"/>
          <p:nvPr/>
        </p:nvSpPr>
        <p:spPr>
          <a:xfrm>
            <a:off x="4156025" y="5690650"/>
            <a:ext cx="90393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The impact of technology on the nature and quality of human relationships.</a:t>
            </a:r>
            <a:endParaRPr sz="2000">
              <a:solidFill>
                <a:srgbClr val="0000FF"/>
              </a:solidFill>
            </a:endParaRPr>
          </a:p>
        </p:txBody>
      </p:sp>
      <p:sp>
        <p:nvSpPr>
          <p:cNvPr id="784" name="Google Shape;784;p32"/>
          <p:cNvSpPr txBox="1"/>
          <p:nvPr/>
        </p:nvSpPr>
        <p:spPr>
          <a:xfrm>
            <a:off x="3734200" y="6598250"/>
            <a:ext cx="9918300" cy="64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000">
                <a:solidFill>
                  <a:srgbClr val="0000FF"/>
                </a:solidFill>
              </a:rPr>
              <a:t>	1.	How has technology changed the types of relationships people form today?</a:t>
            </a:r>
            <a:endParaRPr sz="2000">
              <a:solidFill>
                <a:srgbClr val="0000FF"/>
              </a:solidFill>
            </a:endParaRPr>
          </a:p>
          <a:p>
            <a:pPr marL="0" lvl="0" indent="0" algn="l" rtl="0">
              <a:lnSpc>
                <a:spcPct val="115000"/>
              </a:lnSpc>
              <a:spcBef>
                <a:spcPts val="0"/>
              </a:spcBef>
              <a:spcAft>
                <a:spcPts val="0"/>
              </a:spcAft>
              <a:buNone/>
            </a:pPr>
            <a:r>
              <a:rPr lang="en-US" sz="2000">
                <a:solidFill>
                  <a:srgbClr val="0000FF"/>
                </a:solidFill>
              </a:rPr>
              <a:t>	2.	Has this change been positive or negative overall?</a:t>
            </a:r>
            <a:endParaRPr sz="2000">
              <a:solidFill>
                <a:srgbClr val="0000FF"/>
              </a:solidFill>
            </a:endParaRPr>
          </a:p>
        </p:txBody>
      </p:sp>
      <p:sp>
        <p:nvSpPr>
          <p:cNvPr id="785" name="Google Shape;785;p32"/>
          <p:cNvSpPr txBox="1"/>
          <p:nvPr/>
        </p:nvSpPr>
        <p:spPr>
          <a:xfrm>
            <a:off x="4128450" y="7663550"/>
            <a:ext cx="92763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Technology has significantly transformed how people connect, offering both positive and negative effects on relationships, depending on how it is used.</a:t>
            </a:r>
            <a:endParaRPr sz="2000">
              <a:solidFill>
                <a:srgbClr val="0000FF"/>
              </a:solidFill>
            </a:endParaRPr>
          </a:p>
        </p:txBody>
      </p:sp>
      <p:sp>
        <p:nvSpPr>
          <p:cNvPr id="786" name="Google Shape;786;p32"/>
          <p:cNvSpPr txBox="1"/>
          <p:nvPr/>
        </p:nvSpPr>
        <p:spPr>
          <a:xfrm>
            <a:off x="13846828" y="5906075"/>
            <a:ext cx="2346600" cy="3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global connectivity</a:t>
            </a:r>
            <a:endParaRPr sz="2000">
              <a:solidFill>
                <a:srgbClr val="0000FF"/>
              </a:solidFill>
            </a:endParaRPr>
          </a:p>
        </p:txBody>
      </p:sp>
      <p:sp>
        <p:nvSpPr>
          <p:cNvPr id="787" name="Google Shape;787;p32"/>
          <p:cNvSpPr txBox="1"/>
          <p:nvPr/>
        </p:nvSpPr>
        <p:spPr>
          <a:xfrm>
            <a:off x="13694425" y="6829500"/>
            <a:ext cx="3245700" cy="3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ways of communication</a:t>
            </a:r>
            <a:endParaRPr sz="2000">
              <a:solidFill>
                <a:srgbClr val="0000FF"/>
              </a:solidFill>
            </a:endParaRPr>
          </a:p>
        </p:txBody>
      </p:sp>
      <p:sp>
        <p:nvSpPr>
          <p:cNvPr id="788" name="Google Shape;788;p32"/>
          <p:cNvSpPr txBox="1"/>
          <p:nvPr/>
        </p:nvSpPr>
        <p:spPr>
          <a:xfrm>
            <a:off x="13729199" y="7888850"/>
            <a:ext cx="2765400" cy="34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rgbClr val="0000FF"/>
                </a:solidFill>
              </a:rPr>
              <a:t>impact on personal life </a:t>
            </a:r>
            <a:endParaRPr sz="200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33"/>
          <p:cNvSpPr/>
          <p:nvPr/>
        </p:nvSpPr>
        <p:spPr>
          <a:xfrm>
            <a:off x="8200450" y="9517200"/>
            <a:ext cx="2235000" cy="771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794" name="Google Shape;794;p33"/>
          <p:cNvSpPr txBox="1"/>
          <p:nvPr/>
        </p:nvSpPr>
        <p:spPr>
          <a:xfrm>
            <a:off x="4366225" y="3467950"/>
            <a:ext cx="10573800" cy="1421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7000">
                <a:solidFill>
                  <a:schemeClr val="dk1"/>
                </a:solidFill>
                <a:latin typeface="Montserrat Medium"/>
                <a:ea typeface="Montserrat Medium"/>
                <a:cs typeface="Montserrat Medium"/>
                <a:sym typeface="Montserrat Medium"/>
              </a:rPr>
              <a:t>LẬP DÀN Ý</a:t>
            </a:r>
            <a:endParaRPr sz="7000">
              <a:solidFill>
                <a:schemeClr val="dk1"/>
              </a:solidFill>
              <a:latin typeface="Montserrat Medium"/>
              <a:ea typeface="Montserrat Medium"/>
              <a:cs typeface="Montserrat Medium"/>
              <a:sym typeface="Montserrat Medium"/>
            </a:endParaRPr>
          </a:p>
        </p:txBody>
      </p:sp>
      <p:sp>
        <p:nvSpPr>
          <p:cNvPr id="795" name="Google Shape;795;p33"/>
          <p:cNvSpPr txBox="1"/>
          <p:nvPr/>
        </p:nvSpPr>
        <p:spPr>
          <a:xfrm>
            <a:off x="8657650" y="29575"/>
            <a:ext cx="1836900" cy="1833000"/>
          </a:xfrm>
          <a:prstGeom prst="rect">
            <a:avLst/>
          </a:prstGeom>
          <a:solidFill>
            <a:srgbClr val="006B3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0">
                <a:solidFill>
                  <a:schemeClr val="lt1"/>
                </a:solidFill>
                <a:latin typeface="Montserrat Medium"/>
                <a:ea typeface="Montserrat Medium"/>
                <a:cs typeface="Montserrat Medium"/>
                <a:sym typeface="Montserrat Medium"/>
              </a:rPr>
              <a:t>03</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34"/>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pic>
        <p:nvPicPr>
          <p:cNvPr id="801" name="Google Shape;801;p34"/>
          <p:cNvPicPr preferRelativeResize="0"/>
          <p:nvPr/>
        </p:nvPicPr>
        <p:blipFill>
          <a:blip r:embed="rId4">
            <a:alphaModFix/>
          </a:blip>
          <a:stretch>
            <a:fillRect/>
          </a:stretch>
        </p:blipFill>
        <p:spPr>
          <a:xfrm>
            <a:off x="16875600" y="0"/>
            <a:ext cx="1281499" cy="1281499"/>
          </a:xfrm>
          <a:prstGeom prst="rect">
            <a:avLst/>
          </a:prstGeom>
          <a:noFill/>
          <a:ln>
            <a:noFill/>
          </a:ln>
        </p:spPr>
      </p:pic>
      <p:sp>
        <p:nvSpPr>
          <p:cNvPr id="802" name="Google Shape;802;p34"/>
          <p:cNvSpPr txBox="1"/>
          <p:nvPr/>
        </p:nvSpPr>
        <p:spPr>
          <a:xfrm>
            <a:off x="2377950" y="1140825"/>
            <a:ext cx="13522500" cy="8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800">
                <a:solidFill>
                  <a:srgbClr val="085630"/>
                </a:solidFill>
                <a:latin typeface="Roboto Medium"/>
                <a:ea typeface="Roboto Medium"/>
                <a:cs typeface="Roboto Medium"/>
                <a:sym typeface="Roboto Medium"/>
              </a:rPr>
              <a:t>CÁC BƯỚC LẬP DÀN Ý CHO BÀI LUẬN DIRECT QUESTION</a:t>
            </a:r>
            <a:endParaRPr sz="3800">
              <a:solidFill>
                <a:srgbClr val="085630"/>
              </a:solidFill>
              <a:latin typeface="Roboto Medium"/>
              <a:ea typeface="Roboto Medium"/>
              <a:cs typeface="Roboto Medium"/>
              <a:sym typeface="Roboto Medium"/>
            </a:endParaRPr>
          </a:p>
        </p:txBody>
      </p:sp>
      <p:graphicFrame>
        <p:nvGraphicFramePr>
          <p:cNvPr id="803" name="Google Shape;803;p34"/>
          <p:cNvGraphicFramePr/>
          <p:nvPr/>
        </p:nvGraphicFramePr>
        <p:xfrm>
          <a:off x="1380525" y="2369213"/>
          <a:ext cx="3000000" cy="3000000"/>
        </p:xfrm>
        <a:graphic>
          <a:graphicData uri="http://schemas.openxmlformats.org/drawingml/2006/table">
            <a:tbl>
              <a:tblPr>
                <a:noFill/>
                <a:tableStyleId>{8C8B14B2-F8CD-48D2-91BB-BA4C45A4BBF1}</a:tableStyleId>
              </a:tblPr>
              <a:tblGrid>
                <a:gridCol w="4224925">
                  <a:extLst>
                    <a:ext uri="{9D8B030D-6E8A-4147-A177-3AD203B41FA5}">
                      <a16:colId xmlns:a16="http://schemas.microsoft.com/office/drawing/2014/main" val="20000"/>
                    </a:ext>
                  </a:extLst>
                </a:gridCol>
                <a:gridCol w="11730050">
                  <a:extLst>
                    <a:ext uri="{9D8B030D-6E8A-4147-A177-3AD203B41FA5}">
                      <a16:colId xmlns:a16="http://schemas.microsoft.com/office/drawing/2014/main" val="20001"/>
                    </a:ext>
                  </a:extLst>
                </a:gridCol>
              </a:tblGrid>
              <a:tr h="935225">
                <a:tc>
                  <a:txBody>
                    <a:bodyPr/>
                    <a:lstStyle/>
                    <a:p>
                      <a:pPr marL="0" lvl="0" indent="0" algn="l" rtl="0">
                        <a:spcBef>
                          <a:spcPts val="0"/>
                        </a:spcBef>
                        <a:spcAft>
                          <a:spcPts val="0"/>
                        </a:spcAft>
                        <a:buNone/>
                      </a:pPr>
                      <a:r>
                        <a:rPr lang="en-US" sz="2000"/>
                        <a:t>Phân tích đề và xác định các yếu tố</a:t>
                      </a:r>
                      <a:endParaRPr sz="2000"/>
                    </a:p>
                  </a:txBody>
                  <a:tcPr marL="91425" marR="91425" marT="91425" marB="91425" anchor="ctr"/>
                </a:tc>
                <a:tc>
                  <a:txBody>
                    <a:bodyPr/>
                    <a:lstStyle/>
                    <a:p>
                      <a:pPr marL="457200" lvl="0" indent="-355600" algn="l" rtl="0">
                        <a:lnSpc>
                          <a:spcPct val="150000"/>
                        </a:lnSpc>
                        <a:spcBef>
                          <a:spcPts val="0"/>
                        </a:spcBef>
                        <a:spcAft>
                          <a:spcPts val="0"/>
                        </a:spcAft>
                        <a:buSzPts val="2000"/>
                        <a:buChar char="●"/>
                      </a:pPr>
                      <a:r>
                        <a:rPr lang="en-US" sz="2000"/>
                        <a:t>Chủ đề chung (general topic)</a:t>
                      </a:r>
                      <a:endParaRPr sz="2000"/>
                    </a:p>
                    <a:p>
                      <a:pPr marL="457200" lvl="0" indent="-355600" algn="l" rtl="0">
                        <a:lnSpc>
                          <a:spcPct val="150000"/>
                        </a:lnSpc>
                        <a:spcBef>
                          <a:spcPts val="0"/>
                        </a:spcBef>
                        <a:spcAft>
                          <a:spcPts val="0"/>
                        </a:spcAft>
                        <a:buSzPts val="2000"/>
                        <a:buChar char="●"/>
                      </a:pPr>
                      <a:r>
                        <a:rPr lang="en-US" sz="2000"/>
                        <a:t>Khía cạnh đề bài tập trung vào (Focus): ai/điều gì mà chủ đề ảnh hướng tới</a:t>
                      </a:r>
                      <a:endParaRPr sz="2000"/>
                    </a:p>
                    <a:p>
                      <a:pPr marL="457200" lvl="0" indent="-355600" algn="l" rtl="0">
                        <a:lnSpc>
                          <a:spcPct val="150000"/>
                        </a:lnSpc>
                        <a:spcBef>
                          <a:spcPts val="0"/>
                        </a:spcBef>
                        <a:spcAft>
                          <a:spcPts val="0"/>
                        </a:spcAft>
                        <a:buSzPts val="2000"/>
                        <a:buChar char="●"/>
                      </a:pPr>
                      <a:r>
                        <a:rPr lang="en-US" sz="2000"/>
                        <a:t>Vấn đề cần trả lời: xác định câu hỏi mà đề bài đưa ra</a:t>
                      </a:r>
                      <a:endParaRPr sz="2000"/>
                    </a:p>
                    <a:p>
                      <a:pPr marL="457200" lvl="0" indent="-355600" algn="l" rtl="0">
                        <a:lnSpc>
                          <a:spcPct val="150000"/>
                        </a:lnSpc>
                        <a:spcBef>
                          <a:spcPts val="0"/>
                        </a:spcBef>
                        <a:spcAft>
                          <a:spcPts val="0"/>
                        </a:spcAft>
                        <a:buSzPts val="2000"/>
                        <a:buChar char="●"/>
                      </a:pPr>
                      <a:r>
                        <a:rPr lang="en-US" sz="2000"/>
                        <a:t>Quan điểm của tôi: trả lời câu hỏi đề bài đưa ra</a:t>
                      </a:r>
                      <a:endParaRPr sz="2000"/>
                    </a:p>
                  </a:txBody>
                  <a:tcPr marL="91425" marR="91425" marT="91425" marB="91425"/>
                </a:tc>
                <a:extLst>
                  <a:ext uri="{0D108BD9-81ED-4DB2-BD59-A6C34878D82A}">
                    <a16:rowId xmlns:a16="http://schemas.microsoft.com/office/drawing/2014/main" val="10000"/>
                  </a:ext>
                </a:extLst>
              </a:tr>
              <a:tr h="1012550">
                <a:tc>
                  <a:txBody>
                    <a:bodyPr/>
                    <a:lstStyle/>
                    <a:p>
                      <a:pPr marL="0" lvl="0" indent="0" algn="l" rtl="0">
                        <a:spcBef>
                          <a:spcPts val="0"/>
                        </a:spcBef>
                        <a:spcAft>
                          <a:spcPts val="0"/>
                        </a:spcAft>
                        <a:buNone/>
                      </a:pPr>
                      <a:r>
                        <a:rPr lang="en-US" sz="2000"/>
                        <a:t>Các nguyên nhân của vấn đề</a:t>
                      </a:r>
                      <a:endParaRPr sz="2000"/>
                    </a:p>
                  </a:txBody>
                  <a:tcPr marL="91425" marR="91425" marT="91425" marB="91425" anchor="ctr"/>
                </a:tc>
                <a:tc>
                  <a:txBody>
                    <a:bodyPr/>
                    <a:lstStyle/>
                    <a:p>
                      <a:pPr marL="457200" lvl="0" indent="-355600" algn="l" rtl="0">
                        <a:lnSpc>
                          <a:spcPct val="150000"/>
                        </a:lnSpc>
                        <a:spcBef>
                          <a:spcPts val="0"/>
                        </a:spcBef>
                        <a:spcAft>
                          <a:spcPts val="0"/>
                        </a:spcAft>
                        <a:buSzPts val="2000"/>
                        <a:buChar char="●"/>
                      </a:pPr>
                      <a:r>
                        <a:rPr lang="en-US" sz="2000"/>
                        <a:t>Xác định 1-3 nguyên nhân: liệt kê nguyên nhân, lập luận (giải thích, so sánh hoặc ví dụ có liên quan)</a:t>
                      </a:r>
                      <a:endParaRPr sz="2000"/>
                    </a:p>
                  </a:txBody>
                  <a:tcPr marL="91425" marR="91425" marT="91425" marB="91425" anchor="ctr"/>
                </a:tc>
                <a:extLst>
                  <a:ext uri="{0D108BD9-81ED-4DB2-BD59-A6C34878D82A}">
                    <a16:rowId xmlns:a16="http://schemas.microsoft.com/office/drawing/2014/main" val="10001"/>
                  </a:ext>
                </a:extLst>
              </a:tr>
              <a:tr h="1016625">
                <a:tc>
                  <a:txBody>
                    <a:bodyPr/>
                    <a:lstStyle/>
                    <a:p>
                      <a:pPr marL="0" lvl="0" indent="0" algn="l" rtl="0">
                        <a:spcBef>
                          <a:spcPts val="0"/>
                        </a:spcBef>
                        <a:spcAft>
                          <a:spcPts val="0"/>
                        </a:spcAft>
                        <a:buNone/>
                      </a:pPr>
                      <a:r>
                        <a:rPr lang="en-US" sz="2000"/>
                        <a:t>Các giải pháp cho vấn đề</a:t>
                      </a:r>
                      <a:endParaRPr sz="2000"/>
                    </a:p>
                  </a:txBody>
                  <a:tcPr marL="91425" marR="91425" marT="91425" marB="91425" anchor="ctr"/>
                </a:tc>
                <a:tc>
                  <a:txBody>
                    <a:bodyPr/>
                    <a:lstStyle/>
                    <a:p>
                      <a:pPr marL="457200" lvl="0" indent="-355600" algn="l" rtl="0">
                        <a:lnSpc>
                          <a:spcPct val="150000"/>
                        </a:lnSpc>
                        <a:spcBef>
                          <a:spcPts val="0"/>
                        </a:spcBef>
                        <a:spcAft>
                          <a:spcPts val="0"/>
                        </a:spcAft>
                        <a:buSzPts val="2000"/>
                        <a:buChar char="●"/>
                      </a:pPr>
                      <a:r>
                        <a:rPr lang="en-US" sz="2000"/>
                        <a:t>Xác định 1-2 giải pháp: liệt kê giải pháp, lập luận (giải thích, so sánh hoặc ví dụ có liên quan)</a:t>
                      </a:r>
                      <a:endParaRPr sz="2000"/>
                    </a:p>
                  </a:txBody>
                  <a:tcPr marL="91425" marR="91425" marT="91425" marB="91425" anchor="ctr"/>
                </a:tc>
                <a:extLst>
                  <a:ext uri="{0D108BD9-81ED-4DB2-BD59-A6C34878D82A}">
                    <a16:rowId xmlns:a16="http://schemas.microsoft.com/office/drawing/2014/main" val="10002"/>
                  </a:ext>
                </a:extLst>
              </a:tr>
              <a:tr h="1000425">
                <a:tc>
                  <a:txBody>
                    <a:bodyPr/>
                    <a:lstStyle/>
                    <a:p>
                      <a:pPr marL="0" lvl="0" indent="0" algn="l" rtl="0">
                        <a:spcBef>
                          <a:spcPts val="0"/>
                        </a:spcBef>
                        <a:spcAft>
                          <a:spcPts val="0"/>
                        </a:spcAft>
                        <a:buNone/>
                      </a:pPr>
                      <a:r>
                        <a:rPr lang="en-US" sz="2000"/>
                        <a:t>Đưa ra quan điểm của bản thân</a:t>
                      </a:r>
                      <a:endParaRPr sz="2000"/>
                    </a:p>
                  </a:txBody>
                  <a:tcPr marL="91425" marR="91425" marT="91425" marB="91425" anchor="ctr"/>
                </a:tc>
                <a:tc>
                  <a:txBody>
                    <a:bodyPr/>
                    <a:lstStyle/>
                    <a:p>
                      <a:pPr marL="457200" lvl="0" indent="-355600" algn="l" rtl="0">
                        <a:lnSpc>
                          <a:spcPct val="150000"/>
                        </a:lnSpc>
                        <a:spcBef>
                          <a:spcPts val="0"/>
                        </a:spcBef>
                        <a:spcAft>
                          <a:spcPts val="0"/>
                        </a:spcAft>
                        <a:buSzPts val="2000"/>
                        <a:buChar char="●"/>
                      </a:pPr>
                      <a:r>
                        <a:rPr lang="en-US" sz="2000"/>
                        <a:t>Dựa vào phần liệt kê luận điểm để kết luận ý kiến, nhận xét của bản thân</a:t>
                      </a:r>
                      <a:endParaRPr/>
                    </a:p>
                  </a:txBody>
                  <a:tcPr marL="91425" marR="91425" marT="91425" marB="914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pic>
        <p:nvPicPr>
          <p:cNvPr id="808" name="Google Shape;808;p35"/>
          <p:cNvPicPr preferRelativeResize="0"/>
          <p:nvPr/>
        </p:nvPicPr>
        <p:blipFill>
          <a:blip r:embed="rId3">
            <a:alphaModFix/>
          </a:blip>
          <a:stretch>
            <a:fillRect/>
          </a:stretch>
        </p:blipFill>
        <p:spPr>
          <a:xfrm>
            <a:off x="16875600" y="0"/>
            <a:ext cx="1281499" cy="1281499"/>
          </a:xfrm>
          <a:prstGeom prst="rect">
            <a:avLst/>
          </a:prstGeom>
          <a:noFill/>
          <a:ln>
            <a:noFill/>
          </a:ln>
        </p:spPr>
      </p:pic>
      <p:graphicFrame>
        <p:nvGraphicFramePr>
          <p:cNvPr id="809" name="Google Shape;809;p35"/>
          <p:cNvGraphicFramePr/>
          <p:nvPr/>
        </p:nvGraphicFramePr>
        <p:xfrm>
          <a:off x="347025" y="926675"/>
          <a:ext cx="3000000" cy="3000000"/>
        </p:xfrm>
        <a:graphic>
          <a:graphicData uri="http://schemas.openxmlformats.org/drawingml/2006/table">
            <a:tbl>
              <a:tblPr>
                <a:noFill/>
                <a:tableStyleId>{8C8B14B2-F8CD-48D2-91BB-BA4C45A4BBF1}</a:tableStyleId>
              </a:tblPr>
              <a:tblGrid>
                <a:gridCol w="3767125">
                  <a:extLst>
                    <a:ext uri="{9D8B030D-6E8A-4147-A177-3AD203B41FA5}">
                      <a16:colId xmlns:a16="http://schemas.microsoft.com/office/drawing/2014/main" val="20000"/>
                    </a:ext>
                  </a:extLst>
                </a:gridCol>
                <a:gridCol w="5455550">
                  <a:extLst>
                    <a:ext uri="{9D8B030D-6E8A-4147-A177-3AD203B41FA5}">
                      <a16:colId xmlns:a16="http://schemas.microsoft.com/office/drawing/2014/main" val="20001"/>
                    </a:ext>
                  </a:extLst>
                </a:gridCol>
                <a:gridCol w="4034700">
                  <a:extLst>
                    <a:ext uri="{9D8B030D-6E8A-4147-A177-3AD203B41FA5}">
                      <a16:colId xmlns:a16="http://schemas.microsoft.com/office/drawing/2014/main" val="20002"/>
                    </a:ext>
                  </a:extLst>
                </a:gridCol>
                <a:gridCol w="4037025">
                  <a:extLst>
                    <a:ext uri="{9D8B030D-6E8A-4147-A177-3AD203B41FA5}">
                      <a16:colId xmlns:a16="http://schemas.microsoft.com/office/drawing/2014/main" val="20003"/>
                    </a:ext>
                  </a:extLst>
                </a:gridCol>
              </a:tblGrid>
              <a:tr h="381000">
                <a:tc gridSpan="4">
                  <a:txBody>
                    <a:bodyPr/>
                    <a:lstStyle/>
                    <a:p>
                      <a:pPr marL="0" lvl="0" indent="0" algn="ctr" rtl="0">
                        <a:spcBef>
                          <a:spcPts val="0"/>
                        </a:spcBef>
                        <a:spcAft>
                          <a:spcPts val="0"/>
                        </a:spcAft>
                        <a:buNone/>
                      </a:pPr>
                      <a:r>
                        <a:rPr lang="en-US" sz="1800" b="1"/>
                        <a:t>ESSAY PLANNER</a:t>
                      </a:r>
                      <a:endParaRPr sz="1800" b="1"/>
                    </a:p>
                  </a:txBody>
                  <a:tcPr marL="91425" marR="91425" marT="91425" marB="91425"/>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0"/>
                  </a:ext>
                </a:extLst>
              </a:tr>
              <a:tr h="457775">
                <a:tc gridSpan="3">
                  <a:txBody>
                    <a:bodyPr/>
                    <a:lstStyle/>
                    <a:p>
                      <a:pPr marL="0" lvl="0" indent="0" algn="l" rtl="0">
                        <a:lnSpc>
                          <a:spcPct val="100000"/>
                        </a:lnSpc>
                        <a:spcBef>
                          <a:spcPts val="0"/>
                        </a:spcBef>
                        <a:spcAft>
                          <a:spcPts val="0"/>
                        </a:spcAft>
                        <a:buNone/>
                      </a:pPr>
                      <a:r>
                        <a:rPr lang="en-US" sz="1800" b="1"/>
                        <a:t>Introduction</a:t>
                      </a:r>
                      <a:endParaRPr sz="1800" b="1"/>
                    </a:p>
                  </a:txBody>
                  <a:tcPr marL="91425" marR="91425" marT="91425" marB="91425">
                    <a:lnB w="9525" cap="flat" cmpd="sng">
                      <a:solidFill>
                        <a:srgbClr val="9E9E9E">
                          <a:alpha val="0"/>
                        </a:srgbClr>
                      </a:solidFill>
                      <a:prstDash val="solid"/>
                      <a:round/>
                      <a:headEnd type="none" w="sm" len="sm"/>
                      <a:tailEnd type="none" w="sm" len="sm"/>
                    </a:lnB>
                  </a:tcPr>
                </a:tc>
                <a:tc hMerge="1">
                  <a:txBody>
                    <a:bodyPr/>
                    <a:lstStyle/>
                    <a:p>
                      <a:endParaRPr lang="en-VN"/>
                    </a:p>
                  </a:txBody>
                  <a:tcPr/>
                </a:tc>
                <a:tc hMerge="1">
                  <a:txBody>
                    <a:bodyPr/>
                    <a:lstStyle/>
                    <a:p>
                      <a:endParaRPr lang="en-VN"/>
                    </a:p>
                  </a:txBody>
                  <a:tcPr/>
                </a:tc>
                <a:tc>
                  <a:txBody>
                    <a:bodyPr/>
                    <a:lstStyle/>
                    <a:p>
                      <a:pPr marL="0" lvl="0" indent="0" algn="l" rtl="0">
                        <a:lnSpc>
                          <a:spcPct val="150000"/>
                        </a:lnSpc>
                        <a:spcBef>
                          <a:spcPts val="0"/>
                        </a:spcBef>
                        <a:spcAft>
                          <a:spcPts val="0"/>
                        </a:spcAft>
                        <a:buNone/>
                      </a:pPr>
                      <a:r>
                        <a:rPr lang="en-US" sz="2500"/>
                        <a:t>Themes</a:t>
                      </a:r>
                      <a:endParaRPr sz="2500"/>
                    </a:p>
                  </a:txBody>
                  <a:tcPr marL="91425" marR="91425" marT="91425" marB="91425">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81000">
                <a:tc gridSpan="3">
                  <a:txBody>
                    <a:bodyPr/>
                    <a:lstStyle/>
                    <a:p>
                      <a:pPr marL="0" lvl="0" indent="0" algn="l" rtl="0">
                        <a:lnSpc>
                          <a:spcPct val="150000"/>
                        </a:lnSpc>
                        <a:spcBef>
                          <a:spcPts val="0"/>
                        </a:spcBef>
                        <a:spcAft>
                          <a:spcPts val="0"/>
                        </a:spcAft>
                        <a:buNone/>
                      </a:pPr>
                      <a:r>
                        <a:rPr lang="en-US" sz="1800"/>
                        <a:t>General topic: </a:t>
                      </a:r>
                      <a:r>
                        <a:rPr lang="en-US" sz="2000">
                          <a:solidFill>
                            <a:srgbClr val="0000FF"/>
                          </a:solidFill>
                        </a:rPr>
                        <a:t>success </a:t>
                      </a:r>
                      <a:endParaRPr sz="1800">
                        <a:solidFill>
                          <a:srgbClr val="0000FF"/>
                        </a:solidFill>
                      </a:endParaRPr>
                    </a:p>
                    <a:p>
                      <a:pPr marL="0" lvl="0" indent="0" algn="l" rtl="0">
                        <a:lnSpc>
                          <a:spcPct val="150000"/>
                        </a:lnSpc>
                        <a:spcBef>
                          <a:spcPts val="0"/>
                        </a:spcBef>
                        <a:spcAft>
                          <a:spcPts val="0"/>
                        </a:spcAft>
                        <a:buNone/>
                      </a:pPr>
                      <a:r>
                        <a:rPr lang="en-US" sz="1800"/>
                        <a:t>Focus: </a:t>
                      </a:r>
                      <a:r>
                        <a:rPr lang="en-US" sz="2000">
                          <a:solidFill>
                            <a:srgbClr val="0000FF"/>
                          </a:solidFill>
                        </a:rPr>
                        <a:t>Whether wealth and material possessions are the best measures of success, and what defines a successful person.</a:t>
                      </a:r>
                      <a:endParaRPr sz="2000">
                        <a:solidFill>
                          <a:srgbClr val="0000FF"/>
                        </a:solidFill>
                      </a:endParaRPr>
                    </a:p>
                  </a:txBody>
                  <a:tcPr marL="91425" marR="91425" marT="91425" marB="91425">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VN"/>
                    </a:p>
                  </a:txBody>
                  <a:tcPr/>
                </a:tc>
                <a:tc hMerge="1">
                  <a:txBody>
                    <a:bodyPr/>
                    <a:lstStyle/>
                    <a:p>
                      <a:endParaRPr lang="en-VN"/>
                    </a:p>
                  </a:txBody>
                  <a:tcPr/>
                </a:tc>
                <a:tc rowSpan="3">
                  <a:txBody>
                    <a:bodyPr/>
                    <a:lstStyle/>
                    <a:p>
                      <a:pPr marL="457200" lvl="0" indent="-342900" algn="l" rtl="0">
                        <a:spcBef>
                          <a:spcPts val="0"/>
                        </a:spcBef>
                        <a:spcAft>
                          <a:spcPts val="0"/>
                        </a:spcAft>
                        <a:buClr>
                          <a:srgbClr val="0000FF"/>
                        </a:buClr>
                        <a:buSzPts val="1800"/>
                        <a:buChar char="●"/>
                      </a:pPr>
                      <a:r>
                        <a:rPr lang="en-US" sz="2000">
                          <a:solidFill>
                            <a:srgbClr val="0000FF"/>
                          </a:solidFill>
                        </a:rPr>
                        <a:t>personal fulfillment</a:t>
                      </a:r>
                      <a:endParaRPr sz="2000">
                        <a:solidFill>
                          <a:srgbClr val="0000FF"/>
                        </a:solidFill>
                      </a:endParaRPr>
                    </a:p>
                    <a:p>
                      <a:pPr marL="457200" lvl="0" indent="-342900" algn="l" rtl="0">
                        <a:spcBef>
                          <a:spcPts val="0"/>
                        </a:spcBef>
                        <a:spcAft>
                          <a:spcPts val="0"/>
                        </a:spcAft>
                        <a:buClr>
                          <a:srgbClr val="0000FF"/>
                        </a:buClr>
                        <a:buSzPts val="1800"/>
                        <a:buChar char="●"/>
                      </a:pPr>
                      <a:r>
                        <a:rPr lang="en-US" sz="2000">
                          <a:solidFill>
                            <a:srgbClr val="0000FF"/>
                          </a:solidFill>
                        </a:rPr>
                        <a:t>impact on others </a:t>
                      </a:r>
                      <a:endParaRPr sz="2000">
                        <a:solidFill>
                          <a:srgbClr val="0000FF"/>
                        </a:solidFill>
                      </a:endParaRPr>
                    </a:p>
                    <a:p>
                      <a:pPr marL="457200" lvl="0" indent="-342900" algn="l" rtl="0">
                        <a:spcBef>
                          <a:spcPts val="0"/>
                        </a:spcBef>
                        <a:spcAft>
                          <a:spcPts val="0"/>
                        </a:spcAft>
                        <a:buClr>
                          <a:srgbClr val="0000FF"/>
                        </a:buClr>
                        <a:buSzPts val="1800"/>
                        <a:buChar char="●"/>
                      </a:pPr>
                      <a:r>
                        <a:rPr lang="en-US" sz="2000">
                          <a:solidFill>
                            <a:srgbClr val="0000FF"/>
                          </a:solidFill>
                        </a:rPr>
                        <a:t>impact on personal life </a:t>
                      </a:r>
                      <a:endParaRPr sz="1800">
                        <a:solidFill>
                          <a:srgbClr val="0000FF"/>
                        </a:solidFill>
                      </a:endParaRPr>
                    </a:p>
                  </a:txBody>
                  <a:tcPr marL="91425" marR="91425" marT="91425" marB="91425">
                    <a:lnT w="9525" cap="flat" cmpd="sng">
                      <a:solidFill>
                        <a:srgbClr val="9E9E9E">
                          <a:alpha val="0"/>
                        </a:srgbClr>
                      </a:solidFill>
                      <a:prstDash val="solid"/>
                      <a:round/>
                      <a:headEnd type="none" w="sm" len="sm"/>
                      <a:tailEnd type="none" w="sm" len="sm"/>
                    </a:lnT>
                  </a:tcPr>
                </a:tc>
                <a:extLst>
                  <a:ext uri="{0D108BD9-81ED-4DB2-BD59-A6C34878D82A}">
                    <a16:rowId xmlns:a16="http://schemas.microsoft.com/office/drawing/2014/main" val="10002"/>
                  </a:ext>
                </a:extLst>
              </a:tr>
              <a:tr h="381000">
                <a:tc gridSpan="3">
                  <a:txBody>
                    <a:bodyPr/>
                    <a:lstStyle/>
                    <a:p>
                      <a:pPr marL="0" lvl="0" indent="0" algn="l" rtl="0">
                        <a:lnSpc>
                          <a:spcPct val="150000"/>
                        </a:lnSpc>
                        <a:spcBef>
                          <a:spcPts val="0"/>
                        </a:spcBef>
                        <a:spcAft>
                          <a:spcPts val="0"/>
                        </a:spcAft>
                        <a:buNone/>
                      </a:pPr>
                      <a:r>
                        <a:rPr lang="en-US" sz="1800"/>
                        <a:t>Issue to discuss: </a:t>
                      </a:r>
                      <a:r>
                        <a:rPr lang="en-US" sz="2000">
                          <a:solidFill>
                            <a:srgbClr val="0000FF"/>
                          </a:solidFill>
                        </a:rPr>
                        <a:t>	1.	Is wealth the best measure of success?</a:t>
                      </a:r>
                      <a:endParaRPr sz="2000">
                        <a:solidFill>
                          <a:srgbClr val="0000FF"/>
                        </a:solidFill>
                      </a:endParaRPr>
                    </a:p>
                    <a:p>
                      <a:pPr marL="0" lvl="0" indent="0" algn="l" rtl="0">
                        <a:lnSpc>
                          <a:spcPct val="150000"/>
                        </a:lnSpc>
                        <a:spcBef>
                          <a:spcPts val="0"/>
                        </a:spcBef>
                        <a:spcAft>
                          <a:spcPts val="0"/>
                        </a:spcAft>
                        <a:buNone/>
                      </a:pPr>
                      <a:r>
                        <a:rPr lang="en-US" sz="2000">
                          <a:solidFill>
                            <a:srgbClr val="0000FF"/>
                          </a:solidFill>
                        </a:rPr>
                        <a:t>2.	What factors or qualities make a person successful beyond material wealth</a:t>
                      </a:r>
                      <a:endParaRPr sz="2000">
                        <a:solidFill>
                          <a:srgbClr val="0000FF"/>
                        </a:solidFill>
                      </a:endParaRPr>
                    </a:p>
                  </a:txBody>
                  <a:tcPr marL="91425" marR="91425" marT="91425" marB="91425">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VN"/>
                    </a:p>
                  </a:txBody>
                  <a:tcPr/>
                </a:tc>
                <a:tc hMerge="1">
                  <a:txBody>
                    <a:bodyPr/>
                    <a:lstStyle/>
                    <a:p>
                      <a:endParaRPr lang="en-VN"/>
                    </a:p>
                  </a:txBody>
                  <a:tcPr/>
                </a:tc>
                <a:tc vMerge="1">
                  <a:txBody>
                    <a:bodyPr/>
                    <a:lstStyle/>
                    <a:p>
                      <a:endParaRPr lang="en-VN"/>
                    </a:p>
                  </a:txBody>
                  <a:tcPr/>
                </a:tc>
                <a:extLst>
                  <a:ext uri="{0D108BD9-81ED-4DB2-BD59-A6C34878D82A}">
                    <a16:rowId xmlns:a16="http://schemas.microsoft.com/office/drawing/2014/main" val="10003"/>
                  </a:ext>
                </a:extLst>
              </a:tr>
              <a:tr h="381000">
                <a:tc gridSpan="3">
                  <a:txBody>
                    <a:bodyPr/>
                    <a:lstStyle/>
                    <a:p>
                      <a:pPr marL="0" lvl="0" indent="0" algn="l" rtl="0">
                        <a:lnSpc>
                          <a:spcPct val="150000"/>
                        </a:lnSpc>
                        <a:spcBef>
                          <a:spcPts val="0"/>
                        </a:spcBef>
                        <a:spcAft>
                          <a:spcPts val="0"/>
                        </a:spcAft>
                        <a:buNone/>
                      </a:pPr>
                      <a:r>
                        <a:rPr lang="en-US" sz="1800"/>
                        <a:t>My initial position: </a:t>
                      </a:r>
                      <a:r>
                        <a:rPr lang="en-US" sz="2000">
                          <a:solidFill>
                            <a:srgbClr val="0000FF"/>
                          </a:solidFill>
                        </a:rPr>
                        <a:t>Success should be evaluated holistically, considering not only wealth but also personal fulfillment, contributions to society, and overall happiness.</a:t>
                      </a:r>
                      <a:endParaRPr sz="2000">
                        <a:solidFill>
                          <a:srgbClr val="0000FF"/>
                        </a:solidFill>
                      </a:endParaRPr>
                    </a:p>
                  </a:txBody>
                  <a:tcPr marL="91425" marR="91425" marT="91425" marB="91425">
                    <a:lnT w="9525" cap="flat" cmpd="sng">
                      <a:solidFill>
                        <a:srgbClr val="9E9E9E">
                          <a:alpha val="0"/>
                        </a:srgbClr>
                      </a:solidFill>
                      <a:prstDash val="solid"/>
                      <a:round/>
                      <a:headEnd type="none" w="sm" len="sm"/>
                      <a:tailEnd type="none" w="sm" len="sm"/>
                    </a:lnT>
                  </a:tcPr>
                </a:tc>
                <a:tc hMerge="1">
                  <a:txBody>
                    <a:bodyPr/>
                    <a:lstStyle/>
                    <a:p>
                      <a:endParaRPr lang="en-VN"/>
                    </a:p>
                  </a:txBody>
                  <a:tcPr/>
                </a:tc>
                <a:tc hMerge="1">
                  <a:txBody>
                    <a:bodyPr/>
                    <a:lstStyle/>
                    <a:p>
                      <a:endParaRPr lang="en-VN"/>
                    </a:p>
                  </a:txBody>
                  <a:tcPr/>
                </a:tc>
                <a:tc vMerge="1">
                  <a:txBody>
                    <a:bodyPr/>
                    <a:lstStyle/>
                    <a:p>
                      <a:endParaRPr lang="en-VN"/>
                    </a:p>
                  </a:txBody>
                  <a:tcPr/>
                </a:tc>
                <a:extLst>
                  <a:ext uri="{0D108BD9-81ED-4DB2-BD59-A6C34878D82A}">
                    <a16:rowId xmlns:a16="http://schemas.microsoft.com/office/drawing/2014/main" val="10004"/>
                  </a:ext>
                </a:extLst>
              </a:tr>
              <a:tr h="381425">
                <a:tc gridSpan="2">
                  <a:txBody>
                    <a:bodyPr/>
                    <a:lstStyle/>
                    <a:p>
                      <a:pPr marL="0" lvl="0" indent="0" algn="l" rtl="0">
                        <a:lnSpc>
                          <a:spcPct val="115000"/>
                        </a:lnSpc>
                        <a:spcBef>
                          <a:spcPts val="0"/>
                        </a:spcBef>
                        <a:spcAft>
                          <a:spcPts val="0"/>
                        </a:spcAft>
                        <a:buNone/>
                      </a:pPr>
                      <a:r>
                        <a:rPr lang="en-US" sz="1800" b="1"/>
                        <a:t>Side A: </a:t>
                      </a:r>
                      <a:r>
                        <a:rPr lang="en-US" sz="1800">
                          <a:solidFill>
                            <a:srgbClr val="0000FF"/>
                          </a:solidFill>
                        </a:rPr>
                        <a:t> Wealth as a measure of success</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b="1"/>
                        <a:t>Side B: </a:t>
                      </a:r>
                      <a:r>
                        <a:rPr lang="en-US" sz="1800">
                          <a:solidFill>
                            <a:srgbClr val="0000FF"/>
                          </a:solidFill>
                        </a:rPr>
                        <a:t>Success is not limited to wealth</a:t>
                      </a:r>
                      <a:endParaRPr sz="1800">
                        <a:solidFill>
                          <a:srgbClr val="0000FF"/>
                        </a:solidFill>
                      </a:endParaRPr>
                    </a:p>
                  </a:txBody>
                  <a:tcPr marL="91425" marR="91425" marT="91425" marB="91425"/>
                </a:tc>
                <a:tc hMerge="1">
                  <a:txBody>
                    <a:bodyPr/>
                    <a:lstStyle/>
                    <a:p>
                      <a:endParaRPr lang="en-VN"/>
                    </a:p>
                  </a:txBody>
                  <a:tcPr/>
                </a:tc>
                <a:extLst>
                  <a:ext uri="{0D108BD9-81ED-4DB2-BD59-A6C34878D82A}">
                    <a16:rowId xmlns:a16="http://schemas.microsoft.com/office/drawing/2014/main" val="10005"/>
                  </a:ext>
                </a:extLst>
              </a:tr>
              <a:tr h="550050">
                <a:tc gridSpan="2">
                  <a:txBody>
                    <a:bodyPr/>
                    <a:lstStyle/>
                    <a:p>
                      <a:pPr marL="0" lvl="0" indent="0" algn="l" rtl="0">
                        <a:lnSpc>
                          <a:spcPct val="115000"/>
                        </a:lnSpc>
                        <a:spcBef>
                          <a:spcPts val="0"/>
                        </a:spcBef>
                        <a:spcAft>
                          <a:spcPts val="0"/>
                        </a:spcAft>
                        <a:buNone/>
                      </a:pPr>
                      <a:r>
                        <a:rPr lang="en-US" sz="1800" b="1"/>
                        <a:t>Main topic: </a:t>
                      </a:r>
                      <a:r>
                        <a:rPr lang="en-US" sz="1800">
                          <a:solidFill>
                            <a:srgbClr val="0000FF"/>
                          </a:solidFill>
                        </a:rPr>
                        <a:t>How wealth can represent success</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b="1"/>
                        <a:t>Main topic: </a:t>
                      </a:r>
                      <a:r>
                        <a:rPr lang="en-US" sz="1800">
                          <a:solidFill>
                            <a:srgbClr val="0000FF"/>
                          </a:solidFill>
                        </a:rPr>
                        <a:t>Broader and more holistic measures of success</a:t>
                      </a:r>
                      <a:endParaRPr sz="1800" b="1"/>
                    </a:p>
                  </a:txBody>
                  <a:tcPr marL="91425" marR="91425" marT="91425" marB="91425">
                    <a:lnB w="9525" cap="flat" cmpd="sng">
                      <a:solidFill>
                        <a:srgbClr val="9E9E9E"/>
                      </a:solidFill>
                      <a:prstDash val="solid"/>
                      <a:round/>
                      <a:headEnd type="none" w="sm" len="sm"/>
                      <a:tailEnd type="none" w="sm" len="sm"/>
                    </a:lnB>
                  </a:tcPr>
                </a:tc>
                <a:tc hMerge="1">
                  <a:txBody>
                    <a:bodyPr/>
                    <a:lstStyle/>
                    <a:p>
                      <a:endParaRPr lang="en-VN"/>
                    </a:p>
                  </a:txBody>
                  <a:tcPr/>
                </a:tc>
                <a:extLst>
                  <a:ext uri="{0D108BD9-81ED-4DB2-BD59-A6C34878D82A}">
                    <a16:rowId xmlns:a16="http://schemas.microsoft.com/office/drawing/2014/main" val="10006"/>
                  </a:ext>
                </a:extLst>
              </a:tr>
              <a:tr h="514650">
                <a:tc gridSpan="2">
                  <a:txBody>
                    <a:bodyPr/>
                    <a:lstStyle/>
                    <a:p>
                      <a:pPr marL="0" lvl="0" indent="0" algn="l" rtl="0">
                        <a:lnSpc>
                          <a:spcPct val="115000"/>
                        </a:lnSpc>
                        <a:spcBef>
                          <a:spcPts val="0"/>
                        </a:spcBef>
                        <a:spcAft>
                          <a:spcPts val="0"/>
                        </a:spcAft>
                        <a:buNone/>
                      </a:pPr>
                      <a:r>
                        <a:rPr lang="en-US" sz="1800"/>
                        <a:t>1. Financial stability: </a:t>
                      </a:r>
                      <a:r>
                        <a:rPr lang="en-US" sz="1800">
                          <a:solidFill>
                            <a:srgbClr val="0000FF"/>
                          </a:solidFill>
                        </a:rPr>
                        <a:t>housing, goods and service</a:t>
                      </a:r>
                      <a:endParaRPr sz="1800">
                        <a:solidFill>
                          <a:srgbClr val="0000FF"/>
                        </a:solidFill>
                      </a:endParaRPr>
                    </a:p>
                  </a:txBody>
                  <a:tcPr marL="91425" marR="91425" marT="91425" marB="91425">
                    <a:lnR w="9525" cap="flat" cmpd="sng">
                      <a:solidFill>
                        <a:srgbClr val="9E9E9E"/>
                      </a:solidFill>
                      <a:prstDash val="solid"/>
                      <a:round/>
                      <a:headEnd type="none" w="sm" len="sm"/>
                      <a:tailEnd type="none" w="sm" len="sm"/>
                    </a:lnR>
                  </a:tcPr>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a:t>1. Personal fulfillment: </a:t>
                      </a:r>
                      <a:r>
                        <a:rPr lang="en-US" sz="1800">
                          <a:solidFill>
                            <a:srgbClr val="0000FF"/>
                          </a:solidFill>
                        </a:rPr>
                        <a:t>focus on building affordable housing and providing financial assistance to low-income residents.</a:t>
                      </a:r>
                      <a:endParaRPr sz="1800">
                        <a:solidFill>
                          <a:srgbClr val="0000FF"/>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VN"/>
                    </a:p>
                  </a:txBody>
                  <a:tcPr/>
                </a:tc>
                <a:extLst>
                  <a:ext uri="{0D108BD9-81ED-4DB2-BD59-A6C34878D82A}">
                    <a16:rowId xmlns:a16="http://schemas.microsoft.com/office/drawing/2014/main" val="10007"/>
                  </a:ext>
                </a:extLst>
              </a:tr>
              <a:tr h="381425">
                <a:tc gridSpan="2">
                  <a:txBody>
                    <a:bodyPr/>
                    <a:lstStyle/>
                    <a:p>
                      <a:pPr marL="0" lvl="0" indent="0" algn="l" rtl="0">
                        <a:lnSpc>
                          <a:spcPct val="115000"/>
                        </a:lnSpc>
                        <a:spcBef>
                          <a:spcPts val="0"/>
                        </a:spcBef>
                        <a:spcAft>
                          <a:spcPts val="0"/>
                        </a:spcAft>
                        <a:buNone/>
                      </a:pPr>
                      <a:r>
                        <a:rPr lang="en-US" sz="1800"/>
                        <a:t>2. Social status: </a:t>
                      </a:r>
                      <a:r>
                        <a:rPr lang="en-US" sz="1800">
                          <a:solidFill>
                            <a:srgbClr val="0000FF"/>
                          </a:solidFill>
                        </a:rPr>
                        <a:t>Heavy traffic delays, long commutes, and limited road space</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a:t>2. Impact on others: </a:t>
                      </a:r>
                      <a:r>
                        <a:rPr lang="en-US" sz="1800">
                          <a:solidFill>
                            <a:srgbClr val="0000FF"/>
                          </a:solidFill>
                        </a:rPr>
                        <a:t>Expanding and modernizing public transit system and reduce the reliance on private vehicles.</a:t>
                      </a:r>
                      <a:endParaRPr sz="1800">
                        <a:solidFill>
                          <a:srgbClr val="0000FF"/>
                        </a:solidFill>
                      </a:endParaRPr>
                    </a:p>
                  </a:txBody>
                  <a:tcPr marL="91425" marR="91425" marT="91425" marB="91425">
                    <a:lnT w="9525" cap="flat" cmpd="sng">
                      <a:solidFill>
                        <a:srgbClr val="9E9E9E"/>
                      </a:solidFill>
                      <a:prstDash val="solid"/>
                      <a:round/>
                      <a:headEnd type="none" w="sm" len="sm"/>
                      <a:tailEnd type="none" w="sm" len="sm"/>
                    </a:lnT>
                  </a:tcPr>
                </a:tc>
                <a:tc hMerge="1">
                  <a:txBody>
                    <a:bodyPr/>
                    <a:lstStyle/>
                    <a:p>
                      <a:endParaRPr lang="en-VN"/>
                    </a:p>
                  </a:txBody>
                  <a:tcPr/>
                </a:tc>
                <a:extLst>
                  <a:ext uri="{0D108BD9-81ED-4DB2-BD59-A6C34878D82A}">
                    <a16:rowId xmlns:a16="http://schemas.microsoft.com/office/drawing/2014/main" val="10008"/>
                  </a:ext>
                </a:extLst>
              </a:tr>
              <a:tr h="381425">
                <a:tc gridSpan="2">
                  <a:txBody>
                    <a:bodyPr/>
                    <a:lstStyle/>
                    <a:p>
                      <a:pPr marL="0" lvl="0" indent="0" algn="l" rtl="0">
                        <a:lnSpc>
                          <a:spcPct val="115000"/>
                        </a:lnSpc>
                        <a:spcBef>
                          <a:spcPts val="0"/>
                        </a:spcBef>
                        <a:spcAft>
                          <a:spcPts val="0"/>
                        </a:spcAft>
                        <a:buNone/>
                      </a:pPr>
                      <a:r>
                        <a:rPr lang="en-US" sz="1800"/>
                        <a:t>What did I show or prove? </a:t>
                      </a:r>
                      <a:r>
                        <a:rPr lang="en-US" sz="1800">
                          <a:solidFill>
                            <a:srgbClr val="0000FF"/>
                          </a:solidFill>
                        </a:rPr>
                        <a:t>Wealth reflects financial success and material comfort, but it may not encompass all aspects of success.</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a:t>What did I show or prove? </a:t>
                      </a:r>
                      <a:r>
                        <a:rPr lang="en-US" sz="1800">
                          <a:solidFill>
                            <a:srgbClr val="0000FF"/>
                          </a:solidFill>
                        </a:rPr>
                        <a:t>Success is more than wealth; it is defined by personal happiness, fulfillment, and societal impact.</a:t>
                      </a:r>
                      <a:endParaRPr sz="1800"/>
                    </a:p>
                  </a:txBody>
                  <a:tcPr marL="91425" marR="91425" marT="91425" marB="91425"/>
                </a:tc>
                <a:tc hMerge="1">
                  <a:txBody>
                    <a:bodyPr/>
                    <a:lstStyle/>
                    <a:p>
                      <a:endParaRPr lang="en-VN"/>
                    </a:p>
                  </a:txBody>
                  <a:tcPr/>
                </a:tc>
                <a:extLst>
                  <a:ext uri="{0D108BD9-81ED-4DB2-BD59-A6C34878D82A}">
                    <a16:rowId xmlns:a16="http://schemas.microsoft.com/office/drawing/2014/main" val="10009"/>
                  </a:ext>
                </a:extLst>
              </a:tr>
              <a:tr h="381425">
                <a:tc gridSpan="4">
                  <a:txBody>
                    <a:bodyPr/>
                    <a:lstStyle/>
                    <a:p>
                      <a:pPr marL="0" lvl="0" indent="0" algn="l" rtl="0">
                        <a:lnSpc>
                          <a:spcPct val="115000"/>
                        </a:lnSpc>
                        <a:spcBef>
                          <a:spcPts val="0"/>
                        </a:spcBef>
                        <a:spcAft>
                          <a:spcPts val="0"/>
                        </a:spcAft>
                        <a:buNone/>
                      </a:pPr>
                      <a:r>
                        <a:rPr lang="en-US" sz="1800" b="1"/>
                        <a:t>Conclusion </a:t>
                      </a:r>
                      <a:endParaRPr sz="1800"/>
                    </a:p>
                    <a:p>
                      <a:pPr marL="0" lvl="0" indent="0" algn="l" rtl="0">
                        <a:lnSpc>
                          <a:spcPct val="115000"/>
                        </a:lnSpc>
                        <a:spcBef>
                          <a:spcPts val="1000"/>
                        </a:spcBef>
                        <a:spcAft>
                          <a:spcPts val="0"/>
                        </a:spcAft>
                        <a:buNone/>
                      </a:pPr>
                      <a:r>
                        <a:rPr lang="en-US" sz="1800"/>
                        <a:t>Summary my main points: </a:t>
                      </a:r>
                      <a:r>
                        <a:rPr lang="en-US" sz="1800">
                          <a:solidFill>
                            <a:srgbClr val="0000FF"/>
                          </a:solidFill>
                        </a:rPr>
                        <a:t>While wealth is one way to measure success, it is not the only or best way. Success is multi-faceted and involves more than material wealth.</a:t>
                      </a:r>
                      <a:endParaRPr sz="1800">
                        <a:solidFill>
                          <a:srgbClr val="0000FF"/>
                        </a:solidFill>
                      </a:endParaRPr>
                    </a:p>
                    <a:p>
                      <a:pPr marL="0" lvl="0" indent="0" algn="l" rtl="0">
                        <a:lnSpc>
                          <a:spcPct val="115000"/>
                        </a:lnSpc>
                        <a:spcBef>
                          <a:spcPts val="1000"/>
                        </a:spcBef>
                        <a:spcAft>
                          <a:spcPts val="0"/>
                        </a:spcAft>
                        <a:buNone/>
                      </a:pPr>
                      <a:r>
                        <a:rPr lang="en-US" sz="1800"/>
                        <a:t>My final point:</a:t>
                      </a:r>
                      <a:r>
                        <a:rPr lang="en-US" sz="1800">
                          <a:solidFill>
                            <a:srgbClr val="0000FF"/>
                          </a:solidFill>
                        </a:rPr>
                        <a:t> A successful person is someone who balances personal achievements, happiness, and positive contributions to society, not just wealth accumulation.</a:t>
                      </a:r>
                      <a:endParaRPr sz="1800">
                        <a:solidFill>
                          <a:srgbClr val="0000FF"/>
                        </a:solidFill>
                      </a:endParaRPr>
                    </a:p>
                  </a:txBody>
                  <a:tcPr marL="91425" marR="91425" marT="91425" marB="91425"/>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10"/>
                  </a:ext>
                </a:extLst>
              </a:tr>
            </a:tbl>
          </a:graphicData>
        </a:graphic>
      </p:graphicFrame>
      <p:sp>
        <p:nvSpPr>
          <p:cNvPr id="810" name="Google Shape;810;p35"/>
          <p:cNvSpPr txBox="1"/>
          <p:nvPr/>
        </p:nvSpPr>
        <p:spPr>
          <a:xfrm>
            <a:off x="347025" y="173875"/>
            <a:ext cx="13915500" cy="647100"/>
          </a:xfrm>
          <a:prstGeom prst="rect">
            <a:avLst/>
          </a:prstGeom>
          <a:no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just" rtl="0">
              <a:spcBef>
                <a:spcPts val="1000"/>
              </a:spcBef>
              <a:spcAft>
                <a:spcPts val="1000"/>
              </a:spcAft>
              <a:buNone/>
            </a:pPr>
            <a:r>
              <a:rPr lang="en-US" sz="1800"/>
              <a:t>Success is often measured by wealth and material possessions. Do you think wealth is the best measure of success? What makes a successful person?</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36"/>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pic>
        <p:nvPicPr>
          <p:cNvPr id="816" name="Google Shape;816;p36"/>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817" name="Google Shape;817;p36"/>
          <p:cNvGraphicFramePr/>
          <p:nvPr/>
        </p:nvGraphicFramePr>
        <p:xfrm>
          <a:off x="347025" y="842825"/>
          <a:ext cx="3000000" cy="3000000"/>
        </p:xfrm>
        <a:graphic>
          <a:graphicData uri="http://schemas.openxmlformats.org/drawingml/2006/table">
            <a:tbl>
              <a:tblPr>
                <a:noFill/>
                <a:tableStyleId>{8C8B14B2-F8CD-48D2-91BB-BA4C45A4BBF1}</a:tableStyleId>
              </a:tblPr>
              <a:tblGrid>
                <a:gridCol w="3767125">
                  <a:extLst>
                    <a:ext uri="{9D8B030D-6E8A-4147-A177-3AD203B41FA5}">
                      <a16:colId xmlns:a16="http://schemas.microsoft.com/office/drawing/2014/main" val="20000"/>
                    </a:ext>
                  </a:extLst>
                </a:gridCol>
                <a:gridCol w="5455550">
                  <a:extLst>
                    <a:ext uri="{9D8B030D-6E8A-4147-A177-3AD203B41FA5}">
                      <a16:colId xmlns:a16="http://schemas.microsoft.com/office/drawing/2014/main" val="20001"/>
                    </a:ext>
                  </a:extLst>
                </a:gridCol>
                <a:gridCol w="4034700">
                  <a:extLst>
                    <a:ext uri="{9D8B030D-6E8A-4147-A177-3AD203B41FA5}">
                      <a16:colId xmlns:a16="http://schemas.microsoft.com/office/drawing/2014/main" val="20002"/>
                    </a:ext>
                  </a:extLst>
                </a:gridCol>
                <a:gridCol w="4037025">
                  <a:extLst>
                    <a:ext uri="{9D8B030D-6E8A-4147-A177-3AD203B41FA5}">
                      <a16:colId xmlns:a16="http://schemas.microsoft.com/office/drawing/2014/main" val="20003"/>
                    </a:ext>
                  </a:extLst>
                </a:gridCol>
              </a:tblGrid>
              <a:tr h="381000">
                <a:tc gridSpan="4">
                  <a:txBody>
                    <a:bodyPr/>
                    <a:lstStyle/>
                    <a:p>
                      <a:pPr marL="0" lvl="0" indent="0" algn="ctr" rtl="0">
                        <a:spcBef>
                          <a:spcPts val="0"/>
                        </a:spcBef>
                        <a:spcAft>
                          <a:spcPts val="0"/>
                        </a:spcAft>
                        <a:buNone/>
                      </a:pPr>
                      <a:r>
                        <a:rPr lang="en-US" sz="1800" b="1"/>
                        <a:t>ESSAY PLANNER</a:t>
                      </a:r>
                      <a:endParaRPr sz="1800" b="1"/>
                    </a:p>
                  </a:txBody>
                  <a:tcPr marL="91425" marR="91425" marT="91425" marB="91425"/>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0"/>
                  </a:ext>
                </a:extLst>
              </a:tr>
              <a:tr h="457775">
                <a:tc gridSpan="3">
                  <a:txBody>
                    <a:bodyPr/>
                    <a:lstStyle/>
                    <a:p>
                      <a:pPr marL="0" lvl="0" indent="0" algn="l" rtl="0">
                        <a:lnSpc>
                          <a:spcPct val="100000"/>
                        </a:lnSpc>
                        <a:spcBef>
                          <a:spcPts val="0"/>
                        </a:spcBef>
                        <a:spcAft>
                          <a:spcPts val="0"/>
                        </a:spcAft>
                        <a:buNone/>
                      </a:pPr>
                      <a:r>
                        <a:rPr lang="en-US" sz="1800" b="1"/>
                        <a:t>Introduction</a:t>
                      </a:r>
                      <a:endParaRPr sz="1800" b="1"/>
                    </a:p>
                  </a:txBody>
                  <a:tcPr marL="91425" marR="91425" marT="91425" marB="91425">
                    <a:lnB w="9525" cap="flat" cmpd="sng">
                      <a:solidFill>
                        <a:srgbClr val="9E9E9E">
                          <a:alpha val="0"/>
                        </a:srgbClr>
                      </a:solidFill>
                      <a:prstDash val="solid"/>
                      <a:round/>
                      <a:headEnd type="none" w="sm" len="sm"/>
                      <a:tailEnd type="none" w="sm" len="sm"/>
                    </a:lnB>
                  </a:tcPr>
                </a:tc>
                <a:tc hMerge="1">
                  <a:txBody>
                    <a:bodyPr/>
                    <a:lstStyle/>
                    <a:p>
                      <a:endParaRPr lang="en-VN"/>
                    </a:p>
                  </a:txBody>
                  <a:tcPr/>
                </a:tc>
                <a:tc hMerge="1">
                  <a:txBody>
                    <a:bodyPr/>
                    <a:lstStyle/>
                    <a:p>
                      <a:endParaRPr lang="en-VN"/>
                    </a:p>
                  </a:txBody>
                  <a:tcPr/>
                </a:tc>
                <a:tc>
                  <a:txBody>
                    <a:bodyPr/>
                    <a:lstStyle/>
                    <a:p>
                      <a:pPr marL="0" lvl="0" indent="0" algn="l" rtl="0">
                        <a:lnSpc>
                          <a:spcPct val="150000"/>
                        </a:lnSpc>
                        <a:spcBef>
                          <a:spcPts val="0"/>
                        </a:spcBef>
                        <a:spcAft>
                          <a:spcPts val="0"/>
                        </a:spcAft>
                        <a:buNone/>
                      </a:pPr>
                      <a:r>
                        <a:rPr lang="en-US" sz="2500"/>
                        <a:t>Themes</a:t>
                      </a:r>
                      <a:endParaRPr sz="2500"/>
                    </a:p>
                  </a:txBody>
                  <a:tcPr marL="91425" marR="91425" marT="91425" marB="91425">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81000">
                <a:tc gridSpan="3">
                  <a:txBody>
                    <a:bodyPr/>
                    <a:lstStyle/>
                    <a:p>
                      <a:pPr marL="0" lvl="0" indent="0" algn="l" rtl="0">
                        <a:lnSpc>
                          <a:spcPct val="150000"/>
                        </a:lnSpc>
                        <a:spcBef>
                          <a:spcPts val="0"/>
                        </a:spcBef>
                        <a:spcAft>
                          <a:spcPts val="0"/>
                        </a:spcAft>
                        <a:buNone/>
                      </a:pPr>
                      <a:r>
                        <a:rPr lang="en-US" sz="1800"/>
                        <a:t>General topic: </a:t>
                      </a:r>
                      <a:endParaRPr sz="1800">
                        <a:solidFill>
                          <a:srgbClr val="0000FF"/>
                        </a:solidFill>
                      </a:endParaRPr>
                    </a:p>
                    <a:p>
                      <a:pPr marL="0" lvl="0" indent="0" algn="l" rtl="0">
                        <a:lnSpc>
                          <a:spcPct val="150000"/>
                        </a:lnSpc>
                        <a:spcBef>
                          <a:spcPts val="0"/>
                        </a:spcBef>
                        <a:spcAft>
                          <a:spcPts val="0"/>
                        </a:spcAft>
                        <a:buNone/>
                      </a:pPr>
                      <a:r>
                        <a:rPr lang="en-US" sz="1800"/>
                        <a:t>Focus: </a:t>
                      </a:r>
                      <a:endParaRPr sz="1800">
                        <a:solidFill>
                          <a:srgbClr val="0000FF"/>
                        </a:solidFill>
                      </a:endParaRPr>
                    </a:p>
                  </a:txBody>
                  <a:tcPr marL="91425" marR="91425" marT="91425" marB="91425">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VN"/>
                    </a:p>
                  </a:txBody>
                  <a:tcPr/>
                </a:tc>
                <a:tc hMerge="1">
                  <a:txBody>
                    <a:bodyPr/>
                    <a:lstStyle/>
                    <a:p>
                      <a:endParaRPr lang="en-VN"/>
                    </a:p>
                  </a:txBody>
                  <a:tcPr/>
                </a:tc>
                <a:tc rowSpan="3">
                  <a:txBody>
                    <a:bodyPr/>
                    <a:lstStyle/>
                    <a:p>
                      <a:pPr marL="457200" lvl="0" indent="-342900" algn="l" rtl="0">
                        <a:lnSpc>
                          <a:spcPct val="150000"/>
                        </a:lnSpc>
                        <a:spcBef>
                          <a:spcPts val="0"/>
                        </a:spcBef>
                        <a:spcAft>
                          <a:spcPts val="0"/>
                        </a:spcAft>
                        <a:buClr>
                          <a:srgbClr val="0000FF"/>
                        </a:buClr>
                        <a:buSzPts val="1800"/>
                        <a:buChar char="●"/>
                      </a:pPr>
                      <a:endParaRPr sz="1800">
                        <a:solidFill>
                          <a:srgbClr val="0000FF"/>
                        </a:solidFill>
                      </a:endParaRPr>
                    </a:p>
                  </a:txBody>
                  <a:tcPr marL="91425" marR="91425" marT="91425" marB="91425">
                    <a:lnT w="9525" cap="flat" cmpd="sng">
                      <a:solidFill>
                        <a:srgbClr val="9E9E9E">
                          <a:alpha val="0"/>
                        </a:srgbClr>
                      </a:solidFill>
                      <a:prstDash val="solid"/>
                      <a:round/>
                      <a:headEnd type="none" w="sm" len="sm"/>
                      <a:tailEnd type="none" w="sm" len="sm"/>
                    </a:lnT>
                  </a:tcPr>
                </a:tc>
                <a:extLst>
                  <a:ext uri="{0D108BD9-81ED-4DB2-BD59-A6C34878D82A}">
                    <a16:rowId xmlns:a16="http://schemas.microsoft.com/office/drawing/2014/main" val="10002"/>
                  </a:ext>
                </a:extLst>
              </a:tr>
              <a:tr h="381000">
                <a:tc gridSpan="3">
                  <a:txBody>
                    <a:bodyPr/>
                    <a:lstStyle/>
                    <a:p>
                      <a:pPr marL="0" lvl="0" indent="0" algn="l" rtl="0">
                        <a:lnSpc>
                          <a:spcPct val="150000"/>
                        </a:lnSpc>
                        <a:spcBef>
                          <a:spcPts val="0"/>
                        </a:spcBef>
                        <a:spcAft>
                          <a:spcPts val="0"/>
                        </a:spcAft>
                        <a:buNone/>
                      </a:pPr>
                      <a:r>
                        <a:rPr lang="en-US" sz="1800"/>
                        <a:t>Issue to discuss: </a:t>
                      </a:r>
                      <a:endParaRPr sz="1800">
                        <a:solidFill>
                          <a:srgbClr val="0000FF"/>
                        </a:solidFill>
                      </a:endParaRPr>
                    </a:p>
                  </a:txBody>
                  <a:tcPr marL="91425" marR="91425" marT="91425" marB="91425">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VN"/>
                    </a:p>
                  </a:txBody>
                  <a:tcPr/>
                </a:tc>
                <a:tc hMerge="1">
                  <a:txBody>
                    <a:bodyPr/>
                    <a:lstStyle/>
                    <a:p>
                      <a:endParaRPr lang="en-VN"/>
                    </a:p>
                  </a:txBody>
                  <a:tcPr/>
                </a:tc>
                <a:tc vMerge="1">
                  <a:txBody>
                    <a:bodyPr/>
                    <a:lstStyle/>
                    <a:p>
                      <a:endParaRPr lang="en-VN"/>
                    </a:p>
                  </a:txBody>
                  <a:tcPr/>
                </a:tc>
                <a:extLst>
                  <a:ext uri="{0D108BD9-81ED-4DB2-BD59-A6C34878D82A}">
                    <a16:rowId xmlns:a16="http://schemas.microsoft.com/office/drawing/2014/main" val="10003"/>
                  </a:ext>
                </a:extLst>
              </a:tr>
              <a:tr h="381000">
                <a:tc gridSpan="3">
                  <a:txBody>
                    <a:bodyPr/>
                    <a:lstStyle/>
                    <a:p>
                      <a:pPr marL="0" lvl="0" indent="0" algn="l" rtl="0">
                        <a:lnSpc>
                          <a:spcPct val="150000"/>
                        </a:lnSpc>
                        <a:spcBef>
                          <a:spcPts val="0"/>
                        </a:spcBef>
                        <a:spcAft>
                          <a:spcPts val="0"/>
                        </a:spcAft>
                        <a:buNone/>
                      </a:pPr>
                      <a:r>
                        <a:rPr lang="en-US" sz="1800"/>
                        <a:t>My initial position: </a:t>
                      </a:r>
                      <a:endParaRPr sz="1800">
                        <a:solidFill>
                          <a:srgbClr val="0000FF"/>
                        </a:solidFill>
                      </a:endParaRPr>
                    </a:p>
                  </a:txBody>
                  <a:tcPr marL="91425" marR="91425" marT="91425" marB="91425">
                    <a:lnT w="9525" cap="flat" cmpd="sng">
                      <a:solidFill>
                        <a:srgbClr val="9E9E9E">
                          <a:alpha val="0"/>
                        </a:srgbClr>
                      </a:solidFill>
                      <a:prstDash val="solid"/>
                      <a:round/>
                      <a:headEnd type="none" w="sm" len="sm"/>
                      <a:tailEnd type="none" w="sm" len="sm"/>
                    </a:lnT>
                  </a:tcPr>
                </a:tc>
                <a:tc hMerge="1">
                  <a:txBody>
                    <a:bodyPr/>
                    <a:lstStyle/>
                    <a:p>
                      <a:endParaRPr lang="en-VN"/>
                    </a:p>
                  </a:txBody>
                  <a:tcPr/>
                </a:tc>
                <a:tc hMerge="1">
                  <a:txBody>
                    <a:bodyPr/>
                    <a:lstStyle/>
                    <a:p>
                      <a:endParaRPr lang="en-VN"/>
                    </a:p>
                  </a:txBody>
                  <a:tcPr/>
                </a:tc>
                <a:tc vMerge="1">
                  <a:txBody>
                    <a:bodyPr/>
                    <a:lstStyle/>
                    <a:p>
                      <a:endParaRPr lang="en-VN"/>
                    </a:p>
                  </a:txBody>
                  <a:tcPr/>
                </a:tc>
                <a:extLst>
                  <a:ext uri="{0D108BD9-81ED-4DB2-BD59-A6C34878D82A}">
                    <a16:rowId xmlns:a16="http://schemas.microsoft.com/office/drawing/2014/main" val="10004"/>
                  </a:ext>
                </a:extLst>
              </a:tr>
              <a:tr h="381425">
                <a:tc gridSpan="2">
                  <a:txBody>
                    <a:bodyPr/>
                    <a:lstStyle/>
                    <a:p>
                      <a:pPr marL="0" lvl="0" indent="0" algn="l" rtl="0">
                        <a:lnSpc>
                          <a:spcPct val="115000"/>
                        </a:lnSpc>
                        <a:spcBef>
                          <a:spcPts val="0"/>
                        </a:spcBef>
                        <a:spcAft>
                          <a:spcPts val="0"/>
                        </a:spcAft>
                        <a:buNone/>
                      </a:pPr>
                      <a:r>
                        <a:rPr lang="en-US" sz="1800" b="1"/>
                        <a:t>Side A: </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b="1"/>
                        <a:t>Side B: </a:t>
                      </a:r>
                      <a:endParaRPr sz="1800">
                        <a:solidFill>
                          <a:srgbClr val="0000FF"/>
                        </a:solidFill>
                      </a:endParaRPr>
                    </a:p>
                  </a:txBody>
                  <a:tcPr marL="91425" marR="91425" marT="91425" marB="91425"/>
                </a:tc>
                <a:tc hMerge="1">
                  <a:txBody>
                    <a:bodyPr/>
                    <a:lstStyle/>
                    <a:p>
                      <a:endParaRPr lang="en-VN"/>
                    </a:p>
                  </a:txBody>
                  <a:tcPr/>
                </a:tc>
                <a:extLst>
                  <a:ext uri="{0D108BD9-81ED-4DB2-BD59-A6C34878D82A}">
                    <a16:rowId xmlns:a16="http://schemas.microsoft.com/office/drawing/2014/main" val="10005"/>
                  </a:ext>
                </a:extLst>
              </a:tr>
              <a:tr h="381425">
                <a:tc gridSpan="2">
                  <a:txBody>
                    <a:bodyPr/>
                    <a:lstStyle/>
                    <a:p>
                      <a:pPr marL="0" lvl="0" indent="0" algn="l" rtl="0">
                        <a:lnSpc>
                          <a:spcPct val="115000"/>
                        </a:lnSpc>
                        <a:spcBef>
                          <a:spcPts val="0"/>
                        </a:spcBef>
                        <a:spcAft>
                          <a:spcPts val="0"/>
                        </a:spcAft>
                        <a:buNone/>
                      </a:pPr>
                      <a:r>
                        <a:rPr lang="en-US" sz="1800" b="1"/>
                        <a:t>Main topic: </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b="1"/>
                        <a:t>Main topic: </a:t>
                      </a:r>
                      <a:endParaRPr sz="1800" b="1"/>
                    </a:p>
                  </a:txBody>
                  <a:tcPr marL="91425" marR="91425" marT="91425" marB="91425">
                    <a:lnB w="9525" cap="flat" cmpd="sng">
                      <a:solidFill>
                        <a:srgbClr val="9E9E9E"/>
                      </a:solidFill>
                      <a:prstDash val="solid"/>
                      <a:round/>
                      <a:headEnd type="none" w="sm" len="sm"/>
                      <a:tailEnd type="none" w="sm" len="sm"/>
                    </a:lnB>
                  </a:tcPr>
                </a:tc>
                <a:tc hMerge="1">
                  <a:txBody>
                    <a:bodyPr/>
                    <a:lstStyle/>
                    <a:p>
                      <a:endParaRPr lang="en-VN"/>
                    </a:p>
                  </a:txBody>
                  <a:tcPr/>
                </a:tc>
                <a:extLst>
                  <a:ext uri="{0D108BD9-81ED-4DB2-BD59-A6C34878D82A}">
                    <a16:rowId xmlns:a16="http://schemas.microsoft.com/office/drawing/2014/main" val="10006"/>
                  </a:ext>
                </a:extLst>
              </a:tr>
              <a:tr h="514650">
                <a:tc gridSpan="2">
                  <a:txBody>
                    <a:bodyPr/>
                    <a:lstStyle/>
                    <a:p>
                      <a:pPr marL="0" lvl="0" indent="0" algn="l" rtl="0">
                        <a:lnSpc>
                          <a:spcPct val="115000"/>
                        </a:lnSpc>
                        <a:spcBef>
                          <a:spcPts val="0"/>
                        </a:spcBef>
                        <a:spcAft>
                          <a:spcPts val="0"/>
                        </a:spcAft>
                        <a:buNone/>
                      </a:pPr>
                      <a:r>
                        <a:rPr lang="en-US" sz="1800"/>
                        <a:t>1.</a:t>
                      </a:r>
                      <a:endParaRPr sz="1800">
                        <a:solidFill>
                          <a:srgbClr val="0000FF"/>
                        </a:solidFill>
                      </a:endParaRPr>
                    </a:p>
                  </a:txBody>
                  <a:tcPr marL="91425" marR="91425" marT="91425" marB="91425">
                    <a:lnR w="9525" cap="flat" cmpd="sng">
                      <a:solidFill>
                        <a:srgbClr val="9E9E9E"/>
                      </a:solidFill>
                      <a:prstDash val="solid"/>
                      <a:round/>
                      <a:headEnd type="none" w="sm" len="sm"/>
                      <a:tailEnd type="none" w="sm" len="sm"/>
                    </a:lnR>
                  </a:tcPr>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a:t>1. </a:t>
                      </a:r>
                      <a:endParaRPr sz="1800">
                        <a:solidFill>
                          <a:srgbClr val="0000FF"/>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VN"/>
                    </a:p>
                  </a:txBody>
                  <a:tcPr/>
                </a:tc>
                <a:extLst>
                  <a:ext uri="{0D108BD9-81ED-4DB2-BD59-A6C34878D82A}">
                    <a16:rowId xmlns:a16="http://schemas.microsoft.com/office/drawing/2014/main" val="10007"/>
                  </a:ext>
                </a:extLst>
              </a:tr>
              <a:tr h="381425">
                <a:tc gridSpan="2">
                  <a:txBody>
                    <a:bodyPr/>
                    <a:lstStyle/>
                    <a:p>
                      <a:pPr marL="0" lvl="0" indent="0" algn="l" rtl="0">
                        <a:lnSpc>
                          <a:spcPct val="115000"/>
                        </a:lnSpc>
                        <a:spcBef>
                          <a:spcPts val="0"/>
                        </a:spcBef>
                        <a:spcAft>
                          <a:spcPts val="0"/>
                        </a:spcAft>
                        <a:buNone/>
                      </a:pPr>
                      <a:r>
                        <a:rPr lang="en-US" sz="1800"/>
                        <a:t>2. </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a:t>2. </a:t>
                      </a:r>
                      <a:endParaRPr sz="1800">
                        <a:solidFill>
                          <a:srgbClr val="0000FF"/>
                        </a:solidFill>
                      </a:endParaRPr>
                    </a:p>
                  </a:txBody>
                  <a:tcPr marL="91425" marR="91425" marT="91425" marB="91425">
                    <a:lnT w="9525" cap="flat" cmpd="sng">
                      <a:solidFill>
                        <a:srgbClr val="9E9E9E"/>
                      </a:solidFill>
                      <a:prstDash val="solid"/>
                      <a:round/>
                      <a:headEnd type="none" w="sm" len="sm"/>
                      <a:tailEnd type="none" w="sm" len="sm"/>
                    </a:lnT>
                  </a:tcPr>
                </a:tc>
                <a:tc hMerge="1">
                  <a:txBody>
                    <a:bodyPr/>
                    <a:lstStyle/>
                    <a:p>
                      <a:endParaRPr lang="en-VN"/>
                    </a:p>
                  </a:txBody>
                  <a:tcPr/>
                </a:tc>
                <a:extLst>
                  <a:ext uri="{0D108BD9-81ED-4DB2-BD59-A6C34878D82A}">
                    <a16:rowId xmlns:a16="http://schemas.microsoft.com/office/drawing/2014/main" val="10008"/>
                  </a:ext>
                </a:extLst>
              </a:tr>
              <a:tr h="754325">
                <a:tc gridSpan="2">
                  <a:txBody>
                    <a:bodyPr/>
                    <a:lstStyle/>
                    <a:p>
                      <a:pPr marL="0" lvl="0" indent="0" algn="l" rtl="0">
                        <a:lnSpc>
                          <a:spcPct val="115000"/>
                        </a:lnSpc>
                        <a:spcBef>
                          <a:spcPts val="0"/>
                        </a:spcBef>
                        <a:spcAft>
                          <a:spcPts val="0"/>
                        </a:spcAft>
                        <a:buNone/>
                      </a:pPr>
                      <a:r>
                        <a:rPr lang="en-US" sz="1800"/>
                        <a:t>3. </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a:t>3. </a:t>
                      </a:r>
                      <a:endParaRPr sz="1800">
                        <a:solidFill>
                          <a:srgbClr val="0000FF"/>
                        </a:solidFill>
                      </a:endParaRPr>
                    </a:p>
                  </a:txBody>
                  <a:tcPr marL="91425" marR="91425" marT="91425" marB="91425"/>
                </a:tc>
                <a:tc hMerge="1">
                  <a:txBody>
                    <a:bodyPr/>
                    <a:lstStyle/>
                    <a:p>
                      <a:endParaRPr lang="en-VN"/>
                    </a:p>
                  </a:txBody>
                  <a:tcPr/>
                </a:tc>
                <a:extLst>
                  <a:ext uri="{0D108BD9-81ED-4DB2-BD59-A6C34878D82A}">
                    <a16:rowId xmlns:a16="http://schemas.microsoft.com/office/drawing/2014/main" val="10009"/>
                  </a:ext>
                </a:extLst>
              </a:tr>
              <a:tr h="381425">
                <a:tc gridSpan="2">
                  <a:txBody>
                    <a:bodyPr/>
                    <a:lstStyle/>
                    <a:p>
                      <a:pPr marL="0" lvl="0" indent="0" algn="l" rtl="0">
                        <a:lnSpc>
                          <a:spcPct val="115000"/>
                        </a:lnSpc>
                        <a:spcBef>
                          <a:spcPts val="0"/>
                        </a:spcBef>
                        <a:spcAft>
                          <a:spcPts val="0"/>
                        </a:spcAft>
                        <a:buNone/>
                      </a:pPr>
                      <a:r>
                        <a:rPr lang="en-US" sz="1800"/>
                        <a:t>What did I show or prove? </a:t>
                      </a:r>
                      <a:endParaRPr sz="1800">
                        <a:solidFill>
                          <a:srgbClr val="0000FF"/>
                        </a:solidFill>
                      </a:endParaRPr>
                    </a:p>
                  </a:txBody>
                  <a:tcPr marL="91425" marR="91425" marT="91425" marB="91425"/>
                </a:tc>
                <a:tc hMerge="1">
                  <a:txBody>
                    <a:bodyPr/>
                    <a:lstStyle/>
                    <a:p>
                      <a:endParaRPr lang="en-VN"/>
                    </a:p>
                  </a:txBody>
                  <a:tcPr/>
                </a:tc>
                <a:tc gridSpan="2">
                  <a:txBody>
                    <a:bodyPr/>
                    <a:lstStyle/>
                    <a:p>
                      <a:pPr marL="0" lvl="0" indent="0" algn="l" rtl="0">
                        <a:lnSpc>
                          <a:spcPct val="115000"/>
                        </a:lnSpc>
                        <a:spcBef>
                          <a:spcPts val="0"/>
                        </a:spcBef>
                        <a:spcAft>
                          <a:spcPts val="0"/>
                        </a:spcAft>
                        <a:buNone/>
                      </a:pPr>
                      <a:r>
                        <a:rPr lang="en-US" sz="1800"/>
                        <a:t>What did I show or prove? </a:t>
                      </a:r>
                      <a:endParaRPr sz="1800"/>
                    </a:p>
                  </a:txBody>
                  <a:tcPr marL="91425" marR="91425" marT="91425" marB="91425"/>
                </a:tc>
                <a:tc hMerge="1">
                  <a:txBody>
                    <a:bodyPr/>
                    <a:lstStyle/>
                    <a:p>
                      <a:endParaRPr lang="en-VN"/>
                    </a:p>
                  </a:txBody>
                  <a:tcPr/>
                </a:tc>
                <a:extLst>
                  <a:ext uri="{0D108BD9-81ED-4DB2-BD59-A6C34878D82A}">
                    <a16:rowId xmlns:a16="http://schemas.microsoft.com/office/drawing/2014/main" val="10010"/>
                  </a:ext>
                </a:extLst>
              </a:tr>
              <a:tr h="381425">
                <a:tc gridSpan="4">
                  <a:txBody>
                    <a:bodyPr/>
                    <a:lstStyle/>
                    <a:p>
                      <a:pPr marL="0" lvl="0" indent="0" algn="l" rtl="0">
                        <a:lnSpc>
                          <a:spcPct val="115000"/>
                        </a:lnSpc>
                        <a:spcBef>
                          <a:spcPts val="0"/>
                        </a:spcBef>
                        <a:spcAft>
                          <a:spcPts val="0"/>
                        </a:spcAft>
                        <a:buNone/>
                      </a:pPr>
                      <a:r>
                        <a:rPr lang="en-US" sz="1800" b="1"/>
                        <a:t>Conclusion </a:t>
                      </a:r>
                      <a:endParaRPr sz="1800"/>
                    </a:p>
                    <a:p>
                      <a:pPr marL="0" lvl="0" indent="0" algn="l" rtl="0">
                        <a:lnSpc>
                          <a:spcPct val="115000"/>
                        </a:lnSpc>
                        <a:spcBef>
                          <a:spcPts val="1000"/>
                        </a:spcBef>
                        <a:spcAft>
                          <a:spcPts val="0"/>
                        </a:spcAft>
                        <a:buNone/>
                      </a:pPr>
                      <a:r>
                        <a:rPr lang="en-US" sz="1800"/>
                        <a:t>Summary my main points: </a:t>
                      </a:r>
                      <a:endParaRPr sz="1800">
                        <a:solidFill>
                          <a:srgbClr val="0000FF"/>
                        </a:solidFill>
                      </a:endParaRPr>
                    </a:p>
                    <a:p>
                      <a:pPr marL="0" lvl="0" indent="0" algn="l" rtl="0">
                        <a:lnSpc>
                          <a:spcPct val="115000"/>
                        </a:lnSpc>
                        <a:spcBef>
                          <a:spcPts val="1000"/>
                        </a:spcBef>
                        <a:spcAft>
                          <a:spcPts val="0"/>
                        </a:spcAft>
                        <a:buNone/>
                      </a:pPr>
                      <a:r>
                        <a:rPr lang="en-US" sz="1800"/>
                        <a:t>My final point:</a:t>
                      </a:r>
                      <a:r>
                        <a:rPr lang="en-US" sz="1800">
                          <a:solidFill>
                            <a:srgbClr val="0000FF"/>
                          </a:solidFill>
                        </a:rPr>
                        <a:t> </a:t>
                      </a:r>
                      <a:endParaRPr sz="1800">
                        <a:solidFill>
                          <a:srgbClr val="0000FF"/>
                        </a:solidFill>
                      </a:endParaRPr>
                    </a:p>
                  </a:txBody>
                  <a:tcPr marL="91425" marR="91425" marT="91425" marB="91425"/>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11"/>
                  </a:ext>
                </a:extLst>
              </a:tr>
            </a:tbl>
          </a:graphicData>
        </a:graphic>
      </p:graphicFrame>
      <p:sp>
        <p:nvSpPr>
          <p:cNvPr id="818" name="Google Shape;818;p36"/>
          <p:cNvSpPr txBox="1"/>
          <p:nvPr/>
        </p:nvSpPr>
        <p:spPr>
          <a:xfrm>
            <a:off x="351300" y="76200"/>
            <a:ext cx="16676700" cy="647100"/>
          </a:xfrm>
          <a:prstGeom prst="rect">
            <a:avLst/>
          </a:prstGeom>
          <a:no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r>
              <a:rPr lang="en-US" sz="1800"/>
              <a:t>Nowadays, the way many people interact with each other has changed because of technology. In what ways has technology affected the types of relationships people make? Has this become a positive or negative development?</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37"/>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pic>
        <p:nvPicPr>
          <p:cNvPr id="824" name="Google Shape;824;p37"/>
          <p:cNvPicPr preferRelativeResize="0"/>
          <p:nvPr/>
        </p:nvPicPr>
        <p:blipFill>
          <a:blip r:embed="rId4">
            <a:alphaModFix/>
          </a:blip>
          <a:stretch>
            <a:fillRect/>
          </a:stretch>
        </p:blipFill>
        <p:spPr>
          <a:xfrm>
            <a:off x="16875600" y="0"/>
            <a:ext cx="1281499" cy="1281499"/>
          </a:xfrm>
          <a:prstGeom prst="rect">
            <a:avLst/>
          </a:prstGeom>
          <a:noFill/>
          <a:ln>
            <a:noFill/>
          </a:ln>
        </p:spPr>
      </p:pic>
      <p:sp>
        <p:nvSpPr>
          <p:cNvPr id="825" name="Google Shape;825;p37"/>
          <p:cNvSpPr txBox="1"/>
          <p:nvPr/>
        </p:nvSpPr>
        <p:spPr>
          <a:xfrm>
            <a:off x="1450450" y="378825"/>
            <a:ext cx="15185100" cy="8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800">
                <a:solidFill>
                  <a:srgbClr val="085630"/>
                </a:solidFill>
                <a:latin typeface="Roboto Medium"/>
                <a:ea typeface="Roboto Medium"/>
                <a:cs typeface="Roboto Medium"/>
                <a:sym typeface="Roboto Medium"/>
              </a:rPr>
              <a:t>CÁCH TRIỂN KHAI BÀI LUẬN TRÌNH BÀY CÂU HỎI TRỰC TIẾP</a:t>
            </a:r>
            <a:endParaRPr sz="3800">
              <a:solidFill>
                <a:srgbClr val="085630"/>
              </a:solidFill>
              <a:latin typeface="Roboto Medium"/>
              <a:ea typeface="Roboto Medium"/>
              <a:cs typeface="Roboto Medium"/>
              <a:sym typeface="Roboto Medium"/>
            </a:endParaRPr>
          </a:p>
        </p:txBody>
      </p:sp>
      <p:graphicFrame>
        <p:nvGraphicFramePr>
          <p:cNvPr id="826" name="Google Shape;826;p37"/>
          <p:cNvGraphicFramePr/>
          <p:nvPr/>
        </p:nvGraphicFramePr>
        <p:xfrm>
          <a:off x="952500" y="1531013"/>
          <a:ext cx="3000000" cy="3000000"/>
        </p:xfrm>
        <a:graphic>
          <a:graphicData uri="http://schemas.openxmlformats.org/drawingml/2006/table">
            <a:tbl>
              <a:tblPr>
                <a:noFill/>
                <a:tableStyleId>{8C8B14B2-F8CD-48D2-91BB-BA4C45A4BBF1}</a:tableStyleId>
              </a:tblPr>
              <a:tblGrid>
                <a:gridCol w="1977175">
                  <a:extLst>
                    <a:ext uri="{9D8B030D-6E8A-4147-A177-3AD203B41FA5}">
                      <a16:colId xmlns:a16="http://schemas.microsoft.com/office/drawing/2014/main" val="20000"/>
                    </a:ext>
                  </a:extLst>
                </a:gridCol>
                <a:gridCol w="14405825">
                  <a:extLst>
                    <a:ext uri="{9D8B030D-6E8A-4147-A177-3AD203B41FA5}">
                      <a16:colId xmlns:a16="http://schemas.microsoft.com/office/drawing/2014/main" val="20001"/>
                    </a:ext>
                  </a:extLst>
                </a:gridCol>
              </a:tblGrid>
              <a:tr h="935225">
                <a:tc>
                  <a:txBody>
                    <a:bodyPr/>
                    <a:lstStyle/>
                    <a:p>
                      <a:pPr marL="0" lvl="0" indent="0" algn="l" rtl="0">
                        <a:spcBef>
                          <a:spcPts val="0"/>
                        </a:spcBef>
                        <a:spcAft>
                          <a:spcPts val="0"/>
                        </a:spcAft>
                        <a:buNone/>
                      </a:pPr>
                      <a:r>
                        <a:rPr lang="en-US" sz="2500"/>
                        <a:t>Introduction</a:t>
                      </a:r>
                      <a:endParaRPr sz="2500"/>
                    </a:p>
                  </a:txBody>
                  <a:tcPr marL="91425" marR="91425" marT="91425" marB="91425" anchor="ctr"/>
                </a:tc>
                <a:tc>
                  <a:txBody>
                    <a:bodyPr/>
                    <a:lstStyle/>
                    <a:p>
                      <a:pPr marL="457200" lvl="0" indent="-387350" algn="l" rtl="0">
                        <a:lnSpc>
                          <a:spcPct val="150000"/>
                        </a:lnSpc>
                        <a:spcBef>
                          <a:spcPts val="0"/>
                        </a:spcBef>
                        <a:spcAft>
                          <a:spcPts val="0"/>
                        </a:spcAft>
                        <a:buSzPts val="2500"/>
                        <a:buChar char="●"/>
                      </a:pPr>
                      <a:r>
                        <a:rPr lang="en-US" sz="2500"/>
                        <a:t>Paraphrase Question: </a:t>
                      </a:r>
                      <a:r>
                        <a:rPr lang="en-US" sz="2500">
                          <a:solidFill>
                            <a:srgbClr val="0000FF"/>
                          </a:solidFill>
                        </a:rPr>
                        <a:t>Diễn giải lại câu hỏi bằng cách dùng từ khác nhưng giữ nguyên ý nghĩa</a:t>
                      </a:r>
                      <a:endParaRPr sz="2500">
                        <a:solidFill>
                          <a:srgbClr val="0000FF"/>
                        </a:solidFill>
                      </a:endParaRPr>
                    </a:p>
                    <a:p>
                      <a:pPr marL="457200" lvl="0" indent="-387350" algn="l" rtl="0">
                        <a:lnSpc>
                          <a:spcPct val="150000"/>
                        </a:lnSpc>
                        <a:spcBef>
                          <a:spcPts val="0"/>
                        </a:spcBef>
                        <a:spcAft>
                          <a:spcPts val="0"/>
                        </a:spcAft>
                        <a:buSzPts val="2500"/>
                        <a:buChar char="●"/>
                      </a:pPr>
                      <a:r>
                        <a:rPr lang="en-US" sz="2500"/>
                        <a:t>Thesis Statement: </a:t>
                      </a:r>
                      <a:r>
                        <a:rPr lang="en-US" sz="2500">
                          <a:solidFill>
                            <a:srgbClr val="0000FF"/>
                          </a:solidFill>
                        </a:rPr>
                        <a:t>Câu luận điểm chính thể hiện rõ quan điểm hoặc lập trường của bạn.</a:t>
                      </a:r>
                      <a:endParaRPr sz="2500">
                        <a:solidFill>
                          <a:srgbClr val="0000FF"/>
                        </a:solidFill>
                      </a:endParaRPr>
                    </a:p>
                    <a:p>
                      <a:pPr marL="457200" lvl="0" indent="-387350" algn="l" rtl="0">
                        <a:lnSpc>
                          <a:spcPct val="150000"/>
                        </a:lnSpc>
                        <a:spcBef>
                          <a:spcPts val="0"/>
                        </a:spcBef>
                        <a:spcAft>
                          <a:spcPts val="0"/>
                        </a:spcAft>
                        <a:buSzPts val="2500"/>
                        <a:buChar char="●"/>
                      </a:pPr>
                      <a:r>
                        <a:rPr lang="en-US" sz="2500"/>
                        <a:t>Outline Statement: </a:t>
                      </a:r>
                      <a:r>
                        <a:rPr lang="en-US" sz="2500">
                          <a:solidFill>
                            <a:srgbClr val="0000FF"/>
                          </a:solidFill>
                        </a:rPr>
                        <a:t>Câu tóm lược dàn ý nêu các nội dung chính mà bài viết sẽ thảo luận.</a:t>
                      </a:r>
                      <a:endParaRPr sz="2500">
                        <a:solidFill>
                          <a:srgbClr val="0000FF"/>
                        </a:solidFill>
                      </a:endParaRPr>
                    </a:p>
                  </a:txBody>
                  <a:tcPr marL="91425" marR="91425" marT="91425" marB="91425"/>
                </a:tc>
                <a:extLst>
                  <a:ext uri="{0D108BD9-81ED-4DB2-BD59-A6C34878D82A}">
                    <a16:rowId xmlns:a16="http://schemas.microsoft.com/office/drawing/2014/main" val="10000"/>
                  </a:ext>
                </a:extLst>
              </a:tr>
              <a:tr h="1012550">
                <a:tc>
                  <a:txBody>
                    <a:bodyPr/>
                    <a:lstStyle/>
                    <a:p>
                      <a:pPr marL="0" lvl="0" indent="0" algn="l" rtl="0">
                        <a:spcBef>
                          <a:spcPts val="0"/>
                        </a:spcBef>
                        <a:spcAft>
                          <a:spcPts val="0"/>
                        </a:spcAft>
                        <a:buNone/>
                      </a:pPr>
                      <a:r>
                        <a:rPr lang="en-US" sz="2500"/>
                        <a:t>Body A (B)</a:t>
                      </a:r>
                      <a:endParaRPr sz="2500"/>
                    </a:p>
                  </a:txBody>
                  <a:tcPr marL="91425" marR="91425" marT="91425" marB="91425" anchor="ctr"/>
                </a:tc>
                <a:tc>
                  <a:txBody>
                    <a:bodyPr/>
                    <a:lstStyle/>
                    <a:p>
                      <a:pPr marL="457200" lvl="0" indent="-387350" algn="l" rtl="0">
                        <a:lnSpc>
                          <a:spcPct val="150000"/>
                        </a:lnSpc>
                        <a:spcBef>
                          <a:spcPts val="0"/>
                        </a:spcBef>
                        <a:spcAft>
                          <a:spcPts val="0"/>
                        </a:spcAft>
                        <a:buSzPts val="2500"/>
                        <a:buChar char="●"/>
                      </a:pPr>
                      <a:r>
                        <a:rPr lang="en-US" sz="2500"/>
                        <a:t>Topic Sentence: </a:t>
                      </a:r>
                      <a:r>
                        <a:rPr lang="en-US" sz="2500">
                          <a:solidFill>
                            <a:srgbClr val="0000FF"/>
                          </a:solidFill>
                        </a:rPr>
                        <a:t>Nêu ra 2-3 nguyên nhân của vấn đề</a:t>
                      </a:r>
                      <a:endParaRPr sz="2500">
                        <a:solidFill>
                          <a:srgbClr val="0000FF"/>
                        </a:solidFill>
                      </a:endParaRPr>
                    </a:p>
                    <a:p>
                      <a:pPr marL="457200" lvl="0" indent="-387350" algn="l" rtl="0">
                        <a:lnSpc>
                          <a:spcPct val="150000"/>
                        </a:lnSpc>
                        <a:spcBef>
                          <a:spcPts val="0"/>
                        </a:spcBef>
                        <a:spcAft>
                          <a:spcPts val="0"/>
                        </a:spcAft>
                        <a:buSzPts val="2500"/>
                        <a:buChar char="●"/>
                      </a:pPr>
                      <a:r>
                        <a:rPr lang="en-US" sz="2500"/>
                        <a:t>Explanation: </a:t>
                      </a:r>
                      <a:r>
                        <a:rPr lang="en-US" sz="2500">
                          <a:solidFill>
                            <a:srgbClr val="0000FF"/>
                          </a:solidFill>
                        </a:rPr>
                        <a:t>Giải thích sẽ làm rõ hoặc mở rộng ý chính, cung cấp thêm thông tin chi tiết để làm cho ý tưởng dễ hiểu hơn.</a:t>
                      </a:r>
                      <a:endParaRPr sz="2500">
                        <a:solidFill>
                          <a:srgbClr val="0000FF"/>
                        </a:solidFill>
                      </a:endParaRPr>
                    </a:p>
                    <a:p>
                      <a:pPr marL="457200" lvl="0" indent="-387350" algn="l" rtl="0">
                        <a:lnSpc>
                          <a:spcPct val="150000"/>
                        </a:lnSpc>
                        <a:spcBef>
                          <a:spcPts val="0"/>
                        </a:spcBef>
                        <a:spcAft>
                          <a:spcPts val="0"/>
                        </a:spcAft>
                        <a:buSzPts val="2500"/>
                        <a:buChar char="●"/>
                      </a:pPr>
                      <a:r>
                        <a:rPr lang="en-US" sz="2500"/>
                        <a:t>Example: </a:t>
                      </a:r>
                      <a:r>
                        <a:rPr lang="en-US" sz="2500">
                          <a:solidFill>
                            <a:srgbClr val="0000FF"/>
                          </a:solidFill>
                        </a:rPr>
                        <a:t>Minh họa cho ý chính hoặc chứng minh các nguyên nhân, làm cho ý tưởng trở nên thuyết phục và cụ thể hơn</a:t>
                      </a:r>
                      <a:endParaRPr sz="2500">
                        <a:solidFill>
                          <a:srgbClr val="0000FF"/>
                        </a:solidFill>
                      </a:endParaRPr>
                    </a:p>
                  </a:txBody>
                  <a:tcPr marL="91425" marR="91425" marT="91425" marB="91425"/>
                </a:tc>
                <a:extLst>
                  <a:ext uri="{0D108BD9-81ED-4DB2-BD59-A6C34878D82A}">
                    <a16:rowId xmlns:a16="http://schemas.microsoft.com/office/drawing/2014/main" val="10001"/>
                  </a:ext>
                </a:extLst>
              </a:tr>
              <a:tr h="1016625">
                <a:tc>
                  <a:txBody>
                    <a:bodyPr/>
                    <a:lstStyle/>
                    <a:p>
                      <a:pPr marL="0" lvl="0" indent="0" algn="l" rtl="0">
                        <a:spcBef>
                          <a:spcPts val="0"/>
                        </a:spcBef>
                        <a:spcAft>
                          <a:spcPts val="0"/>
                        </a:spcAft>
                        <a:buNone/>
                      </a:pPr>
                      <a:r>
                        <a:rPr lang="en-US" sz="2500"/>
                        <a:t>Body C</a:t>
                      </a:r>
                      <a:endParaRPr sz="2500"/>
                    </a:p>
                  </a:txBody>
                  <a:tcPr marL="91425" marR="91425" marT="91425" marB="91425" anchor="ctr"/>
                </a:tc>
                <a:tc>
                  <a:txBody>
                    <a:bodyPr/>
                    <a:lstStyle/>
                    <a:p>
                      <a:pPr marL="457200" lvl="0" indent="-387350" algn="l" rtl="0">
                        <a:lnSpc>
                          <a:spcPct val="150000"/>
                        </a:lnSpc>
                        <a:spcBef>
                          <a:spcPts val="0"/>
                        </a:spcBef>
                        <a:spcAft>
                          <a:spcPts val="0"/>
                        </a:spcAft>
                        <a:buSzPts val="2500"/>
                        <a:buChar char="●"/>
                      </a:pPr>
                      <a:r>
                        <a:rPr lang="en-US" sz="2500"/>
                        <a:t>Topic Sentence: </a:t>
                      </a:r>
                      <a:r>
                        <a:rPr lang="en-US" sz="2500">
                          <a:solidFill>
                            <a:srgbClr val="0000FF"/>
                          </a:solidFill>
                        </a:rPr>
                        <a:t>Nêu ra các giải pháp cho vấn đề</a:t>
                      </a:r>
                      <a:endParaRPr sz="2500">
                        <a:solidFill>
                          <a:srgbClr val="0000FF"/>
                        </a:solidFill>
                      </a:endParaRPr>
                    </a:p>
                    <a:p>
                      <a:pPr marL="457200" lvl="0" indent="-387350" algn="l" rtl="0">
                        <a:lnSpc>
                          <a:spcPct val="150000"/>
                        </a:lnSpc>
                        <a:spcBef>
                          <a:spcPts val="0"/>
                        </a:spcBef>
                        <a:spcAft>
                          <a:spcPts val="0"/>
                        </a:spcAft>
                        <a:buSzPts val="2500"/>
                        <a:buChar char="●"/>
                      </a:pPr>
                      <a:r>
                        <a:rPr lang="en-US" sz="2500"/>
                        <a:t>Explanation: </a:t>
                      </a:r>
                      <a:r>
                        <a:rPr lang="en-US" sz="2500">
                          <a:solidFill>
                            <a:srgbClr val="0000FF"/>
                          </a:solidFill>
                        </a:rPr>
                        <a:t>Giải thích lý do tại sao từng giải pháp lại có ích</a:t>
                      </a:r>
                      <a:endParaRPr sz="2500">
                        <a:solidFill>
                          <a:srgbClr val="0000FF"/>
                        </a:solidFill>
                      </a:endParaRPr>
                    </a:p>
                    <a:p>
                      <a:pPr marL="457200" lvl="0" indent="-387350" algn="l" rtl="0">
                        <a:lnSpc>
                          <a:spcPct val="150000"/>
                        </a:lnSpc>
                        <a:spcBef>
                          <a:spcPts val="0"/>
                        </a:spcBef>
                        <a:spcAft>
                          <a:spcPts val="0"/>
                        </a:spcAft>
                        <a:buSzPts val="2500"/>
                        <a:buChar char="●"/>
                      </a:pPr>
                      <a:r>
                        <a:rPr lang="en-US" sz="2500"/>
                        <a:t>Example: </a:t>
                      </a:r>
                      <a:r>
                        <a:rPr lang="en-US" sz="2500">
                          <a:solidFill>
                            <a:srgbClr val="0000FF"/>
                          </a:solidFill>
                        </a:rPr>
                        <a:t>Chứng minh giải pháp là hữu ích hoặc ví dụ</a:t>
                      </a:r>
                      <a:endParaRPr sz="2500">
                        <a:solidFill>
                          <a:srgbClr val="0000FF"/>
                        </a:solidFill>
                      </a:endParaRPr>
                    </a:p>
                  </a:txBody>
                  <a:tcPr marL="91425" marR="91425" marT="91425" marB="91425"/>
                </a:tc>
                <a:extLst>
                  <a:ext uri="{0D108BD9-81ED-4DB2-BD59-A6C34878D82A}">
                    <a16:rowId xmlns:a16="http://schemas.microsoft.com/office/drawing/2014/main" val="10002"/>
                  </a:ext>
                </a:extLst>
              </a:tr>
              <a:tr h="1000425">
                <a:tc>
                  <a:txBody>
                    <a:bodyPr/>
                    <a:lstStyle/>
                    <a:p>
                      <a:pPr marL="0" lvl="0" indent="0" algn="l" rtl="0">
                        <a:spcBef>
                          <a:spcPts val="0"/>
                        </a:spcBef>
                        <a:spcAft>
                          <a:spcPts val="0"/>
                        </a:spcAft>
                        <a:buNone/>
                      </a:pPr>
                      <a:r>
                        <a:rPr lang="en-US" sz="2500"/>
                        <a:t>Conclusion</a:t>
                      </a:r>
                      <a:endParaRPr sz="2500"/>
                    </a:p>
                  </a:txBody>
                  <a:tcPr marL="91425" marR="91425" marT="91425" marB="91425" anchor="ctr"/>
                </a:tc>
                <a:tc>
                  <a:txBody>
                    <a:bodyPr/>
                    <a:lstStyle/>
                    <a:p>
                      <a:pPr marL="457200" lvl="0" indent="-387350" algn="l" rtl="0">
                        <a:lnSpc>
                          <a:spcPct val="150000"/>
                        </a:lnSpc>
                        <a:spcBef>
                          <a:spcPts val="0"/>
                        </a:spcBef>
                        <a:spcAft>
                          <a:spcPts val="0"/>
                        </a:spcAft>
                        <a:buSzPts val="2500"/>
                        <a:buChar char="●"/>
                      </a:pPr>
                      <a:r>
                        <a:rPr lang="en-US" sz="2500"/>
                        <a:t>Summary of main points: </a:t>
                      </a:r>
                      <a:r>
                        <a:rPr lang="en-US" sz="2500">
                          <a:solidFill>
                            <a:srgbClr val="0000FF"/>
                          </a:solidFill>
                        </a:rPr>
                        <a:t>Tóm tắt lại ý chính của bài (đã viết trong thân bài)</a:t>
                      </a:r>
                      <a:endParaRPr sz="2500">
                        <a:solidFill>
                          <a:srgbClr val="0000FF"/>
                        </a:solidFill>
                      </a:endParaRPr>
                    </a:p>
                    <a:p>
                      <a:pPr marL="457200" lvl="0" indent="-387350" algn="l" rtl="0">
                        <a:lnSpc>
                          <a:spcPct val="150000"/>
                        </a:lnSpc>
                        <a:spcBef>
                          <a:spcPts val="0"/>
                        </a:spcBef>
                        <a:spcAft>
                          <a:spcPts val="0"/>
                        </a:spcAft>
                        <a:buSzPts val="2500"/>
                        <a:buChar char="●"/>
                      </a:pPr>
                      <a:r>
                        <a:rPr lang="en-US" sz="2500"/>
                        <a:t>Your opinion: </a:t>
                      </a:r>
                      <a:r>
                        <a:rPr lang="en-US" sz="2500">
                          <a:solidFill>
                            <a:srgbClr val="0000FF"/>
                          </a:solidFill>
                        </a:rPr>
                        <a:t>Khẳng định lại quan điểm của bạn.</a:t>
                      </a:r>
                      <a:endParaRPr sz="2500">
                        <a:solidFill>
                          <a:srgbClr val="0000FF"/>
                        </a:solidFill>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38"/>
          <p:cNvSpPr/>
          <p:nvPr/>
        </p:nvSpPr>
        <p:spPr>
          <a:xfrm>
            <a:off x="8200450" y="9517200"/>
            <a:ext cx="2235000" cy="771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32" name="Google Shape;832;p38"/>
          <p:cNvSpPr txBox="1"/>
          <p:nvPr/>
        </p:nvSpPr>
        <p:spPr>
          <a:xfrm>
            <a:off x="945050" y="3467950"/>
            <a:ext cx="16170000" cy="1421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7000">
                <a:solidFill>
                  <a:schemeClr val="dk1"/>
                </a:solidFill>
                <a:latin typeface="Montserrat Medium"/>
                <a:ea typeface="Montserrat Medium"/>
                <a:cs typeface="Montserrat Medium"/>
                <a:sym typeface="Montserrat Medium"/>
              </a:rPr>
              <a:t>VIẾT BÀI &amp; KIỂM TRA SAU KHI VIẾT </a:t>
            </a:r>
            <a:endParaRPr sz="7000">
              <a:solidFill>
                <a:schemeClr val="dk1"/>
              </a:solidFill>
              <a:latin typeface="Montserrat Medium"/>
              <a:ea typeface="Montserrat Medium"/>
              <a:cs typeface="Montserrat Medium"/>
              <a:sym typeface="Montserrat Medium"/>
            </a:endParaRPr>
          </a:p>
        </p:txBody>
      </p:sp>
      <p:sp>
        <p:nvSpPr>
          <p:cNvPr id="833" name="Google Shape;833;p38"/>
          <p:cNvSpPr txBox="1"/>
          <p:nvPr/>
        </p:nvSpPr>
        <p:spPr>
          <a:xfrm>
            <a:off x="8200450" y="29575"/>
            <a:ext cx="2090700" cy="1833000"/>
          </a:xfrm>
          <a:prstGeom prst="rect">
            <a:avLst/>
          </a:prstGeom>
          <a:solidFill>
            <a:srgbClr val="006B3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0">
                <a:solidFill>
                  <a:schemeClr val="lt1"/>
                </a:solidFill>
                <a:latin typeface="Montserrat Medium"/>
                <a:ea typeface="Montserrat Medium"/>
                <a:cs typeface="Montserrat Medium"/>
                <a:sym typeface="Montserrat Medium"/>
              </a:rPr>
              <a:t>04</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40"/>
          <p:cNvSpPr txBox="1"/>
          <p:nvPr/>
        </p:nvSpPr>
        <p:spPr>
          <a:xfrm>
            <a:off x="6648450" y="485100"/>
            <a:ext cx="5231400" cy="677400"/>
          </a:xfrm>
          <a:prstGeom prst="rect">
            <a:avLst/>
          </a:prstGeom>
          <a:noFill/>
          <a:ln>
            <a:noFill/>
          </a:ln>
        </p:spPr>
        <p:txBody>
          <a:bodyPr spcFirstLastPara="1" wrap="square" lIns="0" tIns="0" rIns="0" bIns="0" anchor="t" anchorCtr="0">
            <a:spAutoFit/>
          </a:bodyPr>
          <a:lstStyle/>
          <a:p>
            <a:pPr marL="0" marR="0" lvl="0" indent="0" algn="l" rtl="0">
              <a:lnSpc>
                <a:spcPct val="162083"/>
              </a:lnSpc>
              <a:spcBef>
                <a:spcPts val="0"/>
              </a:spcBef>
              <a:spcAft>
                <a:spcPts val="0"/>
              </a:spcAft>
              <a:buNone/>
            </a:pPr>
            <a:r>
              <a:rPr lang="en-US" sz="4400">
                <a:solidFill>
                  <a:srgbClr val="018345"/>
                </a:solidFill>
                <a:latin typeface="Montserrat SemiBold"/>
                <a:ea typeface="Montserrat SemiBold"/>
                <a:cs typeface="Montserrat SemiBold"/>
                <a:sym typeface="Montserrat SemiBold"/>
              </a:rPr>
              <a:t>BÀI VIẾT MẪU</a:t>
            </a:r>
            <a:endParaRPr sz="100">
              <a:latin typeface="Montserrat SemiBold"/>
              <a:ea typeface="Montserrat SemiBold"/>
              <a:cs typeface="Montserrat SemiBold"/>
              <a:sym typeface="Montserrat SemiBold"/>
            </a:endParaRPr>
          </a:p>
        </p:txBody>
      </p:sp>
      <p:pic>
        <p:nvPicPr>
          <p:cNvPr id="847" name="Google Shape;847;p40"/>
          <p:cNvPicPr preferRelativeResize="0"/>
          <p:nvPr/>
        </p:nvPicPr>
        <p:blipFill>
          <a:blip r:embed="rId3">
            <a:alphaModFix/>
          </a:blip>
          <a:stretch>
            <a:fillRect/>
          </a:stretch>
        </p:blipFill>
        <p:spPr>
          <a:xfrm>
            <a:off x="16966704" y="0"/>
            <a:ext cx="1190400" cy="1190400"/>
          </a:xfrm>
          <a:prstGeom prst="rect">
            <a:avLst/>
          </a:prstGeom>
          <a:noFill/>
          <a:ln>
            <a:noFill/>
          </a:ln>
        </p:spPr>
      </p:pic>
      <p:sp>
        <p:nvSpPr>
          <p:cNvPr id="848" name="Google Shape;848;p40"/>
          <p:cNvSpPr txBox="1"/>
          <p:nvPr/>
        </p:nvSpPr>
        <p:spPr>
          <a:xfrm>
            <a:off x="808475" y="1299800"/>
            <a:ext cx="16942500" cy="1339200"/>
          </a:xfrm>
          <a:prstGeom prst="rect">
            <a:avLst/>
          </a:prstGeom>
          <a:noFill/>
          <a:ln w="9525" cap="flat" cmpd="sng">
            <a:solidFill>
              <a:srgbClr val="000000"/>
            </a:solidFill>
            <a:prstDash val="dash"/>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500">
                <a:solidFill>
                  <a:srgbClr val="0E0E0E"/>
                </a:solidFill>
              </a:rPr>
              <a:t>Some people think that money is one of the most essential factors in promoting happiness.</a:t>
            </a:r>
            <a:endParaRPr sz="2500">
              <a:solidFill>
                <a:srgbClr val="0E0E0E"/>
              </a:solidFill>
            </a:endParaRPr>
          </a:p>
          <a:p>
            <a:pPr marL="0" lvl="0" indent="0" algn="l" rtl="0">
              <a:spcBef>
                <a:spcPts val="0"/>
              </a:spcBef>
              <a:spcAft>
                <a:spcPts val="0"/>
              </a:spcAft>
              <a:buNone/>
            </a:pPr>
            <a:r>
              <a:rPr lang="en-US" sz="2500">
                <a:solidFill>
                  <a:srgbClr val="0E0E0E"/>
                </a:solidFill>
              </a:rPr>
              <a:t>Do you think people can be happy without much money?</a:t>
            </a:r>
            <a:endParaRPr sz="2500">
              <a:solidFill>
                <a:srgbClr val="0E0E0E"/>
              </a:solidFill>
            </a:endParaRPr>
          </a:p>
          <a:p>
            <a:pPr marL="0" lvl="0" indent="0" algn="l" rtl="0">
              <a:spcBef>
                <a:spcPts val="0"/>
              </a:spcBef>
              <a:spcAft>
                <a:spcPts val="0"/>
              </a:spcAft>
              <a:buNone/>
            </a:pPr>
            <a:r>
              <a:rPr lang="en-US" sz="2500">
                <a:solidFill>
                  <a:srgbClr val="0E0E0E"/>
                </a:solidFill>
              </a:rPr>
              <a:t>What other factors contribute towards happiness?</a:t>
            </a:r>
            <a:endParaRPr sz="2500">
              <a:solidFill>
                <a:srgbClr val="0E0E0E"/>
              </a:solidFill>
            </a:endParaRPr>
          </a:p>
        </p:txBody>
      </p:sp>
      <p:sp>
        <p:nvSpPr>
          <p:cNvPr id="849" name="Google Shape;849;p40"/>
          <p:cNvSpPr txBox="1"/>
          <p:nvPr/>
        </p:nvSpPr>
        <p:spPr>
          <a:xfrm>
            <a:off x="792900" y="2892525"/>
            <a:ext cx="16942500" cy="69573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spAutoFit/>
          </a:bodyPr>
          <a:lstStyle/>
          <a:p>
            <a:pPr marL="0" lvl="0" indent="0" algn="just" rtl="0">
              <a:spcBef>
                <a:spcPts val="0"/>
              </a:spcBef>
              <a:spcAft>
                <a:spcPts val="0"/>
              </a:spcAft>
              <a:buNone/>
            </a:pPr>
            <a:r>
              <a:rPr lang="en-US" sz="2200">
                <a:solidFill>
                  <a:srgbClr val="0E0E0E"/>
                </a:solidFill>
              </a:rPr>
              <a:t>Money is considered by many people to be one of the most important contributing factors towards happiness. In my opinion, it is possible for people to be happy even if they have little money and other aspects of life can play a more vital role in creating happiness than wealth alone. This essay will explain the reasons for my point of view.</a:t>
            </a:r>
            <a:endParaRPr sz="2200">
              <a:solidFill>
                <a:srgbClr val="0E0E0E"/>
              </a:solidFill>
            </a:endParaRPr>
          </a:p>
          <a:p>
            <a:pPr marL="0" lvl="0" indent="0" algn="just" rtl="0">
              <a:spcBef>
                <a:spcPts val="0"/>
              </a:spcBef>
              <a:spcAft>
                <a:spcPts val="0"/>
              </a:spcAft>
              <a:buNone/>
            </a:pPr>
            <a:endParaRPr sz="2200">
              <a:solidFill>
                <a:srgbClr val="0E0E0E"/>
              </a:solidFill>
            </a:endParaRPr>
          </a:p>
          <a:p>
            <a:pPr marL="0" lvl="0" indent="0" algn="just" rtl="0">
              <a:spcBef>
                <a:spcPts val="0"/>
              </a:spcBef>
              <a:spcAft>
                <a:spcPts val="0"/>
              </a:spcAft>
              <a:buNone/>
            </a:pPr>
            <a:r>
              <a:rPr lang="en-US" sz="2200">
                <a:solidFill>
                  <a:srgbClr val="0E0E0E"/>
                </a:solidFill>
              </a:rPr>
              <a:t>On the one hand, money allows people to afford luxuries and treats, which certainly do bring temporary enjoyment and satisfaction, also, a substantial number of people are happy without money. Firstly, money is no guarantee of happiness, particularly if disease or disaster feature largely in someone's life. Secondly, as long as people have the money to cover their necessities, doing without luxury items does not negatively affect the pleasures that a good life can bring. </a:t>
            </a:r>
            <a:endParaRPr sz="2200">
              <a:solidFill>
                <a:srgbClr val="0E0E0E"/>
              </a:solidFill>
            </a:endParaRPr>
          </a:p>
          <a:p>
            <a:pPr marL="0" lvl="0" indent="0" algn="just" rtl="0">
              <a:spcBef>
                <a:spcPts val="0"/>
              </a:spcBef>
              <a:spcAft>
                <a:spcPts val="0"/>
              </a:spcAft>
              <a:buNone/>
            </a:pPr>
            <a:endParaRPr sz="2200">
              <a:solidFill>
                <a:srgbClr val="0E0E0E"/>
              </a:solidFill>
            </a:endParaRPr>
          </a:p>
          <a:p>
            <a:pPr marL="0" lvl="0" indent="0" algn="just" rtl="0">
              <a:spcBef>
                <a:spcPts val="0"/>
              </a:spcBef>
              <a:spcAft>
                <a:spcPts val="0"/>
              </a:spcAft>
              <a:buNone/>
            </a:pPr>
            <a:r>
              <a:rPr lang="en-US" sz="2200">
                <a:solidFill>
                  <a:srgbClr val="0E0E0E"/>
                </a:solidFill>
              </a:rPr>
              <a:t>Another point considering is that people can gain satisfaction in their life is through their work rather than money. For instance, a doctor doing volunteer service overseas in underdeveloped countries may earn little or no money, but the reward of doing such work is profoundly rewarding. Not only that but it can be a long-term fulfilment that they carry with them through life in the form of rich memories and the knowledge of a life well-lived.</a:t>
            </a:r>
            <a:endParaRPr sz="2200">
              <a:solidFill>
                <a:srgbClr val="0E0E0E"/>
              </a:solidFill>
            </a:endParaRPr>
          </a:p>
          <a:p>
            <a:pPr marL="0" lvl="0" indent="0" algn="just" rtl="0">
              <a:spcBef>
                <a:spcPts val="0"/>
              </a:spcBef>
              <a:spcAft>
                <a:spcPts val="0"/>
              </a:spcAft>
              <a:buNone/>
            </a:pPr>
            <a:endParaRPr sz="2200">
              <a:solidFill>
                <a:srgbClr val="0E0E0E"/>
              </a:solidFill>
            </a:endParaRPr>
          </a:p>
          <a:p>
            <a:pPr marL="0" lvl="0" indent="0" algn="just" rtl="0">
              <a:spcBef>
                <a:spcPts val="0"/>
              </a:spcBef>
              <a:spcAft>
                <a:spcPts val="0"/>
              </a:spcAft>
              <a:buNone/>
            </a:pPr>
            <a:r>
              <a:rPr lang="en-US" sz="2200">
                <a:solidFill>
                  <a:srgbClr val="0E0E0E"/>
                </a:solidFill>
              </a:rPr>
              <a:t>Finally, another influencing factor of contentment in life is having supportive and loving people in one's life. While money may bring opportunities to enjoy pleasures, few people would enjoy them in isolation. Being surrounded by a loving and caring family is considered by many people to be the most valuable thing in life. This is one aspect of life that money certainly cannot buy.</a:t>
            </a:r>
            <a:endParaRPr sz="2200">
              <a:solidFill>
                <a:srgbClr val="0E0E0E"/>
              </a:solidFill>
            </a:endParaRPr>
          </a:p>
          <a:p>
            <a:pPr marL="0" lvl="0" indent="0" algn="just" rtl="0">
              <a:spcBef>
                <a:spcPts val="0"/>
              </a:spcBef>
              <a:spcAft>
                <a:spcPts val="0"/>
              </a:spcAft>
              <a:buNone/>
            </a:pPr>
            <a:endParaRPr sz="2200">
              <a:solidFill>
                <a:srgbClr val="0E0E0E"/>
              </a:solidFill>
            </a:endParaRPr>
          </a:p>
          <a:p>
            <a:pPr marL="0" lvl="0" indent="0" algn="just" rtl="0">
              <a:spcBef>
                <a:spcPts val="0"/>
              </a:spcBef>
              <a:spcAft>
                <a:spcPts val="0"/>
              </a:spcAft>
              <a:buNone/>
            </a:pPr>
            <a:r>
              <a:rPr lang="en-US" sz="2200">
                <a:solidFill>
                  <a:srgbClr val="0E0E0E"/>
                </a:solidFill>
              </a:rPr>
              <a:t>In conclusion, money is not essential for happiness, which can be found through job satisfaction as well as family. If more people strived in life towards true happiness rather than money, the world would be a better place.</a:t>
            </a:r>
            <a:endParaRPr sz="2200">
              <a:solidFill>
                <a:srgbClr val="0E0E0E"/>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41"/>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855" name="Google Shape;855;p41"/>
          <p:cNvSpPr txBox="1"/>
          <p:nvPr/>
        </p:nvSpPr>
        <p:spPr>
          <a:xfrm>
            <a:off x="1147200" y="1384350"/>
            <a:ext cx="15688800" cy="31899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200"/>
              <a:t>You should spend about 40 minutes on this task.</a:t>
            </a:r>
            <a:endParaRPr sz="2200" b="1"/>
          </a:p>
          <a:p>
            <a:pPr marL="0" lvl="0" indent="0" algn="just" rtl="0">
              <a:lnSpc>
                <a:spcPct val="150000"/>
              </a:lnSpc>
              <a:spcBef>
                <a:spcPts val="1000"/>
              </a:spcBef>
              <a:spcAft>
                <a:spcPts val="0"/>
              </a:spcAft>
              <a:buNone/>
            </a:pPr>
            <a:r>
              <a:rPr lang="en-US" sz="2200"/>
              <a:t>Some parents buy their children whatever they ask for, and allow their children to do whatever they want. Is this a good way to bring up children? What consequences could this way of parenting pose on children as they get older?</a:t>
            </a:r>
            <a:endParaRPr sz="2200"/>
          </a:p>
          <a:p>
            <a:pPr marL="0" lvl="0" indent="0" algn="l" rtl="0">
              <a:spcBef>
                <a:spcPts val="1000"/>
              </a:spcBef>
              <a:spcAft>
                <a:spcPts val="0"/>
              </a:spcAft>
              <a:buNone/>
            </a:pPr>
            <a:r>
              <a:rPr lang="en-US" sz="2200"/>
              <a:t>You should write </a:t>
            </a:r>
            <a:r>
              <a:rPr lang="en-US" sz="2200" u="sng"/>
              <a:t>at least</a:t>
            </a:r>
            <a:r>
              <a:rPr lang="en-US" sz="2200"/>
              <a:t> </a:t>
            </a:r>
            <a:r>
              <a:rPr lang="en-US" sz="2200" b="1"/>
              <a:t>250 words</a:t>
            </a:r>
            <a:r>
              <a:rPr lang="en-US" sz="2200"/>
              <a:t>. Your response will be evaluated in terms of </a:t>
            </a:r>
            <a:r>
              <a:rPr lang="en-US" sz="2200" u="sng"/>
              <a:t>Task fulfilment</a:t>
            </a:r>
            <a:r>
              <a:rPr lang="en-US" sz="2200"/>
              <a:t>, </a:t>
            </a:r>
            <a:r>
              <a:rPr lang="en-US" sz="2200" u="sng"/>
              <a:t>Organization</a:t>
            </a:r>
            <a:r>
              <a:rPr lang="en-US" sz="2200"/>
              <a:t>, </a:t>
            </a:r>
            <a:r>
              <a:rPr lang="en-US" sz="2200" u="sng"/>
              <a:t>Vocabulary </a:t>
            </a:r>
            <a:r>
              <a:rPr lang="en-US" sz="2200"/>
              <a:t>and </a:t>
            </a:r>
            <a:r>
              <a:rPr lang="en-US" sz="2200" u="sng"/>
              <a:t>Grammar</a:t>
            </a:r>
            <a:endParaRPr sz="2200"/>
          </a:p>
        </p:txBody>
      </p:sp>
      <p:sp>
        <p:nvSpPr>
          <p:cNvPr id="856" name="Google Shape;856;p41"/>
          <p:cNvSpPr txBox="1"/>
          <p:nvPr/>
        </p:nvSpPr>
        <p:spPr>
          <a:xfrm>
            <a:off x="1299600" y="232350"/>
            <a:ext cx="6054000" cy="923400"/>
          </a:xfrm>
          <a:prstGeom prst="rect">
            <a:avLst/>
          </a:prstGeom>
          <a:noFill/>
          <a:ln>
            <a:noFill/>
          </a:ln>
        </p:spPr>
        <p:txBody>
          <a:bodyPr spcFirstLastPara="1" wrap="square" lIns="0" tIns="0" rIns="0" bIns="0" anchor="t" anchorCtr="0">
            <a:spAutoFit/>
          </a:bodyPr>
          <a:lstStyle/>
          <a:p>
            <a:pPr marL="0" marR="0" lvl="0" indent="0" algn="ctr" rtl="0">
              <a:lnSpc>
                <a:spcPct val="162083"/>
              </a:lnSpc>
              <a:spcBef>
                <a:spcPts val="0"/>
              </a:spcBef>
              <a:spcAft>
                <a:spcPts val="0"/>
              </a:spcAft>
              <a:buNone/>
            </a:pPr>
            <a:r>
              <a:rPr lang="en-US" sz="6000" b="1">
                <a:solidFill>
                  <a:srgbClr val="018345"/>
                </a:solidFill>
                <a:latin typeface="Montserrat"/>
                <a:ea typeface="Montserrat"/>
                <a:cs typeface="Montserrat"/>
                <a:sym typeface="Montserrat"/>
              </a:rPr>
              <a:t>VÍ DỤ</a:t>
            </a:r>
            <a:endParaRPr/>
          </a:p>
        </p:txBody>
      </p:sp>
      <p:cxnSp>
        <p:nvCxnSpPr>
          <p:cNvPr id="857" name="Google Shape;857;p41"/>
          <p:cNvCxnSpPr/>
          <p:nvPr/>
        </p:nvCxnSpPr>
        <p:spPr>
          <a:xfrm>
            <a:off x="0" y="5551798"/>
            <a:ext cx="4169100" cy="0"/>
          </a:xfrm>
          <a:prstGeom prst="straightConnector1">
            <a:avLst/>
          </a:prstGeom>
          <a:noFill/>
          <a:ln w="38100" cap="flat" cmpd="sng">
            <a:solidFill>
              <a:srgbClr val="FFFFFF"/>
            </a:solidFill>
            <a:prstDash val="solid"/>
            <a:round/>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56"/>
                                        </p:tgtEl>
                                        <p:attrNameLst>
                                          <p:attrName>style.visibility</p:attrName>
                                        </p:attrNameLst>
                                      </p:cBhvr>
                                      <p:to>
                                        <p:strVal val="visible"/>
                                      </p:to>
                                    </p:set>
                                    <p:anim calcmode="lin" valueType="num">
                                      <p:cBhvr additive="base">
                                        <p:cTn id="7" dur="1000"/>
                                        <p:tgtEl>
                                          <p:spTgt spid="856"/>
                                        </p:tgtEl>
                                        <p:attrNameLst>
                                          <p:attrName>ppt_w</p:attrName>
                                        </p:attrNameLst>
                                      </p:cBhvr>
                                      <p:tavLst>
                                        <p:tav tm="0">
                                          <p:val>
                                            <p:strVal val="0"/>
                                          </p:val>
                                        </p:tav>
                                        <p:tav tm="100000">
                                          <p:val>
                                            <p:strVal val="#ppt_w"/>
                                          </p:val>
                                        </p:tav>
                                      </p:tavLst>
                                    </p:anim>
                                    <p:anim calcmode="lin" valueType="num">
                                      <p:cBhvr additive="base">
                                        <p:cTn id="8" dur="1000"/>
                                        <p:tgtEl>
                                          <p:spTgt spid="85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5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42"/>
          <p:cNvSpPr/>
          <p:nvPr/>
        </p:nvSpPr>
        <p:spPr>
          <a:xfrm>
            <a:off x="3779050" y="2679694"/>
            <a:ext cx="10729800" cy="4050600"/>
          </a:xfrm>
          <a:prstGeom prst="roundRect">
            <a:avLst>
              <a:gd name="adj" fmla="val 10955"/>
            </a:avLst>
          </a:prstGeom>
          <a:solidFill>
            <a:schemeClr val="accent2"/>
          </a:solidFill>
          <a:ln w="9525" cap="flat" cmpd="sng">
            <a:solidFill>
              <a:schemeClr val="dk1"/>
            </a:solidFill>
            <a:prstDash val="solid"/>
            <a:round/>
            <a:headEnd type="none" w="sm" len="sm"/>
            <a:tailEnd type="none" w="sm" len="sm"/>
          </a:ln>
          <a:effectLst>
            <a:outerShdw dist="57150" dir="3000000" algn="bl" rotWithShape="0">
              <a:schemeClr val="dk1"/>
            </a:outerShdw>
          </a:effectLst>
        </p:spPr>
        <p:txBody>
          <a:bodyPr spcFirstLastPara="1" wrap="square" lIns="182850" tIns="182850" rIns="182850" bIns="182850" anchor="ctr" anchorCtr="0">
            <a:noAutofit/>
          </a:bodyPr>
          <a:lstStyle/>
          <a:p>
            <a:pPr marL="0" marR="0" lvl="0" indent="0" algn="ctr" rtl="0">
              <a:spcBef>
                <a:spcPts val="0"/>
              </a:spcBef>
              <a:spcAft>
                <a:spcPts val="0"/>
              </a:spcAft>
              <a:buNone/>
            </a:pPr>
            <a:r>
              <a:rPr lang="en-US" sz="8800" b="1" i="0" u="none" strike="noStrike" cap="none">
                <a:solidFill>
                  <a:schemeClr val="dk1"/>
                </a:solidFill>
                <a:latin typeface="Playfair Display"/>
                <a:ea typeface="Playfair Display"/>
                <a:cs typeface="Playfair Display"/>
                <a:sym typeface="Playfair Display"/>
              </a:rPr>
              <a:t>Cảm ơn các bạn</a:t>
            </a:r>
            <a:br>
              <a:rPr lang="en-US" sz="8800" b="1" i="0" u="none" strike="noStrike" cap="none">
                <a:solidFill>
                  <a:schemeClr val="dk1"/>
                </a:solidFill>
                <a:latin typeface="Playfair Display"/>
                <a:ea typeface="Playfair Display"/>
                <a:cs typeface="Playfair Display"/>
                <a:sym typeface="Playfair Display"/>
              </a:rPr>
            </a:br>
            <a:r>
              <a:rPr lang="en-US" sz="8800" b="1" i="0" u="none" strike="noStrike" cap="none">
                <a:solidFill>
                  <a:schemeClr val="dk1"/>
                </a:solidFill>
                <a:latin typeface="Playfair Display"/>
                <a:ea typeface="Playfair Display"/>
                <a:cs typeface="Playfair Display"/>
                <a:sym typeface="Playfair Display"/>
              </a:rPr>
              <a:t>đã chú ý theo dõi</a:t>
            </a:r>
            <a:endParaRPr sz="8800" b="0" i="0" u="none" strike="noStrike" cap="none">
              <a:solidFill>
                <a:srgbClr val="000000"/>
              </a:solidFill>
              <a:latin typeface="Arial"/>
              <a:ea typeface="Arial"/>
              <a:cs typeface="Arial"/>
              <a:sym typeface="Arial"/>
            </a:endParaRPr>
          </a:p>
        </p:txBody>
      </p:sp>
      <p:sp>
        <p:nvSpPr>
          <p:cNvPr id="863" name="Google Shape;863;p42"/>
          <p:cNvSpPr/>
          <p:nvPr/>
        </p:nvSpPr>
        <p:spPr>
          <a:xfrm>
            <a:off x="1145500" y="4947144"/>
            <a:ext cx="1251000" cy="1251000"/>
          </a:xfrm>
          <a:prstGeom prst="star4">
            <a:avLst>
              <a:gd name="adj" fmla="val 8977"/>
            </a:avLst>
          </a:prstGeom>
          <a:solidFill>
            <a:srgbClr val="EB1C24"/>
          </a:solidFill>
          <a:ln>
            <a:noFill/>
          </a:ln>
        </p:spPr>
        <p:txBody>
          <a:bodyPr spcFirstLastPara="1" wrap="square" lIns="182850" tIns="182850" rIns="182850" bIns="182850" anchor="ctr" anchorCtr="0">
            <a:noAutofit/>
          </a:bodyPr>
          <a:lstStyle/>
          <a:p>
            <a:pPr marL="0" marR="0" lvl="0" indent="0" algn="l" rtl="0">
              <a:spcBef>
                <a:spcPts val="0"/>
              </a:spcBef>
              <a:spcAft>
                <a:spcPts val="0"/>
              </a:spcAft>
              <a:buNone/>
            </a:pPr>
            <a:endParaRPr sz="2800" b="0" i="0" u="none" strike="noStrike" cap="none">
              <a:solidFill>
                <a:srgbClr val="000000"/>
              </a:solidFill>
              <a:latin typeface="Arial"/>
              <a:ea typeface="Arial"/>
              <a:cs typeface="Arial"/>
              <a:sym typeface="Arial"/>
            </a:endParaRPr>
          </a:p>
        </p:txBody>
      </p:sp>
      <p:sp>
        <p:nvSpPr>
          <p:cNvPr id="864" name="Google Shape;864;p42"/>
          <p:cNvSpPr/>
          <p:nvPr/>
        </p:nvSpPr>
        <p:spPr>
          <a:xfrm>
            <a:off x="13651638" y="630657"/>
            <a:ext cx="1251000" cy="1251000"/>
          </a:xfrm>
          <a:prstGeom prst="star4">
            <a:avLst>
              <a:gd name="adj" fmla="val 8977"/>
            </a:avLst>
          </a:prstGeom>
          <a:solidFill>
            <a:srgbClr val="018146"/>
          </a:solidFill>
          <a:ln>
            <a:noFill/>
          </a:ln>
        </p:spPr>
        <p:txBody>
          <a:bodyPr spcFirstLastPara="1" wrap="square" lIns="182850" tIns="182850" rIns="182850" bIns="182850" anchor="ctr" anchorCtr="0">
            <a:noAutofit/>
          </a:bodyPr>
          <a:lstStyle/>
          <a:p>
            <a:pPr marL="0" marR="0" lvl="0" indent="0" algn="l" rtl="0">
              <a:spcBef>
                <a:spcPts val="0"/>
              </a:spcBef>
              <a:spcAft>
                <a:spcPts val="0"/>
              </a:spcAft>
              <a:buNone/>
            </a:pPr>
            <a:endParaRPr sz="2800" b="0" i="0" u="none" strike="noStrike" cap="none">
              <a:solidFill>
                <a:srgbClr val="000000"/>
              </a:solidFill>
              <a:latin typeface="Arial"/>
              <a:ea typeface="Arial"/>
              <a:cs typeface="Arial"/>
              <a:sym typeface="Arial"/>
            </a:endParaRPr>
          </a:p>
        </p:txBody>
      </p:sp>
      <p:grpSp>
        <p:nvGrpSpPr>
          <p:cNvPr id="865" name="Google Shape;865;p42"/>
          <p:cNvGrpSpPr/>
          <p:nvPr/>
        </p:nvGrpSpPr>
        <p:grpSpPr>
          <a:xfrm>
            <a:off x="4071722" y="6554536"/>
            <a:ext cx="10723086" cy="1947334"/>
            <a:chOff x="4936626" y="6458344"/>
            <a:chExt cx="8993614" cy="1633258"/>
          </a:xfrm>
        </p:grpSpPr>
        <p:sp>
          <p:nvSpPr>
            <p:cNvPr id="866" name="Google Shape;866;p42"/>
            <p:cNvSpPr/>
            <p:nvPr/>
          </p:nvSpPr>
          <p:spPr>
            <a:xfrm>
              <a:off x="4936626" y="6458344"/>
              <a:ext cx="8415000" cy="1065600"/>
            </a:xfrm>
            <a:prstGeom prst="roundRect">
              <a:avLst>
                <a:gd name="adj" fmla="val 28819"/>
              </a:avLst>
            </a:prstGeom>
            <a:solidFill>
              <a:srgbClr val="EB1C24"/>
            </a:solidFill>
            <a:ln w="9525" cap="flat" cmpd="sng">
              <a:solidFill>
                <a:schemeClr val="dk1"/>
              </a:solidFill>
              <a:prstDash val="solid"/>
              <a:round/>
              <a:headEnd type="none" w="sm" len="sm"/>
              <a:tailEnd type="none" w="sm" len="sm"/>
            </a:ln>
            <a:effectLst>
              <a:outerShdw dist="57150" dir="3000000" algn="bl" rotWithShape="0">
                <a:schemeClr val="dk1"/>
              </a:outerShdw>
            </a:effectLst>
          </p:spPr>
          <p:txBody>
            <a:bodyPr spcFirstLastPara="1" wrap="square" lIns="182850" tIns="182850" rIns="182850" bIns="182850" anchor="ctr" anchorCtr="0">
              <a:noAutofit/>
            </a:bodyPr>
            <a:lstStyle/>
            <a:p>
              <a:pPr marL="0" marR="0" lvl="0" indent="0" algn="ctr" rtl="0">
                <a:spcBef>
                  <a:spcPts val="0"/>
                </a:spcBef>
                <a:spcAft>
                  <a:spcPts val="0"/>
                </a:spcAft>
                <a:buNone/>
              </a:pPr>
              <a:r>
                <a:rPr lang="en-US" sz="3600" b="1" i="0" u="none" strike="noStrike" cap="none">
                  <a:solidFill>
                    <a:schemeClr val="accent2"/>
                  </a:solidFill>
                  <a:latin typeface="Roboto"/>
                  <a:ea typeface="Roboto"/>
                  <a:cs typeface="Roboto"/>
                  <a:sym typeface="Roboto"/>
                </a:rPr>
                <a:t>Hẹn gặp lại các bạn ở những bài học tiếp theo</a:t>
              </a:r>
              <a:endParaRPr/>
            </a:p>
          </p:txBody>
        </p:sp>
        <p:grpSp>
          <p:nvGrpSpPr>
            <p:cNvPr id="867" name="Google Shape;867;p42"/>
            <p:cNvGrpSpPr/>
            <p:nvPr/>
          </p:nvGrpSpPr>
          <p:grpSpPr>
            <a:xfrm>
              <a:off x="13106520" y="7236776"/>
              <a:ext cx="823720" cy="854826"/>
              <a:chOff x="4954288" y="3041460"/>
              <a:chExt cx="490368" cy="508886"/>
            </a:xfrm>
          </p:grpSpPr>
          <p:sp>
            <p:nvSpPr>
              <p:cNvPr id="868" name="Google Shape;868;p42"/>
              <p:cNvSpPr/>
              <p:nvPr/>
            </p:nvSpPr>
            <p:spPr>
              <a:xfrm>
                <a:off x="4954288" y="3041460"/>
                <a:ext cx="490368" cy="508886"/>
              </a:xfrm>
              <a:custGeom>
                <a:avLst/>
                <a:gdLst/>
                <a:ahLst/>
                <a:cxnLst/>
                <a:rect l="l" t="t" r="r" b="b"/>
                <a:pathLst>
                  <a:path w="96815" h="100471" extrusionOk="0">
                    <a:moveTo>
                      <a:pt x="13561" y="0"/>
                    </a:moveTo>
                    <a:lnTo>
                      <a:pt x="12618" y="118"/>
                    </a:lnTo>
                    <a:lnTo>
                      <a:pt x="11674" y="236"/>
                    </a:lnTo>
                    <a:lnTo>
                      <a:pt x="10731" y="590"/>
                    </a:lnTo>
                    <a:lnTo>
                      <a:pt x="9906" y="944"/>
                    </a:lnTo>
                    <a:lnTo>
                      <a:pt x="9080" y="1415"/>
                    </a:lnTo>
                    <a:lnTo>
                      <a:pt x="8255" y="1887"/>
                    </a:lnTo>
                    <a:lnTo>
                      <a:pt x="7547" y="2477"/>
                    </a:lnTo>
                    <a:lnTo>
                      <a:pt x="6840" y="3184"/>
                    </a:lnTo>
                    <a:lnTo>
                      <a:pt x="6250" y="3892"/>
                    </a:lnTo>
                    <a:lnTo>
                      <a:pt x="5778" y="4717"/>
                    </a:lnTo>
                    <a:lnTo>
                      <a:pt x="5307" y="5425"/>
                    </a:lnTo>
                    <a:lnTo>
                      <a:pt x="4953" y="6368"/>
                    </a:lnTo>
                    <a:lnTo>
                      <a:pt x="4717" y="7194"/>
                    </a:lnTo>
                    <a:lnTo>
                      <a:pt x="4599" y="8137"/>
                    </a:lnTo>
                    <a:lnTo>
                      <a:pt x="4481" y="8962"/>
                    </a:lnTo>
                    <a:lnTo>
                      <a:pt x="4481" y="9906"/>
                    </a:lnTo>
                    <a:lnTo>
                      <a:pt x="4481" y="10849"/>
                    </a:lnTo>
                    <a:lnTo>
                      <a:pt x="4717" y="11793"/>
                    </a:lnTo>
                    <a:lnTo>
                      <a:pt x="4953" y="12736"/>
                    </a:lnTo>
                    <a:lnTo>
                      <a:pt x="5307" y="13561"/>
                    </a:lnTo>
                    <a:lnTo>
                      <a:pt x="26886" y="59198"/>
                    </a:lnTo>
                    <a:lnTo>
                      <a:pt x="10495" y="57429"/>
                    </a:lnTo>
                    <a:lnTo>
                      <a:pt x="10377" y="57429"/>
                    </a:lnTo>
                    <a:lnTo>
                      <a:pt x="9198" y="57311"/>
                    </a:lnTo>
                    <a:lnTo>
                      <a:pt x="7901" y="57429"/>
                    </a:lnTo>
                    <a:lnTo>
                      <a:pt x="6604" y="57783"/>
                    </a:lnTo>
                    <a:lnTo>
                      <a:pt x="5424" y="58254"/>
                    </a:lnTo>
                    <a:lnTo>
                      <a:pt x="4599" y="58726"/>
                    </a:lnTo>
                    <a:lnTo>
                      <a:pt x="3774" y="59198"/>
                    </a:lnTo>
                    <a:lnTo>
                      <a:pt x="3066" y="59905"/>
                    </a:lnTo>
                    <a:lnTo>
                      <a:pt x="2358" y="60495"/>
                    </a:lnTo>
                    <a:lnTo>
                      <a:pt x="1887" y="61202"/>
                    </a:lnTo>
                    <a:lnTo>
                      <a:pt x="1297" y="62028"/>
                    </a:lnTo>
                    <a:lnTo>
                      <a:pt x="943" y="62853"/>
                    </a:lnTo>
                    <a:lnTo>
                      <a:pt x="590" y="63679"/>
                    </a:lnTo>
                    <a:lnTo>
                      <a:pt x="236" y="64504"/>
                    </a:lnTo>
                    <a:lnTo>
                      <a:pt x="118" y="65448"/>
                    </a:lnTo>
                    <a:lnTo>
                      <a:pt x="0" y="66273"/>
                    </a:lnTo>
                    <a:lnTo>
                      <a:pt x="0" y="67217"/>
                    </a:lnTo>
                    <a:lnTo>
                      <a:pt x="118" y="68160"/>
                    </a:lnTo>
                    <a:lnTo>
                      <a:pt x="236" y="69103"/>
                    </a:lnTo>
                    <a:lnTo>
                      <a:pt x="472" y="70047"/>
                    </a:lnTo>
                    <a:lnTo>
                      <a:pt x="943" y="70872"/>
                    </a:lnTo>
                    <a:lnTo>
                      <a:pt x="1533" y="72169"/>
                    </a:lnTo>
                    <a:lnTo>
                      <a:pt x="2358" y="73231"/>
                    </a:lnTo>
                    <a:lnTo>
                      <a:pt x="3302" y="74174"/>
                    </a:lnTo>
                    <a:lnTo>
                      <a:pt x="4481" y="74882"/>
                    </a:lnTo>
                    <a:lnTo>
                      <a:pt x="39033" y="97051"/>
                    </a:lnTo>
                    <a:lnTo>
                      <a:pt x="40212" y="97759"/>
                    </a:lnTo>
                    <a:lnTo>
                      <a:pt x="41391" y="98348"/>
                    </a:lnTo>
                    <a:lnTo>
                      <a:pt x="42688" y="98938"/>
                    </a:lnTo>
                    <a:lnTo>
                      <a:pt x="43985" y="99410"/>
                    </a:lnTo>
                    <a:lnTo>
                      <a:pt x="45282" y="99763"/>
                    </a:lnTo>
                    <a:lnTo>
                      <a:pt x="46580" y="99999"/>
                    </a:lnTo>
                    <a:lnTo>
                      <a:pt x="47877" y="100235"/>
                    </a:lnTo>
                    <a:lnTo>
                      <a:pt x="49174" y="100353"/>
                    </a:lnTo>
                    <a:lnTo>
                      <a:pt x="50471" y="100471"/>
                    </a:lnTo>
                    <a:lnTo>
                      <a:pt x="51886" y="100353"/>
                    </a:lnTo>
                    <a:lnTo>
                      <a:pt x="53183" y="100235"/>
                    </a:lnTo>
                    <a:lnTo>
                      <a:pt x="54480" y="99999"/>
                    </a:lnTo>
                    <a:lnTo>
                      <a:pt x="55896" y="99763"/>
                    </a:lnTo>
                    <a:lnTo>
                      <a:pt x="57193" y="99410"/>
                    </a:lnTo>
                    <a:lnTo>
                      <a:pt x="58490" y="98938"/>
                    </a:lnTo>
                    <a:lnTo>
                      <a:pt x="59669" y="98348"/>
                    </a:lnTo>
                    <a:lnTo>
                      <a:pt x="84551" y="86556"/>
                    </a:lnTo>
                    <a:lnTo>
                      <a:pt x="86556" y="85495"/>
                    </a:lnTo>
                    <a:lnTo>
                      <a:pt x="88324" y="84315"/>
                    </a:lnTo>
                    <a:lnTo>
                      <a:pt x="89857" y="83018"/>
                    </a:lnTo>
                    <a:lnTo>
                      <a:pt x="91390" y="81485"/>
                    </a:lnTo>
                    <a:lnTo>
                      <a:pt x="92688" y="79834"/>
                    </a:lnTo>
                    <a:lnTo>
                      <a:pt x="93867" y="78183"/>
                    </a:lnTo>
                    <a:lnTo>
                      <a:pt x="94810" y="76297"/>
                    </a:lnTo>
                    <a:lnTo>
                      <a:pt x="95518" y="74410"/>
                    </a:lnTo>
                    <a:lnTo>
                      <a:pt x="96225" y="72523"/>
                    </a:lnTo>
                    <a:lnTo>
                      <a:pt x="96579" y="70518"/>
                    </a:lnTo>
                    <a:lnTo>
                      <a:pt x="96815" y="68396"/>
                    </a:lnTo>
                    <a:lnTo>
                      <a:pt x="96815" y="66391"/>
                    </a:lnTo>
                    <a:lnTo>
                      <a:pt x="96579" y="64269"/>
                    </a:lnTo>
                    <a:lnTo>
                      <a:pt x="96225" y="62146"/>
                    </a:lnTo>
                    <a:lnTo>
                      <a:pt x="95636" y="60141"/>
                    </a:lnTo>
                    <a:lnTo>
                      <a:pt x="94810" y="58136"/>
                    </a:lnTo>
                    <a:lnTo>
                      <a:pt x="77476" y="21580"/>
                    </a:lnTo>
                    <a:lnTo>
                      <a:pt x="77004" y="20637"/>
                    </a:lnTo>
                    <a:lnTo>
                      <a:pt x="76532" y="19929"/>
                    </a:lnTo>
                    <a:lnTo>
                      <a:pt x="75943" y="19222"/>
                    </a:lnTo>
                    <a:lnTo>
                      <a:pt x="75235" y="18514"/>
                    </a:lnTo>
                    <a:lnTo>
                      <a:pt x="74527" y="17925"/>
                    </a:lnTo>
                    <a:lnTo>
                      <a:pt x="73702" y="17453"/>
                    </a:lnTo>
                    <a:lnTo>
                      <a:pt x="72994" y="16981"/>
                    </a:lnTo>
                    <a:lnTo>
                      <a:pt x="72051" y="16627"/>
                    </a:lnTo>
                    <a:lnTo>
                      <a:pt x="71226" y="16392"/>
                    </a:lnTo>
                    <a:lnTo>
                      <a:pt x="70282" y="16274"/>
                    </a:lnTo>
                    <a:lnTo>
                      <a:pt x="69457" y="16156"/>
                    </a:lnTo>
                    <a:lnTo>
                      <a:pt x="67570" y="16156"/>
                    </a:lnTo>
                    <a:lnTo>
                      <a:pt x="66627" y="16392"/>
                    </a:lnTo>
                    <a:lnTo>
                      <a:pt x="65683" y="16627"/>
                    </a:lnTo>
                    <a:lnTo>
                      <a:pt x="64858" y="16981"/>
                    </a:lnTo>
                    <a:lnTo>
                      <a:pt x="63561" y="17689"/>
                    </a:lnTo>
                    <a:lnTo>
                      <a:pt x="62499" y="18632"/>
                    </a:lnTo>
                    <a:lnTo>
                      <a:pt x="61556" y="19576"/>
                    </a:lnTo>
                    <a:lnTo>
                      <a:pt x="60730" y="20755"/>
                    </a:lnTo>
                    <a:lnTo>
                      <a:pt x="59669" y="19811"/>
                    </a:lnTo>
                    <a:lnTo>
                      <a:pt x="58372" y="18986"/>
                    </a:lnTo>
                    <a:lnTo>
                      <a:pt x="57075" y="18396"/>
                    </a:lnTo>
                    <a:lnTo>
                      <a:pt x="55660" y="18043"/>
                    </a:lnTo>
                    <a:lnTo>
                      <a:pt x="54245" y="17925"/>
                    </a:lnTo>
                    <a:lnTo>
                      <a:pt x="52830" y="17925"/>
                    </a:lnTo>
                    <a:lnTo>
                      <a:pt x="51297" y="18278"/>
                    </a:lnTo>
                    <a:lnTo>
                      <a:pt x="49881" y="18868"/>
                    </a:lnTo>
                    <a:lnTo>
                      <a:pt x="48702" y="19576"/>
                    </a:lnTo>
                    <a:lnTo>
                      <a:pt x="47523" y="20401"/>
                    </a:lnTo>
                    <a:lnTo>
                      <a:pt x="46580" y="21462"/>
                    </a:lnTo>
                    <a:lnTo>
                      <a:pt x="45754" y="22524"/>
                    </a:lnTo>
                    <a:lnTo>
                      <a:pt x="44693" y="21580"/>
                    </a:lnTo>
                    <a:lnTo>
                      <a:pt x="43514" y="20873"/>
                    </a:lnTo>
                    <a:lnTo>
                      <a:pt x="42099" y="20283"/>
                    </a:lnTo>
                    <a:lnTo>
                      <a:pt x="40801" y="19811"/>
                    </a:lnTo>
                    <a:lnTo>
                      <a:pt x="39268" y="19693"/>
                    </a:lnTo>
                    <a:lnTo>
                      <a:pt x="37853" y="19811"/>
                    </a:lnTo>
                    <a:lnTo>
                      <a:pt x="36438" y="20047"/>
                    </a:lnTo>
                    <a:lnTo>
                      <a:pt x="35023" y="20637"/>
                    </a:lnTo>
                    <a:lnTo>
                      <a:pt x="33844" y="21226"/>
                    </a:lnTo>
                    <a:lnTo>
                      <a:pt x="32901" y="21934"/>
                    </a:lnTo>
                    <a:lnTo>
                      <a:pt x="31957" y="22877"/>
                    </a:lnTo>
                    <a:lnTo>
                      <a:pt x="31250" y="23821"/>
                    </a:lnTo>
                    <a:lnTo>
                      <a:pt x="22523" y="5425"/>
                    </a:lnTo>
                    <a:lnTo>
                      <a:pt x="22052" y="4599"/>
                    </a:lnTo>
                    <a:lnTo>
                      <a:pt x="21580" y="3774"/>
                    </a:lnTo>
                    <a:lnTo>
                      <a:pt x="20990" y="3066"/>
                    </a:lnTo>
                    <a:lnTo>
                      <a:pt x="20283" y="2477"/>
                    </a:lnTo>
                    <a:lnTo>
                      <a:pt x="19575" y="1887"/>
                    </a:lnTo>
                    <a:lnTo>
                      <a:pt x="18750" y="1297"/>
                    </a:lnTo>
                    <a:lnTo>
                      <a:pt x="18042" y="944"/>
                    </a:lnTo>
                    <a:lnTo>
                      <a:pt x="17099" y="590"/>
                    </a:lnTo>
                    <a:lnTo>
                      <a:pt x="16273" y="354"/>
                    </a:lnTo>
                    <a:lnTo>
                      <a:pt x="15330" y="118"/>
                    </a:lnTo>
                    <a:lnTo>
                      <a:pt x="14505" y="0"/>
                    </a:lnTo>
                    <a:close/>
                  </a:path>
                </a:pathLst>
              </a:custGeom>
              <a:solidFill>
                <a:schemeClr val="accent2"/>
              </a:solidFill>
              <a:ln w="9525" cap="flat" cmpd="sng">
                <a:solidFill>
                  <a:schemeClr val="dk1"/>
                </a:solidFill>
                <a:prstDash val="solid"/>
                <a:round/>
                <a:headEnd type="none" w="sm" len="sm"/>
                <a:tailEnd type="none" w="sm" len="sm"/>
              </a:ln>
              <a:effectLst>
                <a:outerShdw dist="38100" dir="3000000" algn="bl" rotWithShape="0">
                  <a:schemeClr val="dk1"/>
                </a:outerShdw>
              </a:effectLst>
            </p:spPr>
            <p:txBody>
              <a:bodyPr spcFirstLastPara="1" wrap="square" lIns="182850" tIns="182850" rIns="182850" bIns="182850" anchor="ctr" anchorCtr="0">
                <a:noAutofit/>
              </a:bodyPr>
              <a:lstStyle/>
              <a:p>
                <a:pPr marL="0" marR="0" lvl="0" indent="0" algn="l" rtl="0">
                  <a:spcBef>
                    <a:spcPts val="0"/>
                  </a:spcBef>
                  <a:spcAft>
                    <a:spcPts val="0"/>
                  </a:spcAft>
                  <a:buNone/>
                </a:pPr>
                <a:endParaRPr sz="2800" b="0" i="0" u="none" strike="noStrike" cap="none">
                  <a:solidFill>
                    <a:srgbClr val="000000"/>
                  </a:solidFill>
                  <a:latin typeface="Arial"/>
                  <a:ea typeface="Arial"/>
                  <a:cs typeface="Arial"/>
                  <a:sym typeface="Arial"/>
                </a:endParaRPr>
              </a:p>
            </p:txBody>
          </p:sp>
          <p:cxnSp>
            <p:nvCxnSpPr>
              <p:cNvPr id="869" name="Google Shape;869;p42"/>
              <p:cNvCxnSpPr/>
              <p:nvPr/>
            </p:nvCxnSpPr>
            <p:spPr>
              <a:xfrm>
                <a:off x="5110175" y="3157550"/>
                <a:ext cx="63600" cy="141000"/>
              </a:xfrm>
              <a:prstGeom prst="straightConnector1">
                <a:avLst/>
              </a:prstGeom>
              <a:noFill/>
              <a:ln w="9525" cap="rnd" cmpd="sng">
                <a:solidFill>
                  <a:schemeClr val="dk1"/>
                </a:solidFill>
                <a:prstDash val="solid"/>
                <a:round/>
                <a:headEnd type="none" w="sm" len="sm"/>
                <a:tailEnd type="none" w="sm" len="sm"/>
              </a:ln>
            </p:spPr>
          </p:cxnSp>
          <p:cxnSp>
            <p:nvCxnSpPr>
              <p:cNvPr id="870" name="Google Shape;870;p42"/>
              <p:cNvCxnSpPr/>
              <p:nvPr/>
            </p:nvCxnSpPr>
            <p:spPr>
              <a:xfrm>
                <a:off x="5186375" y="3157550"/>
                <a:ext cx="47100" cy="105000"/>
              </a:xfrm>
              <a:prstGeom prst="straightConnector1">
                <a:avLst/>
              </a:prstGeom>
              <a:noFill/>
              <a:ln w="9525" cap="rnd" cmpd="sng">
                <a:solidFill>
                  <a:schemeClr val="dk1"/>
                </a:solidFill>
                <a:prstDash val="solid"/>
                <a:round/>
                <a:headEnd type="none" w="sm" len="sm"/>
                <a:tailEnd type="none" w="sm" len="sm"/>
              </a:ln>
            </p:spPr>
          </p:cxnSp>
          <p:cxnSp>
            <p:nvCxnSpPr>
              <p:cNvPr id="871" name="Google Shape;871;p42"/>
              <p:cNvCxnSpPr/>
              <p:nvPr/>
            </p:nvCxnSpPr>
            <p:spPr>
              <a:xfrm>
                <a:off x="5259003" y="3144450"/>
                <a:ext cx="39600" cy="89700"/>
              </a:xfrm>
              <a:prstGeom prst="straightConnector1">
                <a:avLst/>
              </a:prstGeom>
              <a:noFill/>
              <a:ln w="9525" cap="rnd" cmpd="sng">
                <a:solidFill>
                  <a:schemeClr val="dk1"/>
                </a:solidFill>
                <a:prstDash val="solid"/>
                <a:round/>
                <a:headEnd type="none" w="sm" len="sm"/>
                <a:tailEnd type="none" w="sm" len="sm"/>
              </a:ln>
            </p:spPr>
          </p:cxnSp>
        </p:grpSp>
      </p:grpSp>
      <p:pic>
        <p:nvPicPr>
          <p:cNvPr id="872" name="Google Shape;872;p42" descr="Logo"/>
          <p:cNvPicPr preferRelativeResize="0"/>
          <p:nvPr/>
        </p:nvPicPr>
        <p:blipFill rotWithShape="1">
          <a:blip r:embed="rId3">
            <a:alphaModFix/>
          </a:blip>
          <a:srcRect/>
          <a:stretch/>
        </p:blipFill>
        <p:spPr>
          <a:xfrm>
            <a:off x="7308278" y="1408434"/>
            <a:ext cx="3671343" cy="94644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Custom 30">
      <a:dk1>
        <a:srgbClr val="414041"/>
      </a:dk1>
      <a:lt1>
        <a:srgbClr val="FFFFFF"/>
      </a:lt1>
      <a:dk2>
        <a:srgbClr val="018146"/>
      </a:dk2>
      <a:lt2>
        <a:srgbClr val="EB1C24"/>
      </a:lt2>
      <a:accent1>
        <a:srgbClr val="5B9BD5"/>
      </a:accent1>
      <a:accent2>
        <a:srgbClr val="DE6927"/>
      </a:accent2>
      <a:accent3>
        <a:srgbClr val="A5A5A5"/>
      </a:accent3>
      <a:accent4>
        <a:srgbClr val="FCB94C"/>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 National Online Learning Day by Slidesgo">
  <a:themeElements>
    <a:clrScheme name="Simple Light">
      <a:dk1>
        <a:srgbClr val="292929"/>
      </a:dk1>
      <a:lt1>
        <a:srgbClr val="4B77B7"/>
      </a:lt1>
      <a:dk2>
        <a:srgbClr val="F6F4EE"/>
      </a:dk2>
      <a:lt2>
        <a:srgbClr val="FFCF3B"/>
      </a:lt2>
      <a:accent1>
        <a:srgbClr val="F181B0"/>
      </a:accent1>
      <a:accent2>
        <a:srgbClr val="FFFFFF"/>
      </a:accent2>
      <a:accent3>
        <a:srgbClr val="E4E2DB"/>
      </a:accent3>
      <a:accent4>
        <a:srgbClr val="E54D31"/>
      </a:accent4>
      <a:accent5>
        <a:srgbClr val="FFFFFF"/>
      </a:accent5>
      <a:accent6>
        <a:srgbClr val="FFFFFF"/>
      </a:accent6>
      <a:hlink>
        <a:srgbClr val="29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1806</Words>
  <Application>Microsoft Macintosh PowerPoint</Application>
  <PresentationFormat>Custom</PresentationFormat>
  <Paragraphs>146</Paragraphs>
  <Slides>15</Slides>
  <Notes>15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15</vt:i4>
      </vt:variant>
    </vt:vector>
  </HeadingPairs>
  <TitlesOfParts>
    <vt:vector size="27" baseType="lpstr">
      <vt:lpstr>Lexend</vt:lpstr>
      <vt:lpstr>Montserrat SemiBold</vt:lpstr>
      <vt:lpstr>Arial</vt:lpstr>
      <vt:lpstr>Playfair Display</vt:lpstr>
      <vt:lpstr>Montserrat</vt:lpstr>
      <vt:lpstr>Montserrat Medium</vt:lpstr>
      <vt:lpstr>Public Sans Black</vt:lpstr>
      <vt:lpstr>Calibri</vt:lpstr>
      <vt:lpstr>Roboto Medium</vt:lpstr>
      <vt:lpstr>Roboto</vt:lpstr>
      <vt:lpstr>Office Theme</vt:lpstr>
      <vt:lpstr>US National Online Learning Day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Microsoft Office User</cp:lastModifiedBy>
  <cp:revision>1</cp:revision>
  <dcterms:modified xsi:type="dcterms:W3CDTF">2025-04-08T08:38:11Z</dcterms:modified>
</cp:coreProperties>
</file>