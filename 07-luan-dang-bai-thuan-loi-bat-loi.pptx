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5"/>
    <p:sldMasterId id="214748367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y="10288575" cx="18288000"/>
  <p:notesSz cx="7004050" cy="9290050"/>
  <p:embeddedFontLst>
    <p:embeddedFont>
      <p:font typeface="Montserrat SemiBold"/>
      <p:regular r:id="rId25"/>
      <p:bold r:id="rId26"/>
      <p:italic r:id="rId27"/>
      <p:boldItalic r:id="rId28"/>
    </p:embeddedFont>
    <p:embeddedFont>
      <p:font typeface="Roboto"/>
      <p:regular r:id="rId29"/>
      <p:bold r:id="rId30"/>
      <p:italic r:id="rId31"/>
      <p:boldItalic r:id="rId32"/>
    </p:embeddedFont>
    <p:embeddedFont>
      <p:font typeface="Roboto Medium"/>
      <p:regular r:id="rId33"/>
      <p:bold r:id="rId34"/>
      <p:italic r:id="rId35"/>
      <p:boldItalic r:id="rId36"/>
    </p:embeddedFont>
    <p:embeddedFont>
      <p:font typeface="Playfair Display"/>
      <p:regular r:id="rId37"/>
      <p:bold r:id="rId38"/>
      <p:italic r:id="rId39"/>
      <p:boldItalic r:id="rId40"/>
    </p:embeddedFont>
    <p:embeddedFont>
      <p:font typeface="Montserrat"/>
      <p:bold r:id="rId41"/>
      <p:boldItalic r:id="rId42"/>
    </p:embeddedFont>
    <p:embeddedFont>
      <p:font typeface="Montserrat Medium"/>
      <p:regular r:id="rId43"/>
      <p:bold r:id="rId44"/>
      <p:italic r:id="rId45"/>
      <p:boldItalic r:id="rId46"/>
    </p:embeddedFont>
    <p:embeddedFont>
      <p:font typeface="Public Sans Black"/>
      <p:bold r:id="rId47"/>
      <p:boldItalic r:id="rId48"/>
    </p:embeddedFont>
    <p:embeddedFont>
      <p:font typeface="Lexend"/>
      <p:regular r:id="rId49"/>
      <p:bold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241">
          <p15:clr>
            <a:srgbClr val="A4A3A4"/>
          </p15:clr>
        </p15:guide>
        <p15:guide id="2" pos="331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B8AE82F-E2C9-4D4B-A445-089795D31883}">
  <a:tblStyle styleId="{8B8AE82F-E2C9-4D4B-A445-089795D3188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241" orient="horz"/>
        <p:guide pos="3311"/>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layfairDisplay-boldItalic.fntdata"/><Relationship Id="rId42" Type="http://schemas.openxmlformats.org/officeDocument/2006/relationships/font" Target="fonts/Montserrat-boldItalic.fntdata"/><Relationship Id="rId41" Type="http://schemas.openxmlformats.org/officeDocument/2006/relationships/font" Target="fonts/Montserrat-bold.fntdata"/><Relationship Id="rId44" Type="http://schemas.openxmlformats.org/officeDocument/2006/relationships/font" Target="fonts/MontserratMedium-bold.fntdata"/><Relationship Id="rId43" Type="http://schemas.openxmlformats.org/officeDocument/2006/relationships/font" Target="fonts/MontserratMedium-regular.fntdata"/><Relationship Id="rId46" Type="http://schemas.openxmlformats.org/officeDocument/2006/relationships/font" Target="fonts/MontserratMedium-boldItalic.fntdata"/><Relationship Id="rId45" Type="http://schemas.openxmlformats.org/officeDocument/2006/relationships/font" Target="fonts/MontserratMedium-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PublicSansBlack-boldItalic.fntdata"/><Relationship Id="rId47" Type="http://schemas.openxmlformats.org/officeDocument/2006/relationships/font" Target="fonts/PublicSansBlack-bold.fntdata"/><Relationship Id="rId49" Type="http://schemas.openxmlformats.org/officeDocument/2006/relationships/font" Target="fonts/Lexend-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Roboto-italic.fntdata"/><Relationship Id="rId30" Type="http://schemas.openxmlformats.org/officeDocument/2006/relationships/font" Target="fonts/Roboto-bold.fntdata"/><Relationship Id="rId33" Type="http://schemas.openxmlformats.org/officeDocument/2006/relationships/font" Target="fonts/RobotoMedium-regular.fntdata"/><Relationship Id="rId32" Type="http://schemas.openxmlformats.org/officeDocument/2006/relationships/font" Target="fonts/Roboto-boldItalic.fntdata"/><Relationship Id="rId35" Type="http://schemas.openxmlformats.org/officeDocument/2006/relationships/font" Target="fonts/RobotoMedium-italic.fntdata"/><Relationship Id="rId34" Type="http://schemas.openxmlformats.org/officeDocument/2006/relationships/font" Target="fonts/RobotoMedium-bold.fntdata"/><Relationship Id="rId37" Type="http://schemas.openxmlformats.org/officeDocument/2006/relationships/font" Target="fonts/PlayfairDisplay-regular.fntdata"/><Relationship Id="rId36" Type="http://schemas.openxmlformats.org/officeDocument/2006/relationships/font" Target="fonts/RobotoMedium-boldItalic.fntdata"/><Relationship Id="rId39" Type="http://schemas.openxmlformats.org/officeDocument/2006/relationships/font" Target="fonts/PlayfairDisplay-italic.fntdata"/><Relationship Id="rId38" Type="http://schemas.openxmlformats.org/officeDocument/2006/relationships/font" Target="fonts/PlayfairDisplay-bold.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font" Target="fonts/MontserratSemiBold-bold.fntdata"/><Relationship Id="rId25" Type="http://schemas.openxmlformats.org/officeDocument/2006/relationships/font" Target="fonts/MontserratSemiBold-regular.fntdata"/><Relationship Id="rId28" Type="http://schemas.openxmlformats.org/officeDocument/2006/relationships/font" Target="fonts/MontserratSemiBold-boldItalic.fntdata"/><Relationship Id="rId27" Type="http://schemas.openxmlformats.org/officeDocument/2006/relationships/font" Target="fonts/MontserratSemiBold-italic.fntdata"/><Relationship Id="rId29" Type="http://schemas.openxmlformats.org/officeDocument/2006/relationships/font" Target="fonts/Roboto-regular.fntdata"/><Relationship Id="rId50" Type="http://schemas.openxmlformats.org/officeDocument/2006/relationships/font" Target="fonts/Lexend-bold.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35088" cy="466116"/>
          </a:xfrm>
          <a:prstGeom prst="rect">
            <a:avLst/>
          </a:prstGeom>
          <a:noFill/>
          <a:ln>
            <a:noFill/>
          </a:ln>
        </p:spPr>
        <p:txBody>
          <a:bodyPr anchorCtr="0" anchor="t" bIns="46550" lIns="93100" spcFirstLastPara="1" rIns="93100" wrap="square" tIns="4655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67341" y="0"/>
            <a:ext cx="3035088" cy="466116"/>
          </a:xfrm>
          <a:prstGeom prst="rect">
            <a:avLst/>
          </a:prstGeom>
          <a:noFill/>
          <a:ln>
            <a:noFill/>
          </a:ln>
        </p:spPr>
        <p:txBody>
          <a:bodyPr anchorCtr="0" anchor="t" bIns="46550" lIns="93100" spcFirstLastPara="1" rIns="93100" wrap="square" tIns="4655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14375" y="1160463"/>
            <a:ext cx="5575300" cy="3136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0405" y="4470837"/>
            <a:ext cx="5603240" cy="3657957"/>
          </a:xfrm>
          <a:prstGeom prst="rect">
            <a:avLst/>
          </a:prstGeom>
          <a:noFill/>
          <a:ln>
            <a:noFill/>
          </a:ln>
        </p:spPr>
        <p:txBody>
          <a:bodyPr anchorCtr="0" anchor="t" bIns="46550" lIns="93100" spcFirstLastPara="1" rIns="93100" wrap="square" tIns="4655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823936"/>
            <a:ext cx="3035088" cy="466115"/>
          </a:xfrm>
          <a:prstGeom prst="rect">
            <a:avLst/>
          </a:prstGeom>
          <a:noFill/>
          <a:ln>
            <a:noFill/>
          </a:ln>
        </p:spPr>
        <p:txBody>
          <a:bodyPr anchorCtr="0" anchor="b" bIns="46550" lIns="93100" spcFirstLastPara="1" rIns="93100" wrap="square" tIns="4655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7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67341" y="8823936"/>
            <a:ext cx="3035088" cy="466115"/>
          </a:xfrm>
          <a:prstGeom prst="rect">
            <a:avLst/>
          </a:prstGeom>
          <a:noFill/>
          <a:ln>
            <a:noFill/>
          </a:ln>
        </p:spPr>
        <p:txBody>
          <a:bodyPr anchorCtr="0" anchor="b" bIns="46550" lIns="93100" spcFirstLastPara="1" rIns="93100" wrap="square" tIns="4655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document/d/1mXpu8Za5k-50Gwhrhc-OGvJxdIE9jzDKoULt9iec8x0/edit"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document/d/1mXpu8Za5k-50Gwhrhc-OGvJxdIE9jzDKoULt9iec8x0/edit"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document/d/1mXpu8Za5k-50Gwhrhc-OGvJxdIE9jzDKoULt9iec8x0/edit"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02be62c7c8_0_0:notes"/>
          <p:cNvSpPr txBox="1"/>
          <p:nvPr>
            <p:ph idx="1" type="body"/>
          </p:nvPr>
        </p:nvSpPr>
        <p:spPr>
          <a:xfrm>
            <a:off x="700405" y="4412774"/>
            <a:ext cx="5603100" cy="4180500"/>
          </a:xfrm>
          <a:prstGeom prst="rect">
            <a:avLst/>
          </a:prstGeom>
          <a:noFill/>
          <a:ln>
            <a:noFill/>
          </a:ln>
        </p:spPr>
        <p:txBody>
          <a:bodyPr anchorCtr="0" anchor="t" bIns="93200" lIns="93200" spcFirstLastPara="1" rIns="93200" wrap="square" tIns="93200">
            <a:noAutofit/>
          </a:bodyPr>
          <a:lstStyle/>
          <a:p>
            <a:pPr indent="0" lvl="0" marL="0" rtl="0" algn="l">
              <a:spcBef>
                <a:spcPts val="0"/>
              </a:spcBef>
              <a:spcAft>
                <a:spcPts val="0"/>
              </a:spcAft>
              <a:buNone/>
            </a:pPr>
            <a:r>
              <a:t/>
            </a:r>
            <a:endParaRPr/>
          </a:p>
        </p:txBody>
      </p:sp>
      <p:sp>
        <p:nvSpPr>
          <p:cNvPr id="708" name="Google Shape;708;g302be62c7c8_0_0:notes"/>
          <p:cNvSpPr/>
          <p:nvPr>
            <p:ph idx="2" type="sldImg"/>
          </p:nvPr>
        </p:nvSpPr>
        <p:spPr>
          <a:xfrm>
            <a:off x="1167929" y="696754"/>
            <a:ext cx="4668900" cy="3483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2f8c212ca7c_0_20:notes"/>
          <p:cNvSpPr txBox="1"/>
          <p:nvPr>
            <p:ph idx="1" type="body"/>
          </p:nvPr>
        </p:nvSpPr>
        <p:spPr>
          <a:xfrm>
            <a:off x="700405" y="4470837"/>
            <a:ext cx="5603100" cy="36579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t/>
            </a:r>
            <a:endParaRPr/>
          </a:p>
        </p:txBody>
      </p:sp>
      <p:sp>
        <p:nvSpPr>
          <p:cNvPr id="715" name="Google Shape;715;g2f8c212ca7c_0_20:notes"/>
          <p:cNvSpPr/>
          <p:nvPr>
            <p:ph idx="2" type="sldImg"/>
          </p:nvPr>
        </p:nvSpPr>
        <p:spPr>
          <a:xfrm>
            <a:off x="714375" y="1160463"/>
            <a:ext cx="5575200" cy="3136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2efc57e289a_0_4:notes"/>
          <p:cNvSpPr txBox="1"/>
          <p:nvPr>
            <p:ph idx="1" type="body"/>
          </p:nvPr>
        </p:nvSpPr>
        <p:spPr>
          <a:xfrm>
            <a:off x="700405" y="4470837"/>
            <a:ext cx="5603100" cy="36582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rPr lang="en-US"/>
              <a:t>1. Giáo viên show bảng câu hỏi ví dụ và yêu cầu học viên tìm điểm chung trong các đề bài từ 1-5</a:t>
            </a:r>
            <a:endParaRPr/>
          </a:p>
        </p:txBody>
      </p:sp>
      <p:sp>
        <p:nvSpPr>
          <p:cNvPr id="722" name="Google Shape;722;g2efc57e289a_0_4:notes"/>
          <p:cNvSpPr/>
          <p:nvPr>
            <p:ph idx="2" type="sldImg"/>
          </p:nvPr>
        </p:nvSpPr>
        <p:spPr>
          <a:xfrm>
            <a:off x="700834" y="1161256"/>
            <a:ext cx="5602500" cy="3135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060e36b081_0_35:notes"/>
          <p:cNvSpPr txBox="1"/>
          <p:nvPr>
            <p:ph idx="1" type="body"/>
          </p:nvPr>
        </p:nvSpPr>
        <p:spPr>
          <a:xfrm>
            <a:off x="700405" y="4470837"/>
            <a:ext cx="5603100" cy="36579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t/>
            </a:r>
            <a:endParaRPr/>
          </a:p>
        </p:txBody>
      </p:sp>
      <p:sp>
        <p:nvSpPr>
          <p:cNvPr id="736" name="Google Shape;736;g3060e36b081_0_35:notes"/>
          <p:cNvSpPr/>
          <p:nvPr>
            <p:ph idx="2" type="sldImg"/>
          </p:nvPr>
        </p:nvSpPr>
        <p:spPr>
          <a:xfrm>
            <a:off x="714375" y="1160463"/>
            <a:ext cx="5575200" cy="3136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060e36b081_0_23:notes"/>
          <p:cNvSpPr txBox="1"/>
          <p:nvPr>
            <p:ph idx="1" type="body"/>
          </p:nvPr>
        </p:nvSpPr>
        <p:spPr>
          <a:xfrm>
            <a:off x="700405" y="4470837"/>
            <a:ext cx="5603100" cy="36582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t/>
            </a:r>
            <a:endParaRPr/>
          </a:p>
        </p:txBody>
      </p:sp>
      <p:sp>
        <p:nvSpPr>
          <p:cNvPr id="743" name="Google Shape;743;g3060e36b081_0_23:notes"/>
          <p:cNvSpPr/>
          <p:nvPr>
            <p:ph idx="2" type="sldImg"/>
          </p:nvPr>
        </p:nvSpPr>
        <p:spPr>
          <a:xfrm>
            <a:off x="700834" y="1161256"/>
            <a:ext cx="5602500" cy="3135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3060e36b081_0_58:notes"/>
          <p:cNvSpPr txBox="1"/>
          <p:nvPr>
            <p:ph idx="1" type="body"/>
          </p:nvPr>
        </p:nvSpPr>
        <p:spPr>
          <a:xfrm>
            <a:off x="700405" y="4470837"/>
            <a:ext cx="5603100" cy="36582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t/>
            </a:r>
            <a:endParaRPr/>
          </a:p>
        </p:txBody>
      </p:sp>
      <p:sp>
        <p:nvSpPr>
          <p:cNvPr id="763" name="Google Shape;763;g3060e36b081_0_58:notes"/>
          <p:cNvSpPr/>
          <p:nvPr>
            <p:ph idx="2" type="sldImg"/>
          </p:nvPr>
        </p:nvSpPr>
        <p:spPr>
          <a:xfrm>
            <a:off x="700834" y="1161256"/>
            <a:ext cx="5602500" cy="3135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3060e36b081_0_87:notes"/>
          <p:cNvSpPr txBox="1"/>
          <p:nvPr>
            <p:ph idx="1" type="body"/>
          </p:nvPr>
        </p:nvSpPr>
        <p:spPr>
          <a:xfrm>
            <a:off x="700405" y="4470837"/>
            <a:ext cx="5603100" cy="36579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t/>
            </a:r>
            <a:endParaRPr/>
          </a:p>
        </p:txBody>
      </p:sp>
      <p:sp>
        <p:nvSpPr>
          <p:cNvPr id="790" name="Google Shape;790;g3060e36b081_0_87:notes"/>
          <p:cNvSpPr/>
          <p:nvPr>
            <p:ph idx="2" type="sldImg"/>
          </p:nvPr>
        </p:nvSpPr>
        <p:spPr>
          <a:xfrm>
            <a:off x="714375" y="1160463"/>
            <a:ext cx="5575200" cy="3136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g3060e36b081_0_93:notes"/>
          <p:cNvSpPr txBox="1"/>
          <p:nvPr>
            <p:ph idx="1" type="body"/>
          </p:nvPr>
        </p:nvSpPr>
        <p:spPr>
          <a:xfrm>
            <a:off x="700405" y="4470837"/>
            <a:ext cx="5603100" cy="36582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t/>
            </a:r>
            <a:endParaRPr/>
          </a:p>
        </p:txBody>
      </p:sp>
      <p:sp>
        <p:nvSpPr>
          <p:cNvPr id="797" name="Google Shape;797;g3060e36b081_0_93:notes"/>
          <p:cNvSpPr/>
          <p:nvPr>
            <p:ph idx="2" type="sldImg"/>
          </p:nvPr>
        </p:nvSpPr>
        <p:spPr>
          <a:xfrm>
            <a:off x="700834" y="1161256"/>
            <a:ext cx="5602500" cy="3135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3060e36b081_0_128:notes"/>
          <p:cNvSpPr txBox="1"/>
          <p:nvPr>
            <p:ph idx="1" type="body"/>
          </p:nvPr>
        </p:nvSpPr>
        <p:spPr>
          <a:xfrm>
            <a:off x="700405" y="4470837"/>
            <a:ext cx="5603100" cy="36582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t/>
            </a:r>
            <a:endParaRPr/>
          </a:p>
        </p:txBody>
      </p:sp>
      <p:sp>
        <p:nvSpPr>
          <p:cNvPr id="805" name="Google Shape;805;g3060e36b081_0_128:notes"/>
          <p:cNvSpPr/>
          <p:nvPr>
            <p:ph idx="2" type="sldImg"/>
          </p:nvPr>
        </p:nvSpPr>
        <p:spPr>
          <a:xfrm>
            <a:off x="700834" y="1161256"/>
            <a:ext cx="5602500" cy="3135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3060e36b081_0_162:notes"/>
          <p:cNvSpPr txBox="1"/>
          <p:nvPr>
            <p:ph idx="1" type="body"/>
          </p:nvPr>
        </p:nvSpPr>
        <p:spPr>
          <a:xfrm>
            <a:off x="700405" y="4470837"/>
            <a:ext cx="5603100" cy="36582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t/>
            </a:r>
            <a:endParaRPr/>
          </a:p>
        </p:txBody>
      </p:sp>
      <p:sp>
        <p:nvSpPr>
          <p:cNvPr id="825" name="Google Shape;825;g3060e36b081_0_162:notes"/>
          <p:cNvSpPr/>
          <p:nvPr>
            <p:ph idx="2" type="sldImg"/>
          </p:nvPr>
        </p:nvSpPr>
        <p:spPr>
          <a:xfrm>
            <a:off x="700834" y="1161256"/>
            <a:ext cx="5602500" cy="3135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g3060e36b081_0_169:notes"/>
          <p:cNvSpPr txBox="1"/>
          <p:nvPr>
            <p:ph idx="1" type="body"/>
          </p:nvPr>
        </p:nvSpPr>
        <p:spPr>
          <a:xfrm>
            <a:off x="700405" y="4470837"/>
            <a:ext cx="5603100" cy="36579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t/>
            </a:r>
            <a:endParaRPr/>
          </a:p>
        </p:txBody>
      </p:sp>
      <p:sp>
        <p:nvSpPr>
          <p:cNvPr id="833" name="Google Shape;833;g3060e36b081_0_169:notes"/>
          <p:cNvSpPr/>
          <p:nvPr>
            <p:ph idx="2" type="sldImg"/>
          </p:nvPr>
        </p:nvSpPr>
        <p:spPr>
          <a:xfrm>
            <a:off x="714375" y="1160463"/>
            <a:ext cx="5575200" cy="3136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3060e36b081_0_175:notes"/>
          <p:cNvSpPr txBox="1"/>
          <p:nvPr>
            <p:ph idx="1" type="body"/>
          </p:nvPr>
        </p:nvSpPr>
        <p:spPr>
          <a:xfrm>
            <a:off x="700405" y="4470837"/>
            <a:ext cx="5603100" cy="36582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rPr lang="en-US"/>
              <a:t>Giáo viên có tham khảo cấu trúc câu phức-ghép ở </a:t>
            </a:r>
            <a:r>
              <a:rPr lang="en-US" u="sng">
                <a:solidFill>
                  <a:schemeClr val="hlink"/>
                </a:solidFill>
                <a:hlinkClick r:id="rId2"/>
              </a:rPr>
              <a:t>file này</a:t>
            </a:r>
            <a:r>
              <a:rPr lang="en-US"/>
              <a:t> để hướng dẫn học sinh viết câu</a:t>
            </a:r>
            <a:endParaRPr/>
          </a:p>
        </p:txBody>
      </p:sp>
      <p:sp>
        <p:nvSpPr>
          <p:cNvPr id="840" name="Google Shape;840;g3060e36b081_0_175:notes"/>
          <p:cNvSpPr/>
          <p:nvPr>
            <p:ph idx="2" type="sldImg"/>
          </p:nvPr>
        </p:nvSpPr>
        <p:spPr>
          <a:xfrm>
            <a:off x="700834" y="1161256"/>
            <a:ext cx="5602500" cy="3135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2f932f4fe03_0_7:notes"/>
          <p:cNvSpPr txBox="1"/>
          <p:nvPr>
            <p:ph idx="1" type="body"/>
          </p:nvPr>
        </p:nvSpPr>
        <p:spPr>
          <a:xfrm>
            <a:off x="700405" y="4470837"/>
            <a:ext cx="5603100" cy="36582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rPr lang="en-US"/>
              <a:t>Giáo viên có tham khảo cấu trúc câu phức-ghép ở </a:t>
            </a:r>
            <a:r>
              <a:rPr lang="en-US" u="sng">
                <a:solidFill>
                  <a:schemeClr val="hlink"/>
                </a:solidFill>
                <a:hlinkClick r:id="rId2"/>
              </a:rPr>
              <a:t>file này</a:t>
            </a:r>
            <a:r>
              <a:rPr lang="en-US"/>
              <a:t> để hướng dẫn học sinh viết câu</a:t>
            </a:r>
            <a:endParaRPr/>
          </a:p>
        </p:txBody>
      </p:sp>
      <p:sp>
        <p:nvSpPr>
          <p:cNvPr id="848" name="Google Shape;848;g2f932f4fe03_0_7:notes"/>
          <p:cNvSpPr/>
          <p:nvPr>
            <p:ph idx="2" type="sldImg"/>
          </p:nvPr>
        </p:nvSpPr>
        <p:spPr>
          <a:xfrm>
            <a:off x="700834" y="1161256"/>
            <a:ext cx="5602500" cy="3135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2f932f4fe03_0_16:notes"/>
          <p:cNvSpPr txBox="1"/>
          <p:nvPr>
            <p:ph idx="1" type="body"/>
          </p:nvPr>
        </p:nvSpPr>
        <p:spPr>
          <a:xfrm>
            <a:off x="700405" y="4470837"/>
            <a:ext cx="5603100" cy="36582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rPr lang="en-US"/>
              <a:t>Giáo viên có tham khảo cấu trúc câu phức-ghép ở </a:t>
            </a:r>
            <a:r>
              <a:rPr lang="en-US" u="sng">
                <a:solidFill>
                  <a:schemeClr val="hlink"/>
                </a:solidFill>
                <a:hlinkClick r:id="rId2"/>
              </a:rPr>
              <a:t>file này</a:t>
            </a:r>
            <a:r>
              <a:rPr lang="en-US"/>
              <a:t> để hướng dẫn học sinh viết câu</a:t>
            </a:r>
            <a:endParaRPr/>
          </a:p>
        </p:txBody>
      </p:sp>
      <p:sp>
        <p:nvSpPr>
          <p:cNvPr id="856" name="Google Shape;856;g2f932f4fe03_0_16:notes"/>
          <p:cNvSpPr/>
          <p:nvPr>
            <p:ph idx="2" type="sldImg"/>
          </p:nvPr>
        </p:nvSpPr>
        <p:spPr>
          <a:xfrm>
            <a:off x="700834" y="1161256"/>
            <a:ext cx="5602500" cy="3135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3060e36b081_0_377:notes"/>
          <p:cNvSpPr txBox="1"/>
          <p:nvPr>
            <p:ph idx="1" type="body"/>
          </p:nvPr>
        </p:nvSpPr>
        <p:spPr>
          <a:xfrm>
            <a:off x="700405" y="4470837"/>
            <a:ext cx="5603100" cy="36582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t/>
            </a:r>
            <a:endParaRPr/>
          </a:p>
        </p:txBody>
      </p:sp>
      <p:sp>
        <p:nvSpPr>
          <p:cNvPr id="864" name="Google Shape;864;g3060e36b081_0_377:notes"/>
          <p:cNvSpPr/>
          <p:nvPr>
            <p:ph idx="2" type="sldImg"/>
          </p:nvPr>
        </p:nvSpPr>
        <p:spPr>
          <a:xfrm>
            <a:off x="700834" y="1161256"/>
            <a:ext cx="5602500" cy="3135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2f8c212ca7c_0_1:notes"/>
          <p:cNvSpPr txBox="1"/>
          <p:nvPr>
            <p:ph idx="1" type="body"/>
          </p:nvPr>
        </p:nvSpPr>
        <p:spPr>
          <a:xfrm>
            <a:off x="700405" y="4470837"/>
            <a:ext cx="5603100" cy="3658200"/>
          </a:xfrm>
          <a:prstGeom prst="rect">
            <a:avLst/>
          </a:prstGeom>
        </p:spPr>
        <p:txBody>
          <a:bodyPr anchorCtr="0" anchor="t" bIns="46550" lIns="93100" spcFirstLastPara="1" rIns="93100" wrap="square" tIns="46550">
            <a:noAutofit/>
          </a:bodyPr>
          <a:lstStyle/>
          <a:p>
            <a:pPr indent="0" lvl="0" marL="0" rtl="0" algn="l">
              <a:spcBef>
                <a:spcPts val="0"/>
              </a:spcBef>
              <a:spcAft>
                <a:spcPts val="0"/>
              </a:spcAft>
              <a:buNone/>
            </a:pPr>
            <a:r>
              <a:t/>
            </a:r>
            <a:endParaRPr/>
          </a:p>
        </p:txBody>
      </p:sp>
      <p:sp>
        <p:nvSpPr>
          <p:cNvPr id="871" name="Google Shape;871;g2f8c212ca7c_0_1:notes"/>
          <p:cNvSpPr/>
          <p:nvPr>
            <p:ph idx="2" type="sldImg"/>
          </p:nvPr>
        </p:nvSpPr>
        <p:spPr>
          <a:xfrm>
            <a:off x="700834" y="1161256"/>
            <a:ext cx="5602500" cy="31353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2ee203ee2b2_0_25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9" name="Google Shape;879;g2ee203ee2b2_0_25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 Id="rId3"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1" name="Shape 21"/>
        <p:cNvGrpSpPr/>
        <p:nvPr/>
      </p:nvGrpSpPr>
      <p:grpSpPr>
        <a:xfrm>
          <a:off x="0" y="0"/>
          <a:ext cx="0" cy="0"/>
          <a:chOff x="0" y="0"/>
          <a:chExt cx="0" cy="0"/>
        </a:xfrm>
      </p:grpSpPr>
      <p:pic>
        <p:nvPicPr>
          <p:cNvPr descr="A picture containing person, suit&#10;&#10;Description automatically generated" id="22" name="Google Shape;22;p2"/>
          <p:cNvPicPr preferRelativeResize="0"/>
          <p:nvPr/>
        </p:nvPicPr>
        <p:blipFill rotWithShape="1">
          <a:blip r:embed="rId2">
            <a:alphaModFix/>
          </a:blip>
          <a:srcRect b="0" l="0" r="0" t="0"/>
          <a:stretch/>
        </p:blipFill>
        <p:spPr>
          <a:xfrm>
            <a:off x="-1540719" y="0"/>
            <a:ext cx="21369437" cy="10288589"/>
          </a:xfrm>
          <a:prstGeom prst="rect">
            <a:avLst/>
          </a:prstGeom>
          <a:noFill/>
          <a:ln>
            <a:noFill/>
          </a:ln>
        </p:spPr>
      </p:pic>
      <p:sp>
        <p:nvSpPr>
          <p:cNvPr id="23" name="Google Shape;23;p2"/>
          <p:cNvSpPr/>
          <p:nvPr/>
        </p:nvSpPr>
        <p:spPr>
          <a:xfrm>
            <a:off x="0" y="0"/>
            <a:ext cx="11583300" cy="10288500"/>
          </a:xfrm>
          <a:prstGeom prst="rect">
            <a:avLst/>
          </a:prstGeom>
          <a:gradFill>
            <a:gsLst>
              <a:gs pos="0">
                <a:schemeClr val="lt1"/>
              </a:gs>
              <a:gs pos="48000">
                <a:schemeClr val="lt1"/>
              </a:gs>
              <a:gs pos="100000">
                <a:srgbClr val="FFFFFF">
                  <a:alpha val="0"/>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700" u="none" cap="none" strike="noStrike">
              <a:solidFill>
                <a:schemeClr val="lt1"/>
              </a:solidFill>
              <a:latin typeface="Roboto"/>
              <a:ea typeface="Roboto"/>
              <a:cs typeface="Roboto"/>
              <a:sym typeface="Roboto"/>
            </a:endParaRPr>
          </a:p>
        </p:txBody>
      </p:sp>
      <p:sp>
        <p:nvSpPr>
          <p:cNvPr id="24" name="Google Shape;24;p2"/>
          <p:cNvSpPr txBox="1"/>
          <p:nvPr>
            <p:ph type="ctrTitle"/>
          </p:nvPr>
        </p:nvSpPr>
        <p:spPr>
          <a:xfrm>
            <a:off x="1042883" y="3855091"/>
            <a:ext cx="13716000" cy="2578500"/>
          </a:xfrm>
          <a:prstGeom prst="rect">
            <a:avLst/>
          </a:prstGeom>
          <a:noFill/>
          <a:ln>
            <a:noFill/>
          </a:ln>
        </p:spPr>
        <p:txBody>
          <a:bodyPr anchorCtr="0" anchor="b" bIns="45700" lIns="91425" spcFirstLastPara="1" rIns="91425" wrap="square" tIns="45700">
            <a:normAutofit/>
          </a:bodyPr>
          <a:lstStyle>
            <a:lvl1pPr lvl="0" rtl="0" algn="l">
              <a:lnSpc>
                <a:spcPct val="90000"/>
              </a:lnSpc>
              <a:spcBef>
                <a:spcPts val="0"/>
              </a:spcBef>
              <a:spcAft>
                <a:spcPts val="0"/>
              </a:spcAft>
              <a:buClr>
                <a:schemeClr val="dk1"/>
              </a:buClr>
              <a:buSzPts val="9000"/>
              <a:buFont typeface="Playfair Display"/>
              <a:buNone/>
              <a:defRPr sz="9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5" name="Google Shape;25;p2"/>
          <p:cNvSpPr txBox="1"/>
          <p:nvPr>
            <p:ph idx="1" type="subTitle"/>
          </p:nvPr>
        </p:nvSpPr>
        <p:spPr>
          <a:xfrm>
            <a:off x="1042988" y="6804474"/>
            <a:ext cx="13716000" cy="1242000"/>
          </a:xfrm>
          <a:prstGeom prst="rect">
            <a:avLst/>
          </a:prstGeom>
          <a:noFill/>
          <a:ln>
            <a:noFill/>
          </a:ln>
        </p:spPr>
        <p:txBody>
          <a:bodyPr anchorCtr="0" anchor="t" bIns="45700" lIns="91425" spcFirstLastPara="1" rIns="91425" wrap="square" tIns="45700">
            <a:normAutofit/>
          </a:bodyPr>
          <a:lstStyle>
            <a:lvl1pPr lvl="0" rtl="0" algn="l">
              <a:lnSpc>
                <a:spcPct val="90000"/>
              </a:lnSpc>
              <a:spcBef>
                <a:spcPts val="1500"/>
              </a:spcBef>
              <a:spcAft>
                <a:spcPts val="0"/>
              </a:spcAft>
              <a:buClr>
                <a:schemeClr val="dk1"/>
              </a:buClr>
              <a:buSzPts val="3600"/>
              <a:buNone/>
              <a:defRPr sz="3600"/>
            </a:lvl1pPr>
            <a:lvl2pPr lvl="1" rtl="0" algn="ctr">
              <a:lnSpc>
                <a:spcPct val="90000"/>
              </a:lnSpc>
              <a:spcBef>
                <a:spcPts val="750"/>
              </a:spcBef>
              <a:spcAft>
                <a:spcPts val="0"/>
              </a:spcAft>
              <a:buClr>
                <a:schemeClr val="dk1"/>
              </a:buClr>
              <a:buSzPts val="3000"/>
              <a:buNone/>
              <a:defRPr sz="3000"/>
            </a:lvl2pPr>
            <a:lvl3pPr lvl="2" rtl="0" algn="ctr">
              <a:lnSpc>
                <a:spcPct val="90000"/>
              </a:lnSpc>
              <a:spcBef>
                <a:spcPts val="750"/>
              </a:spcBef>
              <a:spcAft>
                <a:spcPts val="0"/>
              </a:spcAft>
              <a:buClr>
                <a:schemeClr val="dk1"/>
              </a:buClr>
              <a:buSzPts val="2700"/>
              <a:buNone/>
              <a:defRPr sz="2700"/>
            </a:lvl3pPr>
            <a:lvl4pPr lvl="3" rtl="0" algn="ctr">
              <a:lnSpc>
                <a:spcPct val="90000"/>
              </a:lnSpc>
              <a:spcBef>
                <a:spcPts val="750"/>
              </a:spcBef>
              <a:spcAft>
                <a:spcPts val="0"/>
              </a:spcAft>
              <a:buClr>
                <a:schemeClr val="dk1"/>
              </a:buClr>
              <a:buSzPts val="2400"/>
              <a:buNone/>
              <a:defRPr sz="2400"/>
            </a:lvl4pPr>
            <a:lvl5pPr lvl="4" rtl="0" algn="ctr">
              <a:lnSpc>
                <a:spcPct val="90000"/>
              </a:lnSpc>
              <a:spcBef>
                <a:spcPts val="750"/>
              </a:spcBef>
              <a:spcAft>
                <a:spcPts val="0"/>
              </a:spcAft>
              <a:buClr>
                <a:schemeClr val="dk1"/>
              </a:buClr>
              <a:buSzPts val="2400"/>
              <a:buNone/>
              <a:defRPr sz="2400"/>
            </a:lvl5pPr>
            <a:lvl6pPr lvl="5" rtl="0" algn="ctr">
              <a:lnSpc>
                <a:spcPct val="90000"/>
              </a:lnSpc>
              <a:spcBef>
                <a:spcPts val="750"/>
              </a:spcBef>
              <a:spcAft>
                <a:spcPts val="0"/>
              </a:spcAft>
              <a:buClr>
                <a:schemeClr val="dk1"/>
              </a:buClr>
              <a:buSzPts val="2400"/>
              <a:buNone/>
              <a:defRPr sz="2400"/>
            </a:lvl6pPr>
            <a:lvl7pPr lvl="6" rtl="0" algn="ctr">
              <a:lnSpc>
                <a:spcPct val="90000"/>
              </a:lnSpc>
              <a:spcBef>
                <a:spcPts val="750"/>
              </a:spcBef>
              <a:spcAft>
                <a:spcPts val="0"/>
              </a:spcAft>
              <a:buClr>
                <a:schemeClr val="dk1"/>
              </a:buClr>
              <a:buSzPts val="2400"/>
              <a:buNone/>
              <a:defRPr sz="2400"/>
            </a:lvl7pPr>
            <a:lvl8pPr lvl="7" rtl="0" algn="ctr">
              <a:lnSpc>
                <a:spcPct val="90000"/>
              </a:lnSpc>
              <a:spcBef>
                <a:spcPts val="750"/>
              </a:spcBef>
              <a:spcAft>
                <a:spcPts val="0"/>
              </a:spcAft>
              <a:buClr>
                <a:schemeClr val="dk1"/>
              </a:buClr>
              <a:buSzPts val="2400"/>
              <a:buNone/>
              <a:defRPr sz="2400"/>
            </a:lvl8pPr>
            <a:lvl9pPr lvl="8" rtl="0" algn="ctr">
              <a:lnSpc>
                <a:spcPct val="90000"/>
              </a:lnSpc>
              <a:spcBef>
                <a:spcPts val="750"/>
              </a:spcBef>
              <a:spcAft>
                <a:spcPts val="0"/>
              </a:spcAft>
              <a:buClr>
                <a:schemeClr val="dk1"/>
              </a:buClr>
              <a:buSzPts val="2400"/>
              <a:buNone/>
              <a:defRPr sz="2400"/>
            </a:lvl9pPr>
          </a:lstStyle>
          <a:p/>
        </p:txBody>
      </p:sp>
      <p:sp>
        <p:nvSpPr>
          <p:cNvPr id="26" name="Google Shape;26;p2"/>
          <p:cNvSpPr txBox="1"/>
          <p:nvPr>
            <p:ph idx="10" type="dt"/>
          </p:nvPr>
        </p:nvSpPr>
        <p:spPr>
          <a:xfrm>
            <a:off x="1042988" y="9535996"/>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27" name="Google Shape;27;p2"/>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28" name="Google Shape;28;p2"/>
          <p:cNvGrpSpPr/>
          <p:nvPr/>
        </p:nvGrpSpPr>
        <p:grpSpPr>
          <a:xfrm>
            <a:off x="16311697" y="-799989"/>
            <a:ext cx="3953014" cy="4041090"/>
            <a:chOff x="9414500" y="3211685"/>
            <a:chExt cx="1939368" cy="1982287"/>
          </a:xfrm>
        </p:grpSpPr>
        <p:sp>
          <p:nvSpPr>
            <p:cNvPr id="29" name="Google Shape;29;p2"/>
            <p:cNvSpPr/>
            <p:nvPr/>
          </p:nvSpPr>
          <p:spPr>
            <a:xfrm>
              <a:off x="9414500" y="3673801"/>
              <a:ext cx="924300" cy="924300"/>
            </a:xfrm>
            <a:prstGeom prst="ellipse">
              <a:avLst/>
            </a:prstGeom>
            <a:noFill/>
            <a:ln cap="flat" cmpd="sng" w="28575">
              <a:solidFill>
                <a:srgbClr val="EC1B23">
                  <a:alpha val="29020"/>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30" name="Google Shape;30;p2"/>
            <p:cNvSpPr/>
            <p:nvPr/>
          </p:nvSpPr>
          <p:spPr>
            <a:xfrm>
              <a:off x="10429568" y="3211685"/>
              <a:ext cx="924300" cy="924300"/>
            </a:xfrm>
            <a:prstGeom prst="ellipse">
              <a:avLst/>
            </a:prstGeom>
            <a:noFill/>
            <a:ln cap="flat" cmpd="sng" w="28575">
              <a:solidFill>
                <a:srgbClr val="EC1B23">
                  <a:alpha val="29020"/>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31" name="Google Shape;31;p2"/>
            <p:cNvSpPr/>
            <p:nvPr/>
          </p:nvSpPr>
          <p:spPr>
            <a:xfrm>
              <a:off x="10338732" y="4269672"/>
              <a:ext cx="924300" cy="924300"/>
            </a:xfrm>
            <a:prstGeom prst="ellipse">
              <a:avLst/>
            </a:prstGeom>
            <a:noFill/>
            <a:ln cap="flat" cmpd="sng" w="28575">
              <a:solidFill>
                <a:srgbClr val="EC1B23">
                  <a:alpha val="29020"/>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grpSp>
      <p:pic>
        <p:nvPicPr>
          <p:cNvPr descr="Logo" id="32" name="Google Shape;32;p2"/>
          <p:cNvPicPr preferRelativeResize="0"/>
          <p:nvPr/>
        </p:nvPicPr>
        <p:blipFill rotWithShape="1">
          <a:blip r:embed="rId3">
            <a:alphaModFix/>
          </a:blip>
          <a:srcRect b="0" l="0" r="0" t="0"/>
          <a:stretch/>
        </p:blipFill>
        <p:spPr>
          <a:xfrm>
            <a:off x="1042883" y="1998957"/>
            <a:ext cx="4817871" cy="124201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3" name="Shape 33"/>
        <p:cNvGrpSpPr/>
        <p:nvPr/>
      </p:nvGrpSpPr>
      <p:grpSpPr>
        <a:xfrm>
          <a:off x="0" y="0"/>
          <a:ext cx="0" cy="0"/>
          <a:chOff x="0" y="0"/>
          <a:chExt cx="0" cy="0"/>
        </a:xfrm>
      </p:grpSpPr>
      <p:sp>
        <p:nvSpPr>
          <p:cNvPr id="34" name="Google Shape;34;p3"/>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5" name="Google Shape;35;p3"/>
          <p:cNvSpPr txBox="1"/>
          <p:nvPr>
            <p:ph idx="1" type="body"/>
          </p:nvPr>
        </p:nvSpPr>
        <p:spPr>
          <a:xfrm>
            <a:off x="1042988" y="2493893"/>
            <a:ext cx="16771500" cy="65280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500"/>
              </a:spcBef>
              <a:spcAft>
                <a:spcPts val="0"/>
              </a:spcAft>
              <a:buClr>
                <a:schemeClr val="dk1"/>
              </a:buClr>
              <a:buSzPts val="1800"/>
              <a:buChar char="•"/>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36" name="Google Shape;36;p3"/>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7" name="Google Shape;37;p3"/>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38" name="Google Shape;38;p3"/>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9" name="Google Shape;39;p3"/>
          <p:cNvSpPr txBox="1"/>
          <p:nvPr>
            <p:ph idx="2" type="body"/>
          </p:nvPr>
        </p:nvSpPr>
        <p:spPr>
          <a:xfrm>
            <a:off x="473870" y="1186046"/>
            <a:ext cx="17340300" cy="791400"/>
          </a:xfrm>
          <a:prstGeom prst="rect">
            <a:avLst/>
          </a:prstGeom>
          <a:noFill/>
          <a:ln>
            <a:noFill/>
          </a:ln>
        </p:spPr>
        <p:txBody>
          <a:bodyPr anchorCtr="0" anchor="ctr" bIns="45700" lIns="91425" spcFirstLastPara="1" rIns="91425" wrap="square" tIns="45700">
            <a:normAutofit/>
          </a:bodyPr>
          <a:lstStyle>
            <a:lvl1pPr indent="-228600" lvl="0" marL="457200" rtl="0" algn="l">
              <a:lnSpc>
                <a:spcPct val="90000"/>
              </a:lnSpc>
              <a:spcBef>
                <a:spcPts val="1500"/>
              </a:spcBef>
              <a:spcAft>
                <a:spcPts val="0"/>
              </a:spcAft>
              <a:buClr>
                <a:schemeClr val="dk1"/>
              </a:buClr>
              <a:buSzPts val="4200"/>
              <a:buNone/>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spTree>
      <p:nvGrpSpPr>
        <p:cNvPr id="40" name="Shape 40"/>
        <p:cNvGrpSpPr/>
        <p:nvPr/>
      </p:nvGrpSpPr>
      <p:grpSpPr>
        <a:xfrm>
          <a:off x="0" y="0"/>
          <a:ext cx="0" cy="0"/>
          <a:chOff x="0" y="0"/>
          <a:chExt cx="0" cy="0"/>
        </a:xfrm>
      </p:grpSpPr>
      <p:sp>
        <p:nvSpPr>
          <p:cNvPr id="41" name="Google Shape;41;p4"/>
          <p:cNvSpPr/>
          <p:nvPr/>
        </p:nvSpPr>
        <p:spPr>
          <a:xfrm>
            <a:off x="14677444" y="6666207"/>
            <a:ext cx="3620700" cy="3620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700" u="none" cap="none" strike="noStrike">
              <a:solidFill>
                <a:schemeClr val="lt1"/>
              </a:solidFill>
              <a:latin typeface="Roboto"/>
              <a:ea typeface="Roboto"/>
              <a:cs typeface="Roboto"/>
              <a:sym typeface="Roboto"/>
            </a:endParaRPr>
          </a:p>
        </p:txBody>
      </p:sp>
      <p:sp>
        <p:nvSpPr>
          <p:cNvPr id="42" name="Google Shape;42;p4"/>
          <p:cNvSpPr/>
          <p:nvPr/>
        </p:nvSpPr>
        <p:spPr>
          <a:xfrm>
            <a:off x="0" y="1588"/>
            <a:ext cx="18288000" cy="14643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800" u="none" cap="none" strike="noStrike">
              <a:solidFill>
                <a:schemeClr val="dk1"/>
              </a:solidFill>
              <a:latin typeface="Roboto"/>
              <a:ea typeface="Roboto"/>
              <a:cs typeface="Roboto"/>
              <a:sym typeface="Roboto"/>
            </a:endParaRPr>
          </a:p>
        </p:txBody>
      </p:sp>
      <p:sp>
        <p:nvSpPr>
          <p:cNvPr id="43" name="Google Shape;43;p4"/>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1"/>
              </a:buClr>
              <a:buSzPts val="6600"/>
              <a:buFont typeface="Playfair Display"/>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4" name="Google Shape;44;p4"/>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45" name="Google Shape;45;p4"/>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46" name="Google Shape;46;p4"/>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7" name="Google Shape;47;p4"/>
          <p:cNvSpPr/>
          <p:nvPr/>
        </p:nvSpPr>
        <p:spPr>
          <a:xfrm>
            <a:off x="-1251175" y="8476603"/>
            <a:ext cx="3620700" cy="36207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2700"/>
              <a:buFont typeface="Roboto"/>
              <a:buNone/>
            </a:pPr>
            <a:r>
              <a:t/>
            </a:r>
            <a:endParaRPr b="0" i="0" sz="2700" u="none" cap="none" strike="noStrike">
              <a:solidFill>
                <a:schemeClr val="dk1"/>
              </a:solidFill>
              <a:latin typeface="Roboto"/>
              <a:ea typeface="Roboto"/>
              <a:cs typeface="Roboto"/>
              <a:sym typeface="Roboto"/>
            </a:endParaRPr>
          </a:p>
        </p:txBody>
      </p:sp>
      <p:pic>
        <p:nvPicPr>
          <p:cNvPr id="48" name="Google Shape;48;p4"/>
          <p:cNvPicPr preferRelativeResize="0"/>
          <p:nvPr/>
        </p:nvPicPr>
        <p:blipFill rotWithShape="1">
          <a:blip r:embed="rId2">
            <a:alphaModFix/>
          </a:blip>
          <a:srcRect b="0" l="0" r="0" t="0"/>
          <a:stretch/>
        </p:blipFill>
        <p:spPr>
          <a:xfrm>
            <a:off x="162161" y="9535996"/>
            <a:ext cx="1761650" cy="398927"/>
          </a:xfrm>
          <a:prstGeom prst="rect">
            <a:avLst/>
          </a:prstGeom>
          <a:noFill/>
          <a:ln>
            <a:noFill/>
          </a:ln>
        </p:spPr>
      </p:pic>
      <p:cxnSp>
        <p:nvCxnSpPr>
          <p:cNvPr id="49" name="Google Shape;49;p4"/>
          <p:cNvCxnSpPr/>
          <p:nvPr/>
        </p:nvCxnSpPr>
        <p:spPr>
          <a:xfrm>
            <a:off x="473529" y="395691"/>
            <a:ext cx="0" cy="791400"/>
          </a:xfrm>
          <a:prstGeom prst="straightConnector1">
            <a:avLst/>
          </a:prstGeom>
          <a:noFill/>
          <a:ln cap="flat" cmpd="sng" w="57150">
            <a:solidFill>
              <a:schemeClr val="lt1"/>
            </a:solidFill>
            <a:prstDash val="solid"/>
            <a:miter lim="800000"/>
            <a:headEnd len="sm" w="sm" type="none"/>
            <a:tailEnd len="sm" w="sm" type="none"/>
          </a:ln>
        </p:spPr>
      </p:cxnSp>
      <p:sp>
        <p:nvSpPr>
          <p:cNvPr id="50" name="Google Shape;50;p4"/>
          <p:cNvSpPr txBox="1"/>
          <p:nvPr>
            <p:ph idx="1" type="body"/>
          </p:nvPr>
        </p:nvSpPr>
        <p:spPr>
          <a:xfrm>
            <a:off x="1042988" y="2493893"/>
            <a:ext cx="16771500" cy="65280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500"/>
              </a:spcBef>
              <a:spcAft>
                <a:spcPts val="0"/>
              </a:spcAft>
              <a:buClr>
                <a:schemeClr val="dk1"/>
              </a:buClr>
              <a:buSzPts val="1800"/>
              <a:buChar char="•"/>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Only">
  <p:cSld name="2_Title Only">
    <p:spTree>
      <p:nvGrpSpPr>
        <p:cNvPr id="51" name="Shape 51"/>
        <p:cNvGrpSpPr/>
        <p:nvPr/>
      </p:nvGrpSpPr>
      <p:grpSpPr>
        <a:xfrm>
          <a:off x="0" y="0"/>
          <a:ext cx="0" cy="0"/>
          <a:chOff x="0" y="0"/>
          <a:chExt cx="0" cy="0"/>
        </a:xfrm>
      </p:grpSpPr>
      <p:sp>
        <p:nvSpPr>
          <p:cNvPr id="52" name="Google Shape;52;p5"/>
          <p:cNvSpPr/>
          <p:nvPr/>
        </p:nvSpPr>
        <p:spPr>
          <a:xfrm>
            <a:off x="14677444" y="6666207"/>
            <a:ext cx="3620700" cy="3620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700" u="none" cap="none" strike="noStrike">
              <a:solidFill>
                <a:schemeClr val="lt1"/>
              </a:solidFill>
              <a:latin typeface="Roboto"/>
              <a:ea typeface="Roboto"/>
              <a:cs typeface="Roboto"/>
              <a:sym typeface="Roboto"/>
            </a:endParaRPr>
          </a:p>
        </p:txBody>
      </p:sp>
      <p:sp>
        <p:nvSpPr>
          <p:cNvPr id="53" name="Google Shape;53;p5"/>
          <p:cNvSpPr/>
          <p:nvPr/>
        </p:nvSpPr>
        <p:spPr>
          <a:xfrm>
            <a:off x="0" y="1588"/>
            <a:ext cx="18288000" cy="14643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800" u="none" cap="none" strike="noStrike">
              <a:solidFill>
                <a:schemeClr val="dk1"/>
              </a:solidFill>
              <a:latin typeface="Roboto"/>
              <a:ea typeface="Roboto"/>
              <a:cs typeface="Roboto"/>
              <a:sym typeface="Roboto"/>
            </a:endParaRPr>
          </a:p>
        </p:txBody>
      </p:sp>
      <p:sp>
        <p:nvSpPr>
          <p:cNvPr id="54" name="Google Shape;54;p5"/>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1"/>
              </a:buClr>
              <a:buSzPts val="6600"/>
              <a:buFont typeface="Playfair Display"/>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5" name="Google Shape;55;p5"/>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6" name="Google Shape;56;p5"/>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57" name="Google Shape;57;p5"/>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8" name="Google Shape;58;p5"/>
          <p:cNvSpPr/>
          <p:nvPr/>
        </p:nvSpPr>
        <p:spPr>
          <a:xfrm>
            <a:off x="-1810397" y="8478191"/>
            <a:ext cx="3620700" cy="36207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2700"/>
              <a:buFont typeface="Roboto"/>
              <a:buNone/>
            </a:pPr>
            <a:r>
              <a:t/>
            </a:r>
            <a:endParaRPr b="0" i="0" sz="2700" u="none" cap="none" strike="noStrike">
              <a:solidFill>
                <a:schemeClr val="dk1"/>
              </a:solidFill>
              <a:latin typeface="Roboto"/>
              <a:ea typeface="Roboto"/>
              <a:cs typeface="Roboto"/>
              <a:sym typeface="Roboto"/>
            </a:endParaRPr>
          </a:p>
        </p:txBody>
      </p:sp>
      <p:pic>
        <p:nvPicPr>
          <p:cNvPr id="59" name="Google Shape;59;p5"/>
          <p:cNvPicPr preferRelativeResize="0"/>
          <p:nvPr/>
        </p:nvPicPr>
        <p:blipFill rotWithShape="1">
          <a:blip r:embed="rId2">
            <a:alphaModFix/>
          </a:blip>
          <a:srcRect b="0" l="0" r="0" t="0"/>
          <a:stretch/>
        </p:blipFill>
        <p:spPr>
          <a:xfrm>
            <a:off x="15457823" y="441265"/>
            <a:ext cx="2472744" cy="559952"/>
          </a:xfrm>
          <a:prstGeom prst="rect">
            <a:avLst/>
          </a:prstGeom>
          <a:noFill/>
          <a:ln>
            <a:noFill/>
          </a:ln>
        </p:spPr>
      </p:pic>
      <p:cxnSp>
        <p:nvCxnSpPr>
          <p:cNvPr id="60" name="Google Shape;60;p5"/>
          <p:cNvCxnSpPr/>
          <p:nvPr/>
        </p:nvCxnSpPr>
        <p:spPr>
          <a:xfrm>
            <a:off x="473529" y="395691"/>
            <a:ext cx="0" cy="791400"/>
          </a:xfrm>
          <a:prstGeom prst="straightConnector1">
            <a:avLst/>
          </a:prstGeom>
          <a:noFill/>
          <a:ln cap="flat" cmpd="sng" w="57150">
            <a:solidFill>
              <a:schemeClr val="lt1"/>
            </a:solidFill>
            <a:prstDash val="solid"/>
            <a:miter lim="800000"/>
            <a:headEnd len="sm" w="sm" type="none"/>
            <a:tailEnd len="sm" w="sm" type="none"/>
          </a:ln>
        </p:spPr>
      </p:cxnSp>
      <p:sp>
        <p:nvSpPr>
          <p:cNvPr id="61" name="Google Shape;61;p5"/>
          <p:cNvSpPr txBox="1"/>
          <p:nvPr>
            <p:ph idx="1" type="body"/>
          </p:nvPr>
        </p:nvSpPr>
        <p:spPr>
          <a:xfrm>
            <a:off x="1042988" y="2493893"/>
            <a:ext cx="16771500" cy="65280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500"/>
              </a:spcBef>
              <a:spcAft>
                <a:spcPts val="0"/>
              </a:spcAft>
              <a:buClr>
                <a:schemeClr val="dk1"/>
              </a:buClr>
              <a:buSzPts val="1800"/>
              <a:buChar char="•"/>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62" name="Shape 62"/>
        <p:cNvGrpSpPr/>
        <p:nvPr/>
      </p:nvGrpSpPr>
      <p:grpSpPr>
        <a:xfrm>
          <a:off x="0" y="0"/>
          <a:ext cx="0" cy="0"/>
          <a:chOff x="0" y="0"/>
          <a:chExt cx="0" cy="0"/>
        </a:xfrm>
      </p:grpSpPr>
      <p:sp>
        <p:nvSpPr>
          <p:cNvPr id="63" name="Google Shape;63;p6"/>
          <p:cNvSpPr txBox="1"/>
          <p:nvPr>
            <p:ph idx="1" type="body"/>
          </p:nvPr>
        </p:nvSpPr>
        <p:spPr>
          <a:xfrm>
            <a:off x="1042988" y="2522134"/>
            <a:ext cx="7736700" cy="1236000"/>
          </a:xfrm>
          <a:prstGeom prst="rect">
            <a:avLst/>
          </a:prstGeom>
          <a:noFill/>
          <a:ln>
            <a:noFill/>
          </a:ln>
        </p:spPr>
        <p:txBody>
          <a:bodyPr anchorCtr="0" anchor="b" bIns="45700" lIns="91425" spcFirstLastPara="1" rIns="91425" wrap="square" tIns="45700">
            <a:noAutofit/>
          </a:bodyPr>
          <a:lstStyle>
            <a:lvl1pPr indent="-228600" lvl="0" marL="457200" rtl="0" algn="l">
              <a:lnSpc>
                <a:spcPct val="90000"/>
              </a:lnSpc>
              <a:spcBef>
                <a:spcPts val="1500"/>
              </a:spcBef>
              <a:spcAft>
                <a:spcPts val="0"/>
              </a:spcAft>
              <a:buClr>
                <a:schemeClr val="dk1"/>
              </a:buClr>
              <a:buSzPts val="4400"/>
              <a:buNone/>
              <a:defRPr b="1" sz="4400"/>
            </a:lvl1pPr>
            <a:lvl2pPr indent="-228600" lvl="1" marL="914400" rtl="0" algn="l">
              <a:lnSpc>
                <a:spcPct val="90000"/>
              </a:lnSpc>
              <a:spcBef>
                <a:spcPts val="750"/>
              </a:spcBef>
              <a:spcAft>
                <a:spcPts val="0"/>
              </a:spcAft>
              <a:buClr>
                <a:schemeClr val="dk1"/>
              </a:buClr>
              <a:buSzPts val="3000"/>
              <a:buNone/>
              <a:defRPr b="1" sz="3000"/>
            </a:lvl2pPr>
            <a:lvl3pPr indent="-228600" lvl="2" marL="1371600" rtl="0" algn="l">
              <a:lnSpc>
                <a:spcPct val="90000"/>
              </a:lnSpc>
              <a:spcBef>
                <a:spcPts val="750"/>
              </a:spcBef>
              <a:spcAft>
                <a:spcPts val="0"/>
              </a:spcAft>
              <a:buClr>
                <a:schemeClr val="dk1"/>
              </a:buClr>
              <a:buSzPts val="2700"/>
              <a:buNone/>
              <a:defRPr b="1" sz="2700"/>
            </a:lvl3pPr>
            <a:lvl4pPr indent="-228600" lvl="3" marL="1828800" rtl="0" algn="l">
              <a:lnSpc>
                <a:spcPct val="90000"/>
              </a:lnSpc>
              <a:spcBef>
                <a:spcPts val="750"/>
              </a:spcBef>
              <a:spcAft>
                <a:spcPts val="0"/>
              </a:spcAft>
              <a:buClr>
                <a:schemeClr val="dk1"/>
              </a:buClr>
              <a:buSzPts val="2400"/>
              <a:buNone/>
              <a:defRPr b="1" sz="2400"/>
            </a:lvl4pPr>
            <a:lvl5pPr indent="-228600" lvl="4" marL="2286000" rtl="0" algn="l">
              <a:lnSpc>
                <a:spcPct val="90000"/>
              </a:lnSpc>
              <a:spcBef>
                <a:spcPts val="750"/>
              </a:spcBef>
              <a:spcAft>
                <a:spcPts val="0"/>
              </a:spcAft>
              <a:buClr>
                <a:schemeClr val="dk1"/>
              </a:buClr>
              <a:buSzPts val="2400"/>
              <a:buNone/>
              <a:defRPr b="1" sz="2400"/>
            </a:lvl5pPr>
            <a:lvl6pPr indent="-228600" lvl="5" marL="2743200" rtl="0" algn="l">
              <a:lnSpc>
                <a:spcPct val="90000"/>
              </a:lnSpc>
              <a:spcBef>
                <a:spcPts val="750"/>
              </a:spcBef>
              <a:spcAft>
                <a:spcPts val="0"/>
              </a:spcAft>
              <a:buClr>
                <a:schemeClr val="dk1"/>
              </a:buClr>
              <a:buSzPts val="2400"/>
              <a:buNone/>
              <a:defRPr b="1" sz="2400"/>
            </a:lvl6pPr>
            <a:lvl7pPr indent="-228600" lvl="6" marL="3200400" rtl="0" algn="l">
              <a:lnSpc>
                <a:spcPct val="90000"/>
              </a:lnSpc>
              <a:spcBef>
                <a:spcPts val="750"/>
              </a:spcBef>
              <a:spcAft>
                <a:spcPts val="0"/>
              </a:spcAft>
              <a:buClr>
                <a:schemeClr val="dk1"/>
              </a:buClr>
              <a:buSzPts val="2400"/>
              <a:buNone/>
              <a:defRPr b="1" sz="2400"/>
            </a:lvl7pPr>
            <a:lvl8pPr indent="-228600" lvl="7" marL="3657600" rtl="0" algn="l">
              <a:lnSpc>
                <a:spcPct val="90000"/>
              </a:lnSpc>
              <a:spcBef>
                <a:spcPts val="750"/>
              </a:spcBef>
              <a:spcAft>
                <a:spcPts val="0"/>
              </a:spcAft>
              <a:buClr>
                <a:schemeClr val="dk1"/>
              </a:buClr>
              <a:buSzPts val="2400"/>
              <a:buNone/>
              <a:defRPr b="1" sz="2400"/>
            </a:lvl8pPr>
            <a:lvl9pPr indent="-228600" lvl="8" marL="4114800" rtl="0" algn="l">
              <a:lnSpc>
                <a:spcPct val="90000"/>
              </a:lnSpc>
              <a:spcBef>
                <a:spcPts val="750"/>
              </a:spcBef>
              <a:spcAft>
                <a:spcPts val="0"/>
              </a:spcAft>
              <a:buClr>
                <a:schemeClr val="dk1"/>
              </a:buClr>
              <a:buSzPts val="2400"/>
              <a:buNone/>
              <a:defRPr b="1" sz="2400"/>
            </a:lvl9pPr>
          </a:lstStyle>
          <a:p/>
        </p:txBody>
      </p:sp>
      <p:sp>
        <p:nvSpPr>
          <p:cNvPr id="64" name="Google Shape;64;p6"/>
          <p:cNvSpPr txBox="1"/>
          <p:nvPr>
            <p:ph idx="2" type="body"/>
          </p:nvPr>
        </p:nvSpPr>
        <p:spPr>
          <a:xfrm>
            <a:off x="1042988" y="3758193"/>
            <a:ext cx="7736700" cy="5527800"/>
          </a:xfrm>
          <a:prstGeom prst="rect">
            <a:avLst/>
          </a:prstGeom>
          <a:noFill/>
          <a:ln>
            <a:noFill/>
          </a:ln>
        </p:spPr>
        <p:txBody>
          <a:bodyPr anchorCtr="0" anchor="t" bIns="45700" lIns="91425" spcFirstLastPara="1" rIns="91425" wrap="square" tIns="45700">
            <a:normAutofit/>
          </a:bodyPr>
          <a:lstStyle>
            <a:lvl1pPr indent="-482600" lvl="0" marL="457200" rtl="0" algn="l">
              <a:lnSpc>
                <a:spcPct val="90000"/>
              </a:lnSpc>
              <a:spcBef>
                <a:spcPts val="1500"/>
              </a:spcBef>
              <a:spcAft>
                <a:spcPts val="0"/>
              </a:spcAft>
              <a:buClr>
                <a:schemeClr val="dk1"/>
              </a:buClr>
              <a:buSzPts val="4000"/>
              <a:buChar char="•"/>
              <a:defRPr sz="4000"/>
            </a:lvl1pPr>
            <a:lvl2pPr indent="-431800" lvl="1" marL="914400" rtl="0" algn="l">
              <a:lnSpc>
                <a:spcPct val="90000"/>
              </a:lnSpc>
              <a:spcBef>
                <a:spcPts val="750"/>
              </a:spcBef>
              <a:spcAft>
                <a:spcPts val="0"/>
              </a:spcAft>
              <a:buClr>
                <a:schemeClr val="dk1"/>
              </a:buClr>
              <a:buSzPts val="3200"/>
              <a:buChar char="•"/>
              <a:defRPr sz="3200"/>
            </a:lvl2pPr>
            <a:lvl3pPr indent="-406400" lvl="2" marL="1371600" rtl="0" algn="l">
              <a:lnSpc>
                <a:spcPct val="90000"/>
              </a:lnSpc>
              <a:spcBef>
                <a:spcPts val="750"/>
              </a:spcBef>
              <a:spcAft>
                <a:spcPts val="0"/>
              </a:spcAft>
              <a:buClr>
                <a:schemeClr val="dk1"/>
              </a:buClr>
              <a:buSzPts val="2800"/>
              <a:buChar char="•"/>
              <a:defRPr sz="2800"/>
            </a:lvl3pPr>
            <a:lvl4pPr indent="-381000" lvl="3" marL="1828800" rtl="0" algn="l">
              <a:lnSpc>
                <a:spcPct val="90000"/>
              </a:lnSpc>
              <a:spcBef>
                <a:spcPts val="750"/>
              </a:spcBef>
              <a:spcAft>
                <a:spcPts val="0"/>
              </a:spcAft>
              <a:buClr>
                <a:schemeClr val="dk1"/>
              </a:buClr>
              <a:buSzPts val="2400"/>
              <a:buChar char="•"/>
              <a:defRPr sz="2400"/>
            </a:lvl4pPr>
            <a:lvl5pPr indent="-381000" lvl="4" marL="2286000" rtl="0" algn="l">
              <a:lnSpc>
                <a:spcPct val="90000"/>
              </a:lnSpc>
              <a:spcBef>
                <a:spcPts val="750"/>
              </a:spcBef>
              <a:spcAft>
                <a:spcPts val="0"/>
              </a:spcAft>
              <a:buClr>
                <a:schemeClr val="dk1"/>
              </a:buClr>
              <a:buSzPts val="2400"/>
              <a:buChar char="•"/>
              <a:defRPr sz="2400"/>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65" name="Google Shape;65;p6"/>
          <p:cNvSpPr txBox="1"/>
          <p:nvPr>
            <p:ph idx="3" type="body"/>
          </p:nvPr>
        </p:nvSpPr>
        <p:spPr>
          <a:xfrm>
            <a:off x="9147690" y="2522134"/>
            <a:ext cx="7774800" cy="1236000"/>
          </a:xfrm>
          <a:prstGeom prst="rect">
            <a:avLst/>
          </a:prstGeom>
          <a:noFill/>
          <a:ln>
            <a:noFill/>
          </a:ln>
        </p:spPr>
        <p:txBody>
          <a:bodyPr anchorCtr="0" anchor="b" bIns="45700" lIns="91425" spcFirstLastPara="1" rIns="91425" wrap="square" tIns="45700">
            <a:noAutofit/>
          </a:bodyPr>
          <a:lstStyle>
            <a:lvl1pPr indent="-228600" lvl="0" marL="457200" rtl="0" algn="l">
              <a:lnSpc>
                <a:spcPct val="90000"/>
              </a:lnSpc>
              <a:spcBef>
                <a:spcPts val="1500"/>
              </a:spcBef>
              <a:spcAft>
                <a:spcPts val="0"/>
              </a:spcAft>
              <a:buClr>
                <a:schemeClr val="dk1"/>
              </a:buClr>
              <a:buSzPts val="4400"/>
              <a:buNone/>
              <a:defRPr b="1" sz="4400"/>
            </a:lvl1pPr>
            <a:lvl2pPr indent="-228600" lvl="1" marL="914400" rtl="0" algn="l">
              <a:lnSpc>
                <a:spcPct val="90000"/>
              </a:lnSpc>
              <a:spcBef>
                <a:spcPts val="750"/>
              </a:spcBef>
              <a:spcAft>
                <a:spcPts val="0"/>
              </a:spcAft>
              <a:buClr>
                <a:schemeClr val="dk1"/>
              </a:buClr>
              <a:buSzPts val="3000"/>
              <a:buNone/>
              <a:defRPr b="1" sz="3000"/>
            </a:lvl2pPr>
            <a:lvl3pPr indent="-228600" lvl="2" marL="1371600" rtl="0" algn="l">
              <a:lnSpc>
                <a:spcPct val="90000"/>
              </a:lnSpc>
              <a:spcBef>
                <a:spcPts val="750"/>
              </a:spcBef>
              <a:spcAft>
                <a:spcPts val="0"/>
              </a:spcAft>
              <a:buClr>
                <a:schemeClr val="dk1"/>
              </a:buClr>
              <a:buSzPts val="2700"/>
              <a:buNone/>
              <a:defRPr b="1" sz="2700"/>
            </a:lvl3pPr>
            <a:lvl4pPr indent="-228600" lvl="3" marL="1828800" rtl="0" algn="l">
              <a:lnSpc>
                <a:spcPct val="90000"/>
              </a:lnSpc>
              <a:spcBef>
                <a:spcPts val="750"/>
              </a:spcBef>
              <a:spcAft>
                <a:spcPts val="0"/>
              </a:spcAft>
              <a:buClr>
                <a:schemeClr val="dk1"/>
              </a:buClr>
              <a:buSzPts val="2400"/>
              <a:buNone/>
              <a:defRPr b="1" sz="2400"/>
            </a:lvl4pPr>
            <a:lvl5pPr indent="-228600" lvl="4" marL="2286000" rtl="0" algn="l">
              <a:lnSpc>
                <a:spcPct val="90000"/>
              </a:lnSpc>
              <a:spcBef>
                <a:spcPts val="750"/>
              </a:spcBef>
              <a:spcAft>
                <a:spcPts val="0"/>
              </a:spcAft>
              <a:buClr>
                <a:schemeClr val="dk1"/>
              </a:buClr>
              <a:buSzPts val="2400"/>
              <a:buNone/>
              <a:defRPr b="1" sz="2400"/>
            </a:lvl5pPr>
            <a:lvl6pPr indent="-228600" lvl="5" marL="2743200" rtl="0" algn="l">
              <a:lnSpc>
                <a:spcPct val="90000"/>
              </a:lnSpc>
              <a:spcBef>
                <a:spcPts val="750"/>
              </a:spcBef>
              <a:spcAft>
                <a:spcPts val="0"/>
              </a:spcAft>
              <a:buClr>
                <a:schemeClr val="dk1"/>
              </a:buClr>
              <a:buSzPts val="2400"/>
              <a:buNone/>
              <a:defRPr b="1" sz="2400"/>
            </a:lvl6pPr>
            <a:lvl7pPr indent="-228600" lvl="6" marL="3200400" rtl="0" algn="l">
              <a:lnSpc>
                <a:spcPct val="90000"/>
              </a:lnSpc>
              <a:spcBef>
                <a:spcPts val="750"/>
              </a:spcBef>
              <a:spcAft>
                <a:spcPts val="0"/>
              </a:spcAft>
              <a:buClr>
                <a:schemeClr val="dk1"/>
              </a:buClr>
              <a:buSzPts val="2400"/>
              <a:buNone/>
              <a:defRPr b="1" sz="2400"/>
            </a:lvl7pPr>
            <a:lvl8pPr indent="-228600" lvl="7" marL="3657600" rtl="0" algn="l">
              <a:lnSpc>
                <a:spcPct val="90000"/>
              </a:lnSpc>
              <a:spcBef>
                <a:spcPts val="750"/>
              </a:spcBef>
              <a:spcAft>
                <a:spcPts val="0"/>
              </a:spcAft>
              <a:buClr>
                <a:schemeClr val="dk1"/>
              </a:buClr>
              <a:buSzPts val="2400"/>
              <a:buNone/>
              <a:defRPr b="1" sz="2400"/>
            </a:lvl8pPr>
            <a:lvl9pPr indent="-228600" lvl="8" marL="4114800" rtl="0" algn="l">
              <a:lnSpc>
                <a:spcPct val="90000"/>
              </a:lnSpc>
              <a:spcBef>
                <a:spcPts val="750"/>
              </a:spcBef>
              <a:spcAft>
                <a:spcPts val="0"/>
              </a:spcAft>
              <a:buClr>
                <a:schemeClr val="dk1"/>
              </a:buClr>
              <a:buSzPts val="2400"/>
              <a:buNone/>
              <a:defRPr b="1" sz="2400"/>
            </a:lvl9pPr>
          </a:lstStyle>
          <a:p/>
        </p:txBody>
      </p:sp>
      <p:sp>
        <p:nvSpPr>
          <p:cNvPr id="66" name="Google Shape;66;p6"/>
          <p:cNvSpPr txBox="1"/>
          <p:nvPr>
            <p:ph idx="4" type="body"/>
          </p:nvPr>
        </p:nvSpPr>
        <p:spPr>
          <a:xfrm>
            <a:off x="9147690" y="3758193"/>
            <a:ext cx="7774800" cy="5527800"/>
          </a:xfrm>
          <a:prstGeom prst="rect">
            <a:avLst/>
          </a:prstGeom>
          <a:noFill/>
          <a:ln>
            <a:noFill/>
          </a:ln>
        </p:spPr>
        <p:txBody>
          <a:bodyPr anchorCtr="0" anchor="t" bIns="45700" lIns="91425" spcFirstLastPara="1" rIns="91425" wrap="square" tIns="45700">
            <a:normAutofit/>
          </a:bodyPr>
          <a:lstStyle>
            <a:lvl1pPr indent="-482600" lvl="0" marL="457200" rtl="0" algn="l">
              <a:lnSpc>
                <a:spcPct val="90000"/>
              </a:lnSpc>
              <a:spcBef>
                <a:spcPts val="1500"/>
              </a:spcBef>
              <a:spcAft>
                <a:spcPts val="0"/>
              </a:spcAft>
              <a:buClr>
                <a:schemeClr val="dk1"/>
              </a:buClr>
              <a:buSzPts val="4000"/>
              <a:buChar char="•"/>
              <a:defRPr sz="4000"/>
            </a:lvl1pPr>
            <a:lvl2pPr indent="-431800" lvl="1" marL="914400" rtl="0" algn="l">
              <a:lnSpc>
                <a:spcPct val="90000"/>
              </a:lnSpc>
              <a:spcBef>
                <a:spcPts val="750"/>
              </a:spcBef>
              <a:spcAft>
                <a:spcPts val="0"/>
              </a:spcAft>
              <a:buClr>
                <a:schemeClr val="dk1"/>
              </a:buClr>
              <a:buSzPts val="3200"/>
              <a:buChar char="•"/>
              <a:defRPr sz="3200"/>
            </a:lvl2pPr>
            <a:lvl3pPr indent="-406400" lvl="2" marL="1371600" rtl="0" algn="l">
              <a:lnSpc>
                <a:spcPct val="90000"/>
              </a:lnSpc>
              <a:spcBef>
                <a:spcPts val="750"/>
              </a:spcBef>
              <a:spcAft>
                <a:spcPts val="0"/>
              </a:spcAft>
              <a:buClr>
                <a:schemeClr val="dk1"/>
              </a:buClr>
              <a:buSzPts val="2800"/>
              <a:buChar char="•"/>
              <a:defRPr sz="2800"/>
            </a:lvl3pPr>
            <a:lvl4pPr indent="-381000" lvl="3" marL="1828800" rtl="0" algn="l">
              <a:lnSpc>
                <a:spcPct val="90000"/>
              </a:lnSpc>
              <a:spcBef>
                <a:spcPts val="750"/>
              </a:spcBef>
              <a:spcAft>
                <a:spcPts val="0"/>
              </a:spcAft>
              <a:buClr>
                <a:schemeClr val="dk1"/>
              </a:buClr>
              <a:buSzPts val="2400"/>
              <a:buChar char="•"/>
              <a:defRPr sz="2400"/>
            </a:lvl4pPr>
            <a:lvl5pPr indent="-381000" lvl="4" marL="2286000" rtl="0" algn="l">
              <a:lnSpc>
                <a:spcPct val="90000"/>
              </a:lnSpc>
              <a:spcBef>
                <a:spcPts val="750"/>
              </a:spcBef>
              <a:spcAft>
                <a:spcPts val="0"/>
              </a:spcAft>
              <a:buClr>
                <a:schemeClr val="dk1"/>
              </a:buClr>
              <a:buSzPts val="2400"/>
              <a:buChar char="•"/>
              <a:defRPr sz="2400"/>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67" name="Google Shape;67;p6"/>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8" name="Google Shape;68;p6"/>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69" name="Google Shape;69;p6"/>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0" name="Google Shape;70;p6"/>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1" name="Google Shape;71;p6"/>
          <p:cNvSpPr txBox="1"/>
          <p:nvPr>
            <p:ph idx="5" type="body"/>
          </p:nvPr>
        </p:nvSpPr>
        <p:spPr>
          <a:xfrm>
            <a:off x="473870" y="1186046"/>
            <a:ext cx="17340300" cy="791400"/>
          </a:xfrm>
          <a:prstGeom prst="rect">
            <a:avLst/>
          </a:prstGeom>
          <a:noFill/>
          <a:ln>
            <a:noFill/>
          </a:ln>
        </p:spPr>
        <p:txBody>
          <a:bodyPr anchorCtr="0" anchor="ctr" bIns="45700" lIns="91425" spcFirstLastPara="1" rIns="91425" wrap="square" tIns="45700">
            <a:normAutofit/>
          </a:bodyPr>
          <a:lstStyle>
            <a:lvl1pPr indent="-228600" lvl="0" marL="457200" rtl="0" algn="l">
              <a:lnSpc>
                <a:spcPct val="90000"/>
              </a:lnSpc>
              <a:spcBef>
                <a:spcPts val="1500"/>
              </a:spcBef>
              <a:spcAft>
                <a:spcPts val="0"/>
              </a:spcAft>
              <a:buClr>
                <a:schemeClr val="dk1"/>
              </a:buClr>
              <a:buSzPts val="4200"/>
              <a:buNone/>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showMasterSp="0">
  <p:cSld name="1_Blank">
    <p:spTree>
      <p:nvGrpSpPr>
        <p:cNvPr id="72" name="Shape 72"/>
        <p:cNvGrpSpPr/>
        <p:nvPr/>
      </p:nvGrpSpPr>
      <p:grpSpPr>
        <a:xfrm>
          <a:off x="0" y="0"/>
          <a:ext cx="0" cy="0"/>
          <a:chOff x="0" y="0"/>
          <a:chExt cx="0" cy="0"/>
        </a:xfrm>
      </p:grpSpPr>
      <p:sp>
        <p:nvSpPr>
          <p:cNvPr id="73" name="Google Shape;73;p7"/>
          <p:cNvSpPr/>
          <p:nvPr/>
        </p:nvSpPr>
        <p:spPr>
          <a:xfrm>
            <a:off x="1" y="0"/>
            <a:ext cx="6119700" cy="10288500"/>
          </a:xfrm>
          <a:prstGeom prst="rect">
            <a:avLst/>
          </a:prstGeom>
          <a:solidFill>
            <a:srgbClr val="0181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74" name="Google Shape;74;p7"/>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5" name="Google Shape;75;p7"/>
          <p:cNvSpPr txBox="1"/>
          <p:nvPr>
            <p:ph idx="1" type="body"/>
          </p:nvPr>
        </p:nvSpPr>
        <p:spPr>
          <a:xfrm>
            <a:off x="450057" y="5144295"/>
            <a:ext cx="5191200" cy="1529100"/>
          </a:xfrm>
          <a:prstGeom prst="rect">
            <a:avLst/>
          </a:prstGeom>
          <a:noFill/>
          <a:ln>
            <a:noFill/>
          </a:ln>
        </p:spPr>
        <p:txBody>
          <a:bodyPr anchorCtr="0" anchor="t" bIns="45700" lIns="91425" spcFirstLastPara="1" rIns="91425" wrap="square" tIns="45700">
            <a:normAutofit/>
          </a:bodyPr>
          <a:lstStyle>
            <a:lvl1pPr indent="-495300" lvl="0" marL="457200" rtl="0" algn="l">
              <a:lnSpc>
                <a:spcPct val="90000"/>
              </a:lnSpc>
              <a:spcBef>
                <a:spcPts val="1500"/>
              </a:spcBef>
              <a:spcAft>
                <a:spcPts val="0"/>
              </a:spcAft>
              <a:buClr>
                <a:schemeClr val="lt1"/>
              </a:buClr>
              <a:buSzPts val="4200"/>
              <a:buChar char="•"/>
              <a:defRPr>
                <a:solidFill>
                  <a:schemeClr val="lt1"/>
                </a:solidFill>
              </a:defRPr>
            </a:lvl1pPr>
            <a:lvl2pPr indent="-457200" lvl="1" marL="914400" rtl="0" algn="l">
              <a:lnSpc>
                <a:spcPct val="90000"/>
              </a:lnSpc>
              <a:spcBef>
                <a:spcPts val="750"/>
              </a:spcBef>
              <a:spcAft>
                <a:spcPts val="0"/>
              </a:spcAft>
              <a:buClr>
                <a:schemeClr val="lt1"/>
              </a:buClr>
              <a:buSzPts val="3600"/>
              <a:buChar char="•"/>
              <a:defRPr>
                <a:solidFill>
                  <a:schemeClr val="lt1"/>
                </a:solidFill>
              </a:defRPr>
            </a:lvl2pPr>
            <a:lvl3pPr indent="-419100" lvl="2" marL="1371600" rtl="0" algn="l">
              <a:lnSpc>
                <a:spcPct val="90000"/>
              </a:lnSpc>
              <a:spcBef>
                <a:spcPts val="750"/>
              </a:spcBef>
              <a:spcAft>
                <a:spcPts val="0"/>
              </a:spcAft>
              <a:buClr>
                <a:schemeClr val="lt1"/>
              </a:buClr>
              <a:buSzPts val="3000"/>
              <a:buChar char="•"/>
              <a:defRPr>
                <a:solidFill>
                  <a:schemeClr val="lt1"/>
                </a:solidFill>
              </a:defRPr>
            </a:lvl3pPr>
            <a:lvl4pPr indent="-400050" lvl="3" marL="1828800" rtl="0" algn="l">
              <a:lnSpc>
                <a:spcPct val="90000"/>
              </a:lnSpc>
              <a:spcBef>
                <a:spcPts val="750"/>
              </a:spcBef>
              <a:spcAft>
                <a:spcPts val="0"/>
              </a:spcAft>
              <a:buClr>
                <a:schemeClr val="lt1"/>
              </a:buClr>
              <a:buSzPts val="2700"/>
              <a:buChar char="•"/>
              <a:defRPr>
                <a:solidFill>
                  <a:schemeClr val="lt1"/>
                </a:solidFill>
              </a:defRPr>
            </a:lvl4pPr>
            <a:lvl5pPr indent="-400050" lvl="4" marL="2286000" rtl="0" algn="l">
              <a:lnSpc>
                <a:spcPct val="90000"/>
              </a:lnSpc>
              <a:spcBef>
                <a:spcPts val="750"/>
              </a:spcBef>
              <a:spcAft>
                <a:spcPts val="0"/>
              </a:spcAft>
              <a:buClr>
                <a:schemeClr val="lt1"/>
              </a:buClr>
              <a:buSzPts val="2700"/>
              <a:buChar char="•"/>
              <a:defRPr>
                <a:solidFill>
                  <a:schemeClr val="lt1"/>
                </a:solidFill>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76" name="Google Shape;76;p7"/>
          <p:cNvSpPr txBox="1"/>
          <p:nvPr>
            <p:ph type="title"/>
          </p:nvPr>
        </p:nvSpPr>
        <p:spPr>
          <a:xfrm>
            <a:off x="450057" y="3087345"/>
            <a:ext cx="5191200" cy="1988700"/>
          </a:xfrm>
          <a:prstGeom prst="rect">
            <a:avLst/>
          </a:prstGeom>
          <a:noFill/>
          <a:ln>
            <a:noFill/>
          </a:ln>
        </p:spPr>
        <p:txBody>
          <a:bodyPr anchorCtr="0" anchor="ctr" bIns="45700" lIns="91425" spcFirstLastPara="1" rIns="91425" wrap="square" tIns="45700">
            <a:noAutofit/>
          </a:bodyPr>
          <a:lstStyle>
            <a:lvl1pPr lvl="0" rtl="0" algn="l">
              <a:lnSpc>
                <a:spcPct val="90000"/>
              </a:lnSpc>
              <a:spcBef>
                <a:spcPts val="0"/>
              </a:spcBef>
              <a:spcAft>
                <a:spcPts val="0"/>
              </a:spcAft>
              <a:buClr>
                <a:schemeClr val="lt1"/>
              </a:buClr>
              <a:buSzPts val="5400"/>
              <a:buFont typeface="Playfair Display"/>
              <a:buNone/>
              <a:defRPr sz="54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7" name="Google Shape;77;p7"/>
          <p:cNvSpPr txBox="1"/>
          <p:nvPr>
            <p:ph idx="2" type="body"/>
          </p:nvPr>
        </p:nvSpPr>
        <p:spPr>
          <a:xfrm>
            <a:off x="6119814" y="0"/>
            <a:ext cx="12168300" cy="10288500"/>
          </a:xfrm>
          <a:prstGeom prst="rect">
            <a:avLst/>
          </a:prstGeom>
          <a:noFill/>
          <a:ln>
            <a:noFill/>
          </a:ln>
        </p:spPr>
        <p:txBody>
          <a:bodyPr anchorCtr="0" anchor="ctr" bIns="45700" lIns="91425" spcFirstLastPara="1" rIns="91425" wrap="square" tIns="45700">
            <a:normAutofit/>
          </a:bodyPr>
          <a:lstStyle>
            <a:lvl1pPr indent="-533400" lvl="0" marL="457200" rtl="0" algn="l">
              <a:lnSpc>
                <a:spcPct val="90000"/>
              </a:lnSpc>
              <a:spcBef>
                <a:spcPts val="1500"/>
              </a:spcBef>
              <a:spcAft>
                <a:spcPts val="0"/>
              </a:spcAft>
              <a:buClr>
                <a:schemeClr val="dk1"/>
              </a:buClr>
              <a:buSzPts val="4800"/>
              <a:buChar char="•"/>
              <a:defRPr sz="4800"/>
            </a:lvl1pPr>
            <a:lvl2pPr indent="-495300" lvl="1" marL="914400" rtl="0" algn="l">
              <a:lnSpc>
                <a:spcPct val="90000"/>
              </a:lnSpc>
              <a:spcBef>
                <a:spcPts val="750"/>
              </a:spcBef>
              <a:spcAft>
                <a:spcPts val="0"/>
              </a:spcAft>
              <a:buClr>
                <a:schemeClr val="dk1"/>
              </a:buClr>
              <a:buSzPts val="4200"/>
              <a:buChar char="•"/>
              <a:defRPr sz="4200"/>
            </a:lvl2pPr>
            <a:lvl3pPr indent="-457200" lvl="2" marL="1371600" rtl="0" algn="l">
              <a:lnSpc>
                <a:spcPct val="90000"/>
              </a:lnSpc>
              <a:spcBef>
                <a:spcPts val="750"/>
              </a:spcBef>
              <a:spcAft>
                <a:spcPts val="0"/>
              </a:spcAft>
              <a:buClr>
                <a:schemeClr val="dk1"/>
              </a:buClr>
              <a:buSzPts val="3600"/>
              <a:buChar char="•"/>
              <a:defRPr sz="3600"/>
            </a:lvl3pPr>
            <a:lvl4pPr indent="-419100" lvl="3" marL="1828800" rtl="0" algn="l">
              <a:lnSpc>
                <a:spcPct val="90000"/>
              </a:lnSpc>
              <a:spcBef>
                <a:spcPts val="750"/>
              </a:spcBef>
              <a:spcAft>
                <a:spcPts val="0"/>
              </a:spcAft>
              <a:buClr>
                <a:schemeClr val="dk1"/>
              </a:buClr>
              <a:buSzPts val="3000"/>
              <a:buChar char="•"/>
              <a:defRPr sz="3000"/>
            </a:lvl4pPr>
            <a:lvl5pPr indent="-419100" lvl="4" marL="2286000" rtl="0" algn="l">
              <a:lnSpc>
                <a:spcPct val="90000"/>
              </a:lnSpc>
              <a:spcBef>
                <a:spcPts val="750"/>
              </a:spcBef>
              <a:spcAft>
                <a:spcPts val="0"/>
              </a:spcAft>
              <a:buClr>
                <a:schemeClr val="dk1"/>
              </a:buClr>
              <a:buSzPts val="3000"/>
              <a:buChar char="•"/>
              <a:defRPr sz="3000"/>
            </a:lvl5pPr>
            <a:lvl6pPr indent="-419100" lvl="5" marL="2743200" rtl="0" algn="l">
              <a:lnSpc>
                <a:spcPct val="90000"/>
              </a:lnSpc>
              <a:spcBef>
                <a:spcPts val="750"/>
              </a:spcBef>
              <a:spcAft>
                <a:spcPts val="0"/>
              </a:spcAft>
              <a:buClr>
                <a:schemeClr val="dk1"/>
              </a:buClr>
              <a:buSzPts val="3000"/>
              <a:buChar char="•"/>
              <a:defRPr sz="3000"/>
            </a:lvl6pPr>
            <a:lvl7pPr indent="-419100" lvl="6" marL="3200400" rtl="0" algn="l">
              <a:lnSpc>
                <a:spcPct val="90000"/>
              </a:lnSpc>
              <a:spcBef>
                <a:spcPts val="750"/>
              </a:spcBef>
              <a:spcAft>
                <a:spcPts val="0"/>
              </a:spcAft>
              <a:buClr>
                <a:schemeClr val="dk1"/>
              </a:buClr>
              <a:buSzPts val="3000"/>
              <a:buChar char="•"/>
              <a:defRPr sz="3000"/>
            </a:lvl7pPr>
            <a:lvl8pPr indent="-419100" lvl="7" marL="3657600" rtl="0" algn="l">
              <a:lnSpc>
                <a:spcPct val="90000"/>
              </a:lnSpc>
              <a:spcBef>
                <a:spcPts val="750"/>
              </a:spcBef>
              <a:spcAft>
                <a:spcPts val="0"/>
              </a:spcAft>
              <a:buClr>
                <a:schemeClr val="dk1"/>
              </a:buClr>
              <a:buSzPts val="3000"/>
              <a:buChar char="•"/>
              <a:defRPr sz="3000"/>
            </a:lvl8pPr>
            <a:lvl9pPr indent="-419100" lvl="8" marL="4114800" rtl="0" algn="l">
              <a:lnSpc>
                <a:spcPct val="90000"/>
              </a:lnSpc>
              <a:spcBef>
                <a:spcPts val="750"/>
              </a:spcBef>
              <a:spcAft>
                <a:spcPts val="0"/>
              </a:spcAft>
              <a:buClr>
                <a:schemeClr val="dk1"/>
              </a:buClr>
              <a:buSzPts val="3000"/>
              <a:buChar char="•"/>
              <a:defRPr sz="3000"/>
            </a:lvl9pPr>
          </a:lstStyle>
          <a:p/>
        </p:txBody>
      </p:sp>
      <p:pic>
        <p:nvPicPr>
          <p:cNvPr id="78" name="Google Shape;78;p7"/>
          <p:cNvPicPr preferRelativeResize="0"/>
          <p:nvPr/>
        </p:nvPicPr>
        <p:blipFill rotWithShape="1">
          <a:blip r:embed="rId2">
            <a:alphaModFix/>
          </a:blip>
          <a:srcRect b="0" l="0" r="0" t="0"/>
          <a:stretch/>
        </p:blipFill>
        <p:spPr>
          <a:xfrm>
            <a:off x="1823535" y="441265"/>
            <a:ext cx="2472744" cy="559952"/>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LEFT" showMasterSp="0" type="objTx">
  <p:cSld name="OBJECT_WITH_CAPTION_TEXT">
    <p:spTree>
      <p:nvGrpSpPr>
        <p:cNvPr id="79" name="Shape 79"/>
        <p:cNvGrpSpPr/>
        <p:nvPr/>
      </p:nvGrpSpPr>
      <p:grpSpPr>
        <a:xfrm>
          <a:off x="0" y="0"/>
          <a:ext cx="0" cy="0"/>
          <a:chOff x="0" y="0"/>
          <a:chExt cx="0" cy="0"/>
        </a:xfrm>
      </p:grpSpPr>
      <p:sp>
        <p:nvSpPr>
          <p:cNvPr id="80" name="Google Shape;80;p8"/>
          <p:cNvSpPr/>
          <p:nvPr/>
        </p:nvSpPr>
        <p:spPr>
          <a:xfrm>
            <a:off x="0" y="0"/>
            <a:ext cx="9144000" cy="10288500"/>
          </a:xfrm>
          <a:prstGeom prst="rect">
            <a:avLst/>
          </a:prstGeom>
          <a:solidFill>
            <a:srgbClr val="0181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81" name="Google Shape;81;p8"/>
          <p:cNvSpPr txBox="1"/>
          <p:nvPr>
            <p:ph type="title"/>
          </p:nvPr>
        </p:nvSpPr>
        <p:spPr>
          <a:xfrm>
            <a:off x="812721" y="4342880"/>
            <a:ext cx="7518600" cy="1602900"/>
          </a:xfrm>
          <a:prstGeom prst="rect">
            <a:avLst/>
          </a:prstGeom>
          <a:noFill/>
          <a:ln>
            <a:noFill/>
          </a:ln>
        </p:spPr>
        <p:txBody>
          <a:bodyPr anchorCtr="0" anchor="ctr" bIns="45700" lIns="91425" spcFirstLastPara="1" rIns="91425" wrap="square" tIns="45700">
            <a:noAutofit/>
          </a:bodyPr>
          <a:lstStyle>
            <a:lvl1pPr lvl="0" rtl="0" algn="ctr">
              <a:lnSpc>
                <a:spcPct val="90000"/>
              </a:lnSpc>
              <a:spcBef>
                <a:spcPts val="0"/>
              </a:spcBef>
              <a:spcAft>
                <a:spcPts val="0"/>
              </a:spcAft>
              <a:buClr>
                <a:schemeClr val="lt1"/>
              </a:buClr>
              <a:buSzPts val="6600"/>
              <a:buFont typeface="Playfair Display"/>
              <a:buNone/>
              <a:defRPr sz="66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82" name="Google Shape;82;p8"/>
          <p:cNvSpPr txBox="1"/>
          <p:nvPr>
            <p:ph idx="1" type="body"/>
          </p:nvPr>
        </p:nvSpPr>
        <p:spPr>
          <a:xfrm>
            <a:off x="9144000" y="0"/>
            <a:ext cx="9144000" cy="10288500"/>
          </a:xfrm>
          <a:prstGeom prst="rect">
            <a:avLst/>
          </a:prstGeom>
          <a:noFill/>
          <a:ln>
            <a:noFill/>
          </a:ln>
        </p:spPr>
        <p:txBody>
          <a:bodyPr anchorCtr="0" anchor="ctr" bIns="45700" lIns="91425" spcFirstLastPara="1" rIns="91425" wrap="square" tIns="45700">
            <a:normAutofit/>
          </a:bodyPr>
          <a:lstStyle>
            <a:lvl1pPr indent="-533400" lvl="0" marL="457200" rtl="0" algn="l">
              <a:lnSpc>
                <a:spcPct val="90000"/>
              </a:lnSpc>
              <a:spcBef>
                <a:spcPts val="1500"/>
              </a:spcBef>
              <a:spcAft>
                <a:spcPts val="0"/>
              </a:spcAft>
              <a:buClr>
                <a:schemeClr val="dk1"/>
              </a:buClr>
              <a:buSzPts val="4800"/>
              <a:buChar char="•"/>
              <a:defRPr sz="4800"/>
            </a:lvl1pPr>
            <a:lvl2pPr indent="-495300" lvl="1" marL="914400" rtl="0" algn="l">
              <a:lnSpc>
                <a:spcPct val="90000"/>
              </a:lnSpc>
              <a:spcBef>
                <a:spcPts val="750"/>
              </a:spcBef>
              <a:spcAft>
                <a:spcPts val="0"/>
              </a:spcAft>
              <a:buClr>
                <a:schemeClr val="dk1"/>
              </a:buClr>
              <a:buSzPts val="4200"/>
              <a:buChar char="•"/>
              <a:defRPr sz="4200"/>
            </a:lvl2pPr>
            <a:lvl3pPr indent="-457200" lvl="2" marL="1371600" rtl="0" algn="l">
              <a:lnSpc>
                <a:spcPct val="90000"/>
              </a:lnSpc>
              <a:spcBef>
                <a:spcPts val="750"/>
              </a:spcBef>
              <a:spcAft>
                <a:spcPts val="0"/>
              </a:spcAft>
              <a:buClr>
                <a:schemeClr val="dk1"/>
              </a:buClr>
              <a:buSzPts val="3600"/>
              <a:buChar char="•"/>
              <a:defRPr sz="3600"/>
            </a:lvl3pPr>
            <a:lvl4pPr indent="-419100" lvl="3" marL="1828800" rtl="0" algn="l">
              <a:lnSpc>
                <a:spcPct val="90000"/>
              </a:lnSpc>
              <a:spcBef>
                <a:spcPts val="750"/>
              </a:spcBef>
              <a:spcAft>
                <a:spcPts val="0"/>
              </a:spcAft>
              <a:buClr>
                <a:schemeClr val="dk1"/>
              </a:buClr>
              <a:buSzPts val="3000"/>
              <a:buChar char="•"/>
              <a:defRPr sz="3000"/>
            </a:lvl4pPr>
            <a:lvl5pPr indent="-419100" lvl="4" marL="2286000" rtl="0" algn="l">
              <a:lnSpc>
                <a:spcPct val="90000"/>
              </a:lnSpc>
              <a:spcBef>
                <a:spcPts val="750"/>
              </a:spcBef>
              <a:spcAft>
                <a:spcPts val="0"/>
              </a:spcAft>
              <a:buClr>
                <a:schemeClr val="dk1"/>
              </a:buClr>
              <a:buSzPts val="3000"/>
              <a:buChar char="•"/>
              <a:defRPr sz="3000"/>
            </a:lvl5pPr>
            <a:lvl6pPr indent="-419100" lvl="5" marL="2743200" rtl="0" algn="l">
              <a:lnSpc>
                <a:spcPct val="90000"/>
              </a:lnSpc>
              <a:spcBef>
                <a:spcPts val="750"/>
              </a:spcBef>
              <a:spcAft>
                <a:spcPts val="0"/>
              </a:spcAft>
              <a:buClr>
                <a:schemeClr val="dk1"/>
              </a:buClr>
              <a:buSzPts val="3000"/>
              <a:buChar char="•"/>
              <a:defRPr sz="3000"/>
            </a:lvl6pPr>
            <a:lvl7pPr indent="-419100" lvl="6" marL="3200400" rtl="0" algn="l">
              <a:lnSpc>
                <a:spcPct val="90000"/>
              </a:lnSpc>
              <a:spcBef>
                <a:spcPts val="750"/>
              </a:spcBef>
              <a:spcAft>
                <a:spcPts val="0"/>
              </a:spcAft>
              <a:buClr>
                <a:schemeClr val="dk1"/>
              </a:buClr>
              <a:buSzPts val="3000"/>
              <a:buChar char="•"/>
              <a:defRPr sz="3000"/>
            </a:lvl7pPr>
            <a:lvl8pPr indent="-419100" lvl="7" marL="3657600" rtl="0" algn="l">
              <a:lnSpc>
                <a:spcPct val="90000"/>
              </a:lnSpc>
              <a:spcBef>
                <a:spcPts val="750"/>
              </a:spcBef>
              <a:spcAft>
                <a:spcPts val="0"/>
              </a:spcAft>
              <a:buClr>
                <a:schemeClr val="dk1"/>
              </a:buClr>
              <a:buSzPts val="3000"/>
              <a:buChar char="•"/>
              <a:defRPr sz="3000"/>
            </a:lvl8pPr>
            <a:lvl9pPr indent="-419100" lvl="8" marL="4114800" rtl="0" algn="l">
              <a:lnSpc>
                <a:spcPct val="90000"/>
              </a:lnSpc>
              <a:spcBef>
                <a:spcPts val="750"/>
              </a:spcBef>
              <a:spcAft>
                <a:spcPts val="0"/>
              </a:spcAft>
              <a:buClr>
                <a:schemeClr val="dk1"/>
              </a:buClr>
              <a:buSzPts val="3000"/>
              <a:buChar char="•"/>
              <a:defRPr sz="3000"/>
            </a:lvl9pPr>
          </a:lstStyle>
          <a:p/>
        </p:txBody>
      </p:sp>
      <p:sp>
        <p:nvSpPr>
          <p:cNvPr id="83" name="Google Shape;83;p8"/>
          <p:cNvSpPr txBox="1"/>
          <p:nvPr>
            <p:ph idx="2" type="body"/>
          </p:nvPr>
        </p:nvSpPr>
        <p:spPr>
          <a:xfrm>
            <a:off x="812721" y="6138021"/>
            <a:ext cx="7518600" cy="1602900"/>
          </a:xfrm>
          <a:prstGeom prst="rect">
            <a:avLst/>
          </a:prstGeom>
          <a:noFill/>
          <a:ln>
            <a:noFill/>
          </a:ln>
        </p:spPr>
        <p:txBody>
          <a:bodyPr anchorCtr="0" anchor="t" bIns="45700" lIns="91425" spcFirstLastPara="1" rIns="91425" wrap="square" tIns="45700">
            <a:normAutofit/>
          </a:bodyPr>
          <a:lstStyle>
            <a:lvl1pPr indent="-228600" lvl="0" marL="457200" rtl="0" algn="ctr">
              <a:lnSpc>
                <a:spcPct val="90000"/>
              </a:lnSpc>
              <a:spcBef>
                <a:spcPts val="1500"/>
              </a:spcBef>
              <a:spcAft>
                <a:spcPts val="0"/>
              </a:spcAft>
              <a:buClr>
                <a:schemeClr val="lt1"/>
              </a:buClr>
              <a:buSzPts val="3600"/>
              <a:buNone/>
              <a:defRPr sz="3600">
                <a:solidFill>
                  <a:schemeClr val="lt1"/>
                </a:solidFill>
              </a:defRPr>
            </a:lvl1pPr>
            <a:lvl2pPr indent="-228600" lvl="1" marL="914400" rtl="0" algn="l">
              <a:lnSpc>
                <a:spcPct val="90000"/>
              </a:lnSpc>
              <a:spcBef>
                <a:spcPts val="750"/>
              </a:spcBef>
              <a:spcAft>
                <a:spcPts val="0"/>
              </a:spcAft>
              <a:buClr>
                <a:schemeClr val="dk1"/>
              </a:buClr>
              <a:buSzPts val="2100"/>
              <a:buNone/>
              <a:defRPr sz="2100"/>
            </a:lvl2pPr>
            <a:lvl3pPr indent="-228600" lvl="2" marL="1371600" rtl="0" algn="l">
              <a:lnSpc>
                <a:spcPct val="90000"/>
              </a:lnSpc>
              <a:spcBef>
                <a:spcPts val="750"/>
              </a:spcBef>
              <a:spcAft>
                <a:spcPts val="0"/>
              </a:spcAft>
              <a:buClr>
                <a:schemeClr val="dk1"/>
              </a:buClr>
              <a:buSzPts val="1800"/>
              <a:buNone/>
              <a:defRPr sz="1800"/>
            </a:lvl3pPr>
            <a:lvl4pPr indent="-228600" lvl="3" marL="1828800" rtl="0" algn="l">
              <a:lnSpc>
                <a:spcPct val="90000"/>
              </a:lnSpc>
              <a:spcBef>
                <a:spcPts val="750"/>
              </a:spcBef>
              <a:spcAft>
                <a:spcPts val="0"/>
              </a:spcAft>
              <a:buClr>
                <a:schemeClr val="dk1"/>
              </a:buClr>
              <a:buSzPts val="1500"/>
              <a:buNone/>
              <a:defRPr sz="1500"/>
            </a:lvl4pPr>
            <a:lvl5pPr indent="-228600" lvl="4" marL="2286000" rtl="0" algn="l">
              <a:lnSpc>
                <a:spcPct val="90000"/>
              </a:lnSpc>
              <a:spcBef>
                <a:spcPts val="750"/>
              </a:spcBef>
              <a:spcAft>
                <a:spcPts val="0"/>
              </a:spcAft>
              <a:buClr>
                <a:schemeClr val="dk1"/>
              </a:buClr>
              <a:buSzPts val="1500"/>
              <a:buNone/>
              <a:defRPr sz="1500"/>
            </a:lvl5pPr>
            <a:lvl6pPr indent="-228600" lvl="5" marL="2743200" rtl="0" algn="l">
              <a:lnSpc>
                <a:spcPct val="90000"/>
              </a:lnSpc>
              <a:spcBef>
                <a:spcPts val="750"/>
              </a:spcBef>
              <a:spcAft>
                <a:spcPts val="0"/>
              </a:spcAft>
              <a:buClr>
                <a:schemeClr val="dk1"/>
              </a:buClr>
              <a:buSzPts val="1500"/>
              <a:buNone/>
              <a:defRPr sz="1500"/>
            </a:lvl6pPr>
            <a:lvl7pPr indent="-228600" lvl="6" marL="3200400" rtl="0" algn="l">
              <a:lnSpc>
                <a:spcPct val="90000"/>
              </a:lnSpc>
              <a:spcBef>
                <a:spcPts val="750"/>
              </a:spcBef>
              <a:spcAft>
                <a:spcPts val="0"/>
              </a:spcAft>
              <a:buClr>
                <a:schemeClr val="dk1"/>
              </a:buClr>
              <a:buSzPts val="1500"/>
              <a:buNone/>
              <a:defRPr sz="1500"/>
            </a:lvl7pPr>
            <a:lvl8pPr indent="-228600" lvl="7" marL="3657600" rtl="0" algn="l">
              <a:lnSpc>
                <a:spcPct val="90000"/>
              </a:lnSpc>
              <a:spcBef>
                <a:spcPts val="750"/>
              </a:spcBef>
              <a:spcAft>
                <a:spcPts val="0"/>
              </a:spcAft>
              <a:buClr>
                <a:schemeClr val="dk1"/>
              </a:buClr>
              <a:buSzPts val="1500"/>
              <a:buNone/>
              <a:defRPr sz="1500"/>
            </a:lvl8pPr>
            <a:lvl9pPr indent="-228600" lvl="8" marL="4114800" rtl="0" algn="l">
              <a:lnSpc>
                <a:spcPct val="90000"/>
              </a:lnSpc>
              <a:spcBef>
                <a:spcPts val="750"/>
              </a:spcBef>
              <a:spcAft>
                <a:spcPts val="0"/>
              </a:spcAft>
              <a:buClr>
                <a:schemeClr val="dk1"/>
              </a:buClr>
              <a:buSzPts val="1500"/>
              <a:buNone/>
              <a:defRPr sz="1500"/>
            </a:lvl9pPr>
          </a:lstStyle>
          <a:p/>
        </p:txBody>
      </p:sp>
      <p:sp>
        <p:nvSpPr>
          <p:cNvPr id="84" name="Google Shape;84;p8"/>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85" name="Google Shape;85;p8"/>
          <p:cNvPicPr preferRelativeResize="0"/>
          <p:nvPr/>
        </p:nvPicPr>
        <p:blipFill rotWithShape="1">
          <a:blip r:embed="rId2">
            <a:alphaModFix/>
          </a:blip>
          <a:srcRect b="0" l="0" r="0" t="0"/>
          <a:stretch/>
        </p:blipFill>
        <p:spPr>
          <a:xfrm>
            <a:off x="3335628" y="441265"/>
            <a:ext cx="2472744" cy="559952"/>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86" name="Shape 86"/>
        <p:cNvGrpSpPr/>
        <p:nvPr/>
      </p:nvGrpSpPr>
      <p:grpSpPr>
        <a:xfrm>
          <a:off x="0" y="0"/>
          <a:ext cx="0" cy="0"/>
          <a:chOff x="0" y="0"/>
          <a:chExt cx="0" cy="0"/>
        </a:xfrm>
      </p:grpSpPr>
      <p:sp>
        <p:nvSpPr>
          <p:cNvPr id="87" name="Google Shape;87;p9"/>
          <p:cNvSpPr txBox="1"/>
          <p:nvPr>
            <p:ph idx="1" type="body"/>
          </p:nvPr>
        </p:nvSpPr>
        <p:spPr>
          <a:xfrm>
            <a:off x="1042988" y="2492702"/>
            <a:ext cx="7772400" cy="65280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500"/>
              </a:spcBef>
              <a:spcAft>
                <a:spcPts val="0"/>
              </a:spcAft>
              <a:buClr>
                <a:schemeClr val="dk1"/>
              </a:buClr>
              <a:buSzPts val="1800"/>
              <a:buChar char="•"/>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88" name="Google Shape;88;p9"/>
          <p:cNvSpPr txBox="1"/>
          <p:nvPr>
            <p:ph idx="2" type="body"/>
          </p:nvPr>
        </p:nvSpPr>
        <p:spPr>
          <a:xfrm>
            <a:off x="9144000" y="2492702"/>
            <a:ext cx="7772400" cy="65280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500"/>
              </a:spcBef>
              <a:spcAft>
                <a:spcPts val="0"/>
              </a:spcAft>
              <a:buClr>
                <a:schemeClr val="dk1"/>
              </a:buClr>
              <a:buSzPts val="1800"/>
              <a:buChar char="•"/>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89" name="Google Shape;89;p9"/>
          <p:cNvSpPr txBox="1"/>
          <p:nvPr>
            <p:ph idx="10" type="dt"/>
          </p:nvPr>
        </p:nvSpPr>
        <p:spPr>
          <a:xfrm>
            <a:off x="1257300" y="9535998"/>
            <a:ext cx="411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90" name="Google Shape;90;p9"/>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91" name="Google Shape;91;p9"/>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2" name="Google Shape;92;p9"/>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3" name="Google Shape;93;p9"/>
          <p:cNvSpPr txBox="1"/>
          <p:nvPr>
            <p:ph idx="3" type="body"/>
          </p:nvPr>
        </p:nvSpPr>
        <p:spPr>
          <a:xfrm>
            <a:off x="473870" y="1186046"/>
            <a:ext cx="17340300" cy="791400"/>
          </a:xfrm>
          <a:prstGeom prst="rect">
            <a:avLst/>
          </a:prstGeom>
          <a:noFill/>
          <a:ln>
            <a:noFill/>
          </a:ln>
        </p:spPr>
        <p:txBody>
          <a:bodyPr anchorCtr="0" anchor="ctr" bIns="45700" lIns="91425" spcFirstLastPara="1" rIns="91425" wrap="square" tIns="45700">
            <a:normAutofit/>
          </a:bodyPr>
          <a:lstStyle>
            <a:lvl1pPr indent="-228600" lvl="0" marL="457200" rtl="0" algn="l">
              <a:lnSpc>
                <a:spcPct val="90000"/>
              </a:lnSpc>
              <a:spcBef>
                <a:spcPts val="1500"/>
              </a:spcBef>
              <a:spcAft>
                <a:spcPts val="0"/>
              </a:spcAft>
              <a:buClr>
                <a:schemeClr val="dk1"/>
              </a:buClr>
              <a:buSzPts val="4200"/>
              <a:buNone/>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mparison">
  <p:cSld name="1_Comparison">
    <p:spTree>
      <p:nvGrpSpPr>
        <p:cNvPr id="94" name="Shape 94"/>
        <p:cNvGrpSpPr/>
        <p:nvPr/>
      </p:nvGrpSpPr>
      <p:grpSpPr>
        <a:xfrm>
          <a:off x="0" y="0"/>
          <a:ext cx="0" cy="0"/>
          <a:chOff x="0" y="0"/>
          <a:chExt cx="0" cy="0"/>
        </a:xfrm>
      </p:grpSpPr>
      <p:sp>
        <p:nvSpPr>
          <p:cNvPr id="95" name="Google Shape;95;p10"/>
          <p:cNvSpPr txBox="1"/>
          <p:nvPr>
            <p:ph idx="1" type="body"/>
          </p:nvPr>
        </p:nvSpPr>
        <p:spPr>
          <a:xfrm>
            <a:off x="1042989" y="2522134"/>
            <a:ext cx="5067300" cy="1236000"/>
          </a:xfrm>
          <a:prstGeom prst="rect">
            <a:avLst/>
          </a:prstGeom>
          <a:noFill/>
          <a:ln>
            <a:noFill/>
          </a:ln>
        </p:spPr>
        <p:txBody>
          <a:bodyPr anchorCtr="0" anchor="b" bIns="45700" lIns="91425" spcFirstLastPara="1" rIns="91425" wrap="square" tIns="45700">
            <a:normAutofit/>
          </a:bodyPr>
          <a:lstStyle>
            <a:lvl1pPr indent="-228600" lvl="0" marL="457200" rtl="0" algn="l">
              <a:lnSpc>
                <a:spcPct val="90000"/>
              </a:lnSpc>
              <a:spcBef>
                <a:spcPts val="1500"/>
              </a:spcBef>
              <a:spcAft>
                <a:spcPts val="0"/>
              </a:spcAft>
              <a:buClr>
                <a:schemeClr val="dk1"/>
              </a:buClr>
              <a:buSzPts val="4000"/>
              <a:buNone/>
              <a:defRPr b="1" sz="4000"/>
            </a:lvl1pPr>
            <a:lvl2pPr indent="-228600" lvl="1" marL="914400" rtl="0" algn="l">
              <a:lnSpc>
                <a:spcPct val="90000"/>
              </a:lnSpc>
              <a:spcBef>
                <a:spcPts val="750"/>
              </a:spcBef>
              <a:spcAft>
                <a:spcPts val="0"/>
              </a:spcAft>
              <a:buClr>
                <a:schemeClr val="dk1"/>
              </a:buClr>
              <a:buSzPts val="3000"/>
              <a:buNone/>
              <a:defRPr b="1" sz="3000"/>
            </a:lvl2pPr>
            <a:lvl3pPr indent="-228600" lvl="2" marL="1371600" rtl="0" algn="l">
              <a:lnSpc>
                <a:spcPct val="90000"/>
              </a:lnSpc>
              <a:spcBef>
                <a:spcPts val="750"/>
              </a:spcBef>
              <a:spcAft>
                <a:spcPts val="0"/>
              </a:spcAft>
              <a:buClr>
                <a:schemeClr val="dk1"/>
              </a:buClr>
              <a:buSzPts val="2700"/>
              <a:buNone/>
              <a:defRPr b="1" sz="2700"/>
            </a:lvl3pPr>
            <a:lvl4pPr indent="-228600" lvl="3" marL="1828800" rtl="0" algn="l">
              <a:lnSpc>
                <a:spcPct val="90000"/>
              </a:lnSpc>
              <a:spcBef>
                <a:spcPts val="750"/>
              </a:spcBef>
              <a:spcAft>
                <a:spcPts val="0"/>
              </a:spcAft>
              <a:buClr>
                <a:schemeClr val="dk1"/>
              </a:buClr>
              <a:buSzPts val="2400"/>
              <a:buNone/>
              <a:defRPr b="1" sz="2400"/>
            </a:lvl4pPr>
            <a:lvl5pPr indent="-228600" lvl="4" marL="2286000" rtl="0" algn="l">
              <a:lnSpc>
                <a:spcPct val="90000"/>
              </a:lnSpc>
              <a:spcBef>
                <a:spcPts val="750"/>
              </a:spcBef>
              <a:spcAft>
                <a:spcPts val="0"/>
              </a:spcAft>
              <a:buClr>
                <a:schemeClr val="dk1"/>
              </a:buClr>
              <a:buSzPts val="2400"/>
              <a:buNone/>
              <a:defRPr b="1" sz="2400"/>
            </a:lvl5pPr>
            <a:lvl6pPr indent="-228600" lvl="5" marL="2743200" rtl="0" algn="l">
              <a:lnSpc>
                <a:spcPct val="90000"/>
              </a:lnSpc>
              <a:spcBef>
                <a:spcPts val="750"/>
              </a:spcBef>
              <a:spcAft>
                <a:spcPts val="0"/>
              </a:spcAft>
              <a:buClr>
                <a:schemeClr val="dk1"/>
              </a:buClr>
              <a:buSzPts val="2400"/>
              <a:buNone/>
              <a:defRPr b="1" sz="2400"/>
            </a:lvl6pPr>
            <a:lvl7pPr indent="-228600" lvl="6" marL="3200400" rtl="0" algn="l">
              <a:lnSpc>
                <a:spcPct val="90000"/>
              </a:lnSpc>
              <a:spcBef>
                <a:spcPts val="750"/>
              </a:spcBef>
              <a:spcAft>
                <a:spcPts val="0"/>
              </a:spcAft>
              <a:buClr>
                <a:schemeClr val="dk1"/>
              </a:buClr>
              <a:buSzPts val="2400"/>
              <a:buNone/>
              <a:defRPr b="1" sz="2400"/>
            </a:lvl7pPr>
            <a:lvl8pPr indent="-228600" lvl="7" marL="3657600" rtl="0" algn="l">
              <a:lnSpc>
                <a:spcPct val="90000"/>
              </a:lnSpc>
              <a:spcBef>
                <a:spcPts val="750"/>
              </a:spcBef>
              <a:spcAft>
                <a:spcPts val="0"/>
              </a:spcAft>
              <a:buClr>
                <a:schemeClr val="dk1"/>
              </a:buClr>
              <a:buSzPts val="2400"/>
              <a:buNone/>
              <a:defRPr b="1" sz="2400"/>
            </a:lvl8pPr>
            <a:lvl9pPr indent="-228600" lvl="8" marL="4114800" rtl="0" algn="l">
              <a:lnSpc>
                <a:spcPct val="90000"/>
              </a:lnSpc>
              <a:spcBef>
                <a:spcPts val="750"/>
              </a:spcBef>
              <a:spcAft>
                <a:spcPts val="0"/>
              </a:spcAft>
              <a:buClr>
                <a:schemeClr val="dk1"/>
              </a:buClr>
              <a:buSzPts val="2400"/>
              <a:buNone/>
              <a:defRPr b="1" sz="2400"/>
            </a:lvl9pPr>
          </a:lstStyle>
          <a:p/>
        </p:txBody>
      </p:sp>
      <p:sp>
        <p:nvSpPr>
          <p:cNvPr id="96" name="Google Shape;96;p10"/>
          <p:cNvSpPr txBox="1"/>
          <p:nvPr>
            <p:ph idx="2" type="body"/>
          </p:nvPr>
        </p:nvSpPr>
        <p:spPr>
          <a:xfrm>
            <a:off x="1042989" y="3758193"/>
            <a:ext cx="5067300" cy="5527800"/>
          </a:xfrm>
          <a:prstGeom prst="rect">
            <a:avLst/>
          </a:prstGeom>
          <a:noFill/>
          <a:ln>
            <a:noFill/>
          </a:ln>
        </p:spPr>
        <p:txBody>
          <a:bodyPr anchorCtr="0" anchor="t" bIns="45700" lIns="91425" spcFirstLastPara="1" rIns="91425" wrap="square" tIns="45700">
            <a:normAutofit/>
          </a:bodyPr>
          <a:lstStyle>
            <a:lvl1pPr indent="-482600" lvl="0" marL="457200" rtl="0" algn="l">
              <a:lnSpc>
                <a:spcPct val="90000"/>
              </a:lnSpc>
              <a:spcBef>
                <a:spcPts val="1500"/>
              </a:spcBef>
              <a:spcAft>
                <a:spcPts val="0"/>
              </a:spcAft>
              <a:buClr>
                <a:schemeClr val="dk1"/>
              </a:buClr>
              <a:buSzPts val="4000"/>
              <a:buChar char="•"/>
              <a:defRPr sz="4000"/>
            </a:lvl1pPr>
            <a:lvl2pPr indent="-431800" lvl="1" marL="914400" rtl="0" algn="l">
              <a:lnSpc>
                <a:spcPct val="90000"/>
              </a:lnSpc>
              <a:spcBef>
                <a:spcPts val="750"/>
              </a:spcBef>
              <a:spcAft>
                <a:spcPts val="0"/>
              </a:spcAft>
              <a:buClr>
                <a:schemeClr val="dk1"/>
              </a:buClr>
              <a:buSzPts val="3200"/>
              <a:buChar char="•"/>
              <a:defRPr sz="3200"/>
            </a:lvl2pPr>
            <a:lvl3pPr indent="-406400" lvl="2" marL="1371600" rtl="0" algn="l">
              <a:lnSpc>
                <a:spcPct val="90000"/>
              </a:lnSpc>
              <a:spcBef>
                <a:spcPts val="750"/>
              </a:spcBef>
              <a:spcAft>
                <a:spcPts val="0"/>
              </a:spcAft>
              <a:buClr>
                <a:schemeClr val="dk1"/>
              </a:buClr>
              <a:buSzPts val="2800"/>
              <a:buChar char="•"/>
              <a:defRPr sz="2800"/>
            </a:lvl3pPr>
            <a:lvl4pPr indent="-381000" lvl="3" marL="1828800" rtl="0" algn="l">
              <a:lnSpc>
                <a:spcPct val="90000"/>
              </a:lnSpc>
              <a:spcBef>
                <a:spcPts val="750"/>
              </a:spcBef>
              <a:spcAft>
                <a:spcPts val="0"/>
              </a:spcAft>
              <a:buClr>
                <a:schemeClr val="dk1"/>
              </a:buClr>
              <a:buSzPts val="2400"/>
              <a:buChar char="•"/>
              <a:defRPr sz="2400"/>
            </a:lvl4pPr>
            <a:lvl5pPr indent="-381000" lvl="4" marL="2286000" rtl="0" algn="l">
              <a:lnSpc>
                <a:spcPct val="90000"/>
              </a:lnSpc>
              <a:spcBef>
                <a:spcPts val="750"/>
              </a:spcBef>
              <a:spcAft>
                <a:spcPts val="0"/>
              </a:spcAft>
              <a:buClr>
                <a:schemeClr val="dk1"/>
              </a:buClr>
              <a:buSzPts val="2400"/>
              <a:buChar char="•"/>
              <a:defRPr sz="2400"/>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97" name="Google Shape;97;p10"/>
          <p:cNvSpPr txBox="1"/>
          <p:nvPr>
            <p:ph idx="3" type="body"/>
          </p:nvPr>
        </p:nvSpPr>
        <p:spPr>
          <a:xfrm>
            <a:off x="6597854" y="2522134"/>
            <a:ext cx="5092200" cy="1236000"/>
          </a:xfrm>
          <a:prstGeom prst="rect">
            <a:avLst/>
          </a:prstGeom>
          <a:noFill/>
          <a:ln>
            <a:noFill/>
          </a:ln>
        </p:spPr>
        <p:txBody>
          <a:bodyPr anchorCtr="0" anchor="b" bIns="45700" lIns="91425" spcFirstLastPara="1" rIns="91425" wrap="square" tIns="45700">
            <a:normAutofit/>
          </a:bodyPr>
          <a:lstStyle>
            <a:lvl1pPr indent="-228600" lvl="0" marL="457200" rtl="0" algn="l">
              <a:lnSpc>
                <a:spcPct val="90000"/>
              </a:lnSpc>
              <a:spcBef>
                <a:spcPts val="1500"/>
              </a:spcBef>
              <a:spcAft>
                <a:spcPts val="0"/>
              </a:spcAft>
              <a:buClr>
                <a:schemeClr val="dk1"/>
              </a:buClr>
              <a:buSzPts val="4000"/>
              <a:buNone/>
              <a:defRPr b="1" sz="4000"/>
            </a:lvl1pPr>
            <a:lvl2pPr indent="-228600" lvl="1" marL="914400" rtl="0" algn="l">
              <a:lnSpc>
                <a:spcPct val="90000"/>
              </a:lnSpc>
              <a:spcBef>
                <a:spcPts val="750"/>
              </a:spcBef>
              <a:spcAft>
                <a:spcPts val="0"/>
              </a:spcAft>
              <a:buClr>
                <a:schemeClr val="dk1"/>
              </a:buClr>
              <a:buSzPts val="3000"/>
              <a:buNone/>
              <a:defRPr b="1" sz="3000"/>
            </a:lvl2pPr>
            <a:lvl3pPr indent="-228600" lvl="2" marL="1371600" rtl="0" algn="l">
              <a:lnSpc>
                <a:spcPct val="90000"/>
              </a:lnSpc>
              <a:spcBef>
                <a:spcPts val="750"/>
              </a:spcBef>
              <a:spcAft>
                <a:spcPts val="0"/>
              </a:spcAft>
              <a:buClr>
                <a:schemeClr val="dk1"/>
              </a:buClr>
              <a:buSzPts val="2700"/>
              <a:buNone/>
              <a:defRPr b="1" sz="2700"/>
            </a:lvl3pPr>
            <a:lvl4pPr indent="-228600" lvl="3" marL="1828800" rtl="0" algn="l">
              <a:lnSpc>
                <a:spcPct val="90000"/>
              </a:lnSpc>
              <a:spcBef>
                <a:spcPts val="750"/>
              </a:spcBef>
              <a:spcAft>
                <a:spcPts val="0"/>
              </a:spcAft>
              <a:buClr>
                <a:schemeClr val="dk1"/>
              </a:buClr>
              <a:buSzPts val="2400"/>
              <a:buNone/>
              <a:defRPr b="1" sz="2400"/>
            </a:lvl4pPr>
            <a:lvl5pPr indent="-228600" lvl="4" marL="2286000" rtl="0" algn="l">
              <a:lnSpc>
                <a:spcPct val="90000"/>
              </a:lnSpc>
              <a:spcBef>
                <a:spcPts val="750"/>
              </a:spcBef>
              <a:spcAft>
                <a:spcPts val="0"/>
              </a:spcAft>
              <a:buClr>
                <a:schemeClr val="dk1"/>
              </a:buClr>
              <a:buSzPts val="2400"/>
              <a:buNone/>
              <a:defRPr b="1" sz="2400"/>
            </a:lvl5pPr>
            <a:lvl6pPr indent="-228600" lvl="5" marL="2743200" rtl="0" algn="l">
              <a:lnSpc>
                <a:spcPct val="90000"/>
              </a:lnSpc>
              <a:spcBef>
                <a:spcPts val="750"/>
              </a:spcBef>
              <a:spcAft>
                <a:spcPts val="0"/>
              </a:spcAft>
              <a:buClr>
                <a:schemeClr val="dk1"/>
              </a:buClr>
              <a:buSzPts val="2400"/>
              <a:buNone/>
              <a:defRPr b="1" sz="2400"/>
            </a:lvl6pPr>
            <a:lvl7pPr indent="-228600" lvl="6" marL="3200400" rtl="0" algn="l">
              <a:lnSpc>
                <a:spcPct val="90000"/>
              </a:lnSpc>
              <a:spcBef>
                <a:spcPts val="750"/>
              </a:spcBef>
              <a:spcAft>
                <a:spcPts val="0"/>
              </a:spcAft>
              <a:buClr>
                <a:schemeClr val="dk1"/>
              </a:buClr>
              <a:buSzPts val="2400"/>
              <a:buNone/>
              <a:defRPr b="1" sz="2400"/>
            </a:lvl7pPr>
            <a:lvl8pPr indent="-228600" lvl="7" marL="3657600" rtl="0" algn="l">
              <a:lnSpc>
                <a:spcPct val="90000"/>
              </a:lnSpc>
              <a:spcBef>
                <a:spcPts val="750"/>
              </a:spcBef>
              <a:spcAft>
                <a:spcPts val="0"/>
              </a:spcAft>
              <a:buClr>
                <a:schemeClr val="dk1"/>
              </a:buClr>
              <a:buSzPts val="2400"/>
              <a:buNone/>
              <a:defRPr b="1" sz="2400"/>
            </a:lvl8pPr>
            <a:lvl9pPr indent="-228600" lvl="8" marL="4114800" rtl="0" algn="l">
              <a:lnSpc>
                <a:spcPct val="90000"/>
              </a:lnSpc>
              <a:spcBef>
                <a:spcPts val="750"/>
              </a:spcBef>
              <a:spcAft>
                <a:spcPts val="0"/>
              </a:spcAft>
              <a:buClr>
                <a:schemeClr val="dk1"/>
              </a:buClr>
              <a:buSzPts val="2400"/>
              <a:buNone/>
              <a:defRPr b="1" sz="2400"/>
            </a:lvl9pPr>
          </a:lstStyle>
          <a:p/>
        </p:txBody>
      </p:sp>
      <p:sp>
        <p:nvSpPr>
          <p:cNvPr id="98" name="Google Shape;98;p10"/>
          <p:cNvSpPr txBox="1"/>
          <p:nvPr>
            <p:ph idx="4" type="body"/>
          </p:nvPr>
        </p:nvSpPr>
        <p:spPr>
          <a:xfrm>
            <a:off x="6597854" y="3758193"/>
            <a:ext cx="5092200" cy="5527800"/>
          </a:xfrm>
          <a:prstGeom prst="rect">
            <a:avLst/>
          </a:prstGeom>
          <a:noFill/>
          <a:ln>
            <a:noFill/>
          </a:ln>
        </p:spPr>
        <p:txBody>
          <a:bodyPr anchorCtr="0" anchor="t" bIns="45700" lIns="91425" spcFirstLastPara="1" rIns="91425" wrap="square" tIns="45700">
            <a:normAutofit/>
          </a:bodyPr>
          <a:lstStyle>
            <a:lvl1pPr indent="-482600" lvl="0" marL="457200" rtl="0" algn="l">
              <a:lnSpc>
                <a:spcPct val="90000"/>
              </a:lnSpc>
              <a:spcBef>
                <a:spcPts val="1500"/>
              </a:spcBef>
              <a:spcAft>
                <a:spcPts val="0"/>
              </a:spcAft>
              <a:buClr>
                <a:schemeClr val="dk1"/>
              </a:buClr>
              <a:buSzPts val="4000"/>
              <a:buChar char="•"/>
              <a:defRPr sz="4000"/>
            </a:lvl1pPr>
            <a:lvl2pPr indent="-431800" lvl="1" marL="914400" rtl="0" algn="l">
              <a:lnSpc>
                <a:spcPct val="90000"/>
              </a:lnSpc>
              <a:spcBef>
                <a:spcPts val="750"/>
              </a:spcBef>
              <a:spcAft>
                <a:spcPts val="0"/>
              </a:spcAft>
              <a:buClr>
                <a:schemeClr val="dk1"/>
              </a:buClr>
              <a:buSzPts val="3200"/>
              <a:buChar char="•"/>
              <a:defRPr sz="3200"/>
            </a:lvl2pPr>
            <a:lvl3pPr indent="-406400" lvl="2" marL="1371600" rtl="0" algn="l">
              <a:lnSpc>
                <a:spcPct val="90000"/>
              </a:lnSpc>
              <a:spcBef>
                <a:spcPts val="750"/>
              </a:spcBef>
              <a:spcAft>
                <a:spcPts val="0"/>
              </a:spcAft>
              <a:buClr>
                <a:schemeClr val="dk1"/>
              </a:buClr>
              <a:buSzPts val="2800"/>
              <a:buChar char="•"/>
              <a:defRPr sz="2800"/>
            </a:lvl3pPr>
            <a:lvl4pPr indent="-381000" lvl="3" marL="1828800" rtl="0" algn="l">
              <a:lnSpc>
                <a:spcPct val="90000"/>
              </a:lnSpc>
              <a:spcBef>
                <a:spcPts val="750"/>
              </a:spcBef>
              <a:spcAft>
                <a:spcPts val="0"/>
              </a:spcAft>
              <a:buClr>
                <a:schemeClr val="dk1"/>
              </a:buClr>
              <a:buSzPts val="2400"/>
              <a:buChar char="•"/>
              <a:defRPr sz="2400"/>
            </a:lvl4pPr>
            <a:lvl5pPr indent="-381000" lvl="4" marL="2286000" rtl="0" algn="l">
              <a:lnSpc>
                <a:spcPct val="90000"/>
              </a:lnSpc>
              <a:spcBef>
                <a:spcPts val="750"/>
              </a:spcBef>
              <a:spcAft>
                <a:spcPts val="0"/>
              </a:spcAft>
              <a:buClr>
                <a:schemeClr val="dk1"/>
              </a:buClr>
              <a:buSzPts val="2400"/>
              <a:buChar char="•"/>
              <a:defRPr sz="2400"/>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99" name="Google Shape;99;p10"/>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00" name="Google Shape;100;p10"/>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01" name="Google Shape;101;p10"/>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2" name="Google Shape;102;p10"/>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03" name="Google Shape;103;p10"/>
          <p:cNvSpPr txBox="1"/>
          <p:nvPr>
            <p:ph idx="5" type="body"/>
          </p:nvPr>
        </p:nvSpPr>
        <p:spPr>
          <a:xfrm>
            <a:off x="473870" y="1186046"/>
            <a:ext cx="17340300" cy="791400"/>
          </a:xfrm>
          <a:prstGeom prst="rect">
            <a:avLst/>
          </a:prstGeom>
          <a:noFill/>
          <a:ln>
            <a:noFill/>
          </a:ln>
        </p:spPr>
        <p:txBody>
          <a:bodyPr anchorCtr="0" anchor="ctr" bIns="45700" lIns="91425" spcFirstLastPara="1" rIns="91425" wrap="square" tIns="45700">
            <a:normAutofit/>
          </a:bodyPr>
          <a:lstStyle>
            <a:lvl1pPr indent="-228600" lvl="0" marL="457200" rtl="0" algn="l">
              <a:lnSpc>
                <a:spcPct val="90000"/>
              </a:lnSpc>
              <a:spcBef>
                <a:spcPts val="1500"/>
              </a:spcBef>
              <a:spcAft>
                <a:spcPts val="0"/>
              </a:spcAft>
              <a:buClr>
                <a:schemeClr val="dk1"/>
              </a:buClr>
              <a:buSzPts val="4200"/>
              <a:buNone/>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104" name="Google Shape;104;p10"/>
          <p:cNvSpPr txBox="1"/>
          <p:nvPr>
            <p:ph idx="6" type="body"/>
          </p:nvPr>
        </p:nvSpPr>
        <p:spPr>
          <a:xfrm>
            <a:off x="12177674" y="2522134"/>
            <a:ext cx="5092200" cy="1236000"/>
          </a:xfrm>
          <a:prstGeom prst="rect">
            <a:avLst/>
          </a:prstGeom>
          <a:noFill/>
          <a:ln>
            <a:noFill/>
          </a:ln>
        </p:spPr>
        <p:txBody>
          <a:bodyPr anchorCtr="0" anchor="b" bIns="45700" lIns="91425" spcFirstLastPara="1" rIns="91425" wrap="square" tIns="45700">
            <a:normAutofit/>
          </a:bodyPr>
          <a:lstStyle>
            <a:lvl1pPr indent="-228600" lvl="0" marL="457200" rtl="0" algn="l">
              <a:lnSpc>
                <a:spcPct val="90000"/>
              </a:lnSpc>
              <a:spcBef>
                <a:spcPts val="1500"/>
              </a:spcBef>
              <a:spcAft>
                <a:spcPts val="0"/>
              </a:spcAft>
              <a:buClr>
                <a:schemeClr val="dk1"/>
              </a:buClr>
              <a:buSzPts val="4000"/>
              <a:buNone/>
              <a:defRPr b="1" sz="4000"/>
            </a:lvl1pPr>
            <a:lvl2pPr indent="-228600" lvl="1" marL="914400" rtl="0" algn="l">
              <a:lnSpc>
                <a:spcPct val="90000"/>
              </a:lnSpc>
              <a:spcBef>
                <a:spcPts val="750"/>
              </a:spcBef>
              <a:spcAft>
                <a:spcPts val="0"/>
              </a:spcAft>
              <a:buClr>
                <a:schemeClr val="dk1"/>
              </a:buClr>
              <a:buSzPts val="3000"/>
              <a:buNone/>
              <a:defRPr b="1" sz="3000"/>
            </a:lvl2pPr>
            <a:lvl3pPr indent="-228600" lvl="2" marL="1371600" rtl="0" algn="l">
              <a:lnSpc>
                <a:spcPct val="90000"/>
              </a:lnSpc>
              <a:spcBef>
                <a:spcPts val="750"/>
              </a:spcBef>
              <a:spcAft>
                <a:spcPts val="0"/>
              </a:spcAft>
              <a:buClr>
                <a:schemeClr val="dk1"/>
              </a:buClr>
              <a:buSzPts val="2700"/>
              <a:buNone/>
              <a:defRPr b="1" sz="2700"/>
            </a:lvl3pPr>
            <a:lvl4pPr indent="-228600" lvl="3" marL="1828800" rtl="0" algn="l">
              <a:lnSpc>
                <a:spcPct val="90000"/>
              </a:lnSpc>
              <a:spcBef>
                <a:spcPts val="750"/>
              </a:spcBef>
              <a:spcAft>
                <a:spcPts val="0"/>
              </a:spcAft>
              <a:buClr>
                <a:schemeClr val="dk1"/>
              </a:buClr>
              <a:buSzPts val="2400"/>
              <a:buNone/>
              <a:defRPr b="1" sz="2400"/>
            </a:lvl4pPr>
            <a:lvl5pPr indent="-228600" lvl="4" marL="2286000" rtl="0" algn="l">
              <a:lnSpc>
                <a:spcPct val="90000"/>
              </a:lnSpc>
              <a:spcBef>
                <a:spcPts val="750"/>
              </a:spcBef>
              <a:spcAft>
                <a:spcPts val="0"/>
              </a:spcAft>
              <a:buClr>
                <a:schemeClr val="dk1"/>
              </a:buClr>
              <a:buSzPts val="2400"/>
              <a:buNone/>
              <a:defRPr b="1" sz="2400"/>
            </a:lvl5pPr>
            <a:lvl6pPr indent="-228600" lvl="5" marL="2743200" rtl="0" algn="l">
              <a:lnSpc>
                <a:spcPct val="90000"/>
              </a:lnSpc>
              <a:spcBef>
                <a:spcPts val="750"/>
              </a:spcBef>
              <a:spcAft>
                <a:spcPts val="0"/>
              </a:spcAft>
              <a:buClr>
                <a:schemeClr val="dk1"/>
              </a:buClr>
              <a:buSzPts val="2400"/>
              <a:buNone/>
              <a:defRPr b="1" sz="2400"/>
            </a:lvl6pPr>
            <a:lvl7pPr indent="-228600" lvl="6" marL="3200400" rtl="0" algn="l">
              <a:lnSpc>
                <a:spcPct val="90000"/>
              </a:lnSpc>
              <a:spcBef>
                <a:spcPts val="750"/>
              </a:spcBef>
              <a:spcAft>
                <a:spcPts val="0"/>
              </a:spcAft>
              <a:buClr>
                <a:schemeClr val="dk1"/>
              </a:buClr>
              <a:buSzPts val="2400"/>
              <a:buNone/>
              <a:defRPr b="1" sz="2400"/>
            </a:lvl7pPr>
            <a:lvl8pPr indent="-228600" lvl="7" marL="3657600" rtl="0" algn="l">
              <a:lnSpc>
                <a:spcPct val="90000"/>
              </a:lnSpc>
              <a:spcBef>
                <a:spcPts val="750"/>
              </a:spcBef>
              <a:spcAft>
                <a:spcPts val="0"/>
              </a:spcAft>
              <a:buClr>
                <a:schemeClr val="dk1"/>
              </a:buClr>
              <a:buSzPts val="2400"/>
              <a:buNone/>
              <a:defRPr b="1" sz="2400"/>
            </a:lvl8pPr>
            <a:lvl9pPr indent="-228600" lvl="8" marL="4114800" rtl="0" algn="l">
              <a:lnSpc>
                <a:spcPct val="90000"/>
              </a:lnSpc>
              <a:spcBef>
                <a:spcPts val="750"/>
              </a:spcBef>
              <a:spcAft>
                <a:spcPts val="0"/>
              </a:spcAft>
              <a:buClr>
                <a:schemeClr val="dk1"/>
              </a:buClr>
              <a:buSzPts val="2400"/>
              <a:buNone/>
              <a:defRPr b="1" sz="2400"/>
            </a:lvl9pPr>
          </a:lstStyle>
          <a:p/>
        </p:txBody>
      </p:sp>
      <p:sp>
        <p:nvSpPr>
          <p:cNvPr id="105" name="Google Shape;105;p10"/>
          <p:cNvSpPr txBox="1"/>
          <p:nvPr>
            <p:ph idx="7" type="body"/>
          </p:nvPr>
        </p:nvSpPr>
        <p:spPr>
          <a:xfrm>
            <a:off x="12177674" y="3758193"/>
            <a:ext cx="5092200" cy="5527800"/>
          </a:xfrm>
          <a:prstGeom prst="rect">
            <a:avLst/>
          </a:prstGeom>
          <a:noFill/>
          <a:ln>
            <a:noFill/>
          </a:ln>
        </p:spPr>
        <p:txBody>
          <a:bodyPr anchorCtr="0" anchor="t" bIns="45700" lIns="91425" spcFirstLastPara="1" rIns="91425" wrap="square" tIns="45700">
            <a:normAutofit/>
          </a:bodyPr>
          <a:lstStyle>
            <a:lvl1pPr indent="-482600" lvl="0" marL="457200" rtl="0" algn="l">
              <a:lnSpc>
                <a:spcPct val="90000"/>
              </a:lnSpc>
              <a:spcBef>
                <a:spcPts val="1500"/>
              </a:spcBef>
              <a:spcAft>
                <a:spcPts val="0"/>
              </a:spcAft>
              <a:buClr>
                <a:schemeClr val="dk1"/>
              </a:buClr>
              <a:buSzPts val="4000"/>
              <a:buChar char="•"/>
              <a:defRPr sz="4000"/>
            </a:lvl1pPr>
            <a:lvl2pPr indent="-431800" lvl="1" marL="914400" rtl="0" algn="l">
              <a:lnSpc>
                <a:spcPct val="90000"/>
              </a:lnSpc>
              <a:spcBef>
                <a:spcPts val="750"/>
              </a:spcBef>
              <a:spcAft>
                <a:spcPts val="0"/>
              </a:spcAft>
              <a:buClr>
                <a:schemeClr val="dk1"/>
              </a:buClr>
              <a:buSzPts val="3200"/>
              <a:buChar char="•"/>
              <a:defRPr sz="3200"/>
            </a:lvl2pPr>
            <a:lvl3pPr indent="-406400" lvl="2" marL="1371600" rtl="0" algn="l">
              <a:lnSpc>
                <a:spcPct val="90000"/>
              </a:lnSpc>
              <a:spcBef>
                <a:spcPts val="750"/>
              </a:spcBef>
              <a:spcAft>
                <a:spcPts val="0"/>
              </a:spcAft>
              <a:buClr>
                <a:schemeClr val="dk1"/>
              </a:buClr>
              <a:buSzPts val="2800"/>
              <a:buChar char="•"/>
              <a:defRPr sz="2800"/>
            </a:lvl3pPr>
            <a:lvl4pPr indent="-381000" lvl="3" marL="1828800" rtl="0" algn="l">
              <a:lnSpc>
                <a:spcPct val="90000"/>
              </a:lnSpc>
              <a:spcBef>
                <a:spcPts val="750"/>
              </a:spcBef>
              <a:spcAft>
                <a:spcPts val="0"/>
              </a:spcAft>
              <a:buClr>
                <a:schemeClr val="dk1"/>
              </a:buClr>
              <a:buSzPts val="2400"/>
              <a:buChar char="•"/>
              <a:defRPr sz="2400"/>
            </a:lvl4pPr>
            <a:lvl5pPr indent="-381000" lvl="4" marL="2286000" rtl="0" algn="l">
              <a:lnSpc>
                <a:spcPct val="90000"/>
              </a:lnSpc>
              <a:spcBef>
                <a:spcPts val="750"/>
              </a:spcBef>
              <a:spcAft>
                <a:spcPts val="0"/>
              </a:spcAft>
              <a:buClr>
                <a:schemeClr val="dk1"/>
              </a:buClr>
              <a:buSzPts val="2400"/>
              <a:buChar char="•"/>
              <a:defRPr sz="2400"/>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6" name="Shape 106"/>
        <p:cNvGrpSpPr/>
        <p:nvPr/>
      </p:nvGrpSpPr>
      <p:grpSpPr>
        <a:xfrm>
          <a:off x="0" y="0"/>
          <a:ext cx="0" cy="0"/>
          <a:chOff x="0" y="0"/>
          <a:chExt cx="0" cy="0"/>
        </a:xfrm>
      </p:grpSpPr>
      <p:sp>
        <p:nvSpPr>
          <p:cNvPr id="107" name="Google Shape;107;p11"/>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08" name="Google Shape;108;p11"/>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09" name="Google Shape;109;p11"/>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10" name="Google Shape;110;p11"/>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Only">
  <p:cSld name="4_Title Only">
    <p:spTree>
      <p:nvGrpSpPr>
        <p:cNvPr id="111" name="Shape 111"/>
        <p:cNvGrpSpPr/>
        <p:nvPr/>
      </p:nvGrpSpPr>
      <p:grpSpPr>
        <a:xfrm>
          <a:off x="0" y="0"/>
          <a:ext cx="0" cy="0"/>
          <a:chOff x="0" y="0"/>
          <a:chExt cx="0" cy="0"/>
        </a:xfrm>
      </p:grpSpPr>
      <p:sp>
        <p:nvSpPr>
          <p:cNvPr id="112" name="Google Shape;112;p12"/>
          <p:cNvSpPr/>
          <p:nvPr/>
        </p:nvSpPr>
        <p:spPr>
          <a:xfrm>
            <a:off x="14677444" y="6666207"/>
            <a:ext cx="3620700" cy="36207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700" u="none" cap="none" strike="noStrike">
              <a:solidFill>
                <a:schemeClr val="lt1"/>
              </a:solidFill>
              <a:latin typeface="Roboto"/>
              <a:ea typeface="Roboto"/>
              <a:cs typeface="Roboto"/>
              <a:sym typeface="Roboto"/>
            </a:endParaRPr>
          </a:p>
        </p:txBody>
      </p:sp>
      <p:sp>
        <p:nvSpPr>
          <p:cNvPr id="113" name="Google Shape;113;p12"/>
          <p:cNvSpPr/>
          <p:nvPr/>
        </p:nvSpPr>
        <p:spPr>
          <a:xfrm>
            <a:off x="0" y="1588"/>
            <a:ext cx="18288000" cy="14643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800" u="none" cap="none" strike="noStrike">
              <a:solidFill>
                <a:schemeClr val="dk1"/>
              </a:solidFill>
              <a:latin typeface="Roboto"/>
              <a:ea typeface="Roboto"/>
              <a:cs typeface="Roboto"/>
              <a:sym typeface="Roboto"/>
            </a:endParaRPr>
          </a:p>
        </p:txBody>
      </p:sp>
      <p:sp>
        <p:nvSpPr>
          <p:cNvPr id="114" name="Google Shape;114;p12"/>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1"/>
              </a:buClr>
              <a:buSzPts val="6600"/>
              <a:buFont typeface="Playfair Display"/>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15" name="Google Shape;115;p12"/>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16" name="Google Shape;116;p12"/>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17" name="Google Shape;117;p12"/>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8" name="Google Shape;118;p12"/>
          <p:cNvSpPr/>
          <p:nvPr/>
        </p:nvSpPr>
        <p:spPr>
          <a:xfrm>
            <a:off x="-1251175" y="8476603"/>
            <a:ext cx="3620700" cy="36207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2700"/>
              <a:buFont typeface="Roboto"/>
              <a:buNone/>
            </a:pPr>
            <a:r>
              <a:t/>
            </a:r>
            <a:endParaRPr b="0" i="0" sz="2700" u="none" cap="none" strike="noStrike">
              <a:solidFill>
                <a:schemeClr val="dk1"/>
              </a:solidFill>
              <a:latin typeface="Roboto"/>
              <a:ea typeface="Roboto"/>
              <a:cs typeface="Roboto"/>
              <a:sym typeface="Roboto"/>
            </a:endParaRPr>
          </a:p>
        </p:txBody>
      </p:sp>
      <p:pic>
        <p:nvPicPr>
          <p:cNvPr id="119" name="Google Shape;119;p12"/>
          <p:cNvPicPr preferRelativeResize="0"/>
          <p:nvPr/>
        </p:nvPicPr>
        <p:blipFill rotWithShape="1">
          <a:blip r:embed="rId2">
            <a:alphaModFix/>
          </a:blip>
          <a:srcRect b="0" l="0" r="0" t="0"/>
          <a:stretch/>
        </p:blipFill>
        <p:spPr>
          <a:xfrm>
            <a:off x="15469112" y="455589"/>
            <a:ext cx="2563975" cy="580613"/>
          </a:xfrm>
          <a:prstGeom prst="rect">
            <a:avLst/>
          </a:prstGeom>
          <a:noFill/>
          <a:ln>
            <a:noFill/>
          </a:ln>
        </p:spPr>
      </p:pic>
      <p:cxnSp>
        <p:nvCxnSpPr>
          <p:cNvPr id="120" name="Google Shape;120;p12"/>
          <p:cNvCxnSpPr/>
          <p:nvPr/>
        </p:nvCxnSpPr>
        <p:spPr>
          <a:xfrm>
            <a:off x="473529" y="395691"/>
            <a:ext cx="0" cy="791400"/>
          </a:xfrm>
          <a:prstGeom prst="straightConnector1">
            <a:avLst/>
          </a:prstGeom>
          <a:noFill/>
          <a:ln cap="flat" cmpd="sng" w="57150">
            <a:solidFill>
              <a:schemeClr val="lt1"/>
            </a:solidFill>
            <a:prstDash val="solid"/>
            <a:miter lim="800000"/>
            <a:headEnd len="sm" w="sm" type="none"/>
            <a:tailEnd len="sm" w="sm" type="none"/>
          </a:ln>
        </p:spPr>
      </p:cxnSp>
      <p:sp>
        <p:nvSpPr>
          <p:cNvPr id="121" name="Google Shape;121;p12"/>
          <p:cNvSpPr txBox="1"/>
          <p:nvPr>
            <p:ph idx="1" type="body"/>
          </p:nvPr>
        </p:nvSpPr>
        <p:spPr>
          <a:xfrm>
            <a:off x="1042988" y="2493893"/>
            <a:ext cx="16771500" cy="65280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500"/>
              </a:spcBef>
              <a:spcAft>
                <a:spcPts val="0"/>
              </a:spcAft>
              <a:buClr>
                <a:schemeClr val="dk1"/>
              </a:buClr>
              <a:buSzPts val="1800"/>
              <a:buChar char="•"/>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Only">
  <p:cSld name="3_Title Only">
    <p:spTree>
      <p:nvGrpSpPr>
        <p:cNvPr id="122" name="Shape 122"/>
        <p:cNvGrpSpPr/>
        <p:nvPr/>
      </p:nvGrpSpPr>
      <p:grpSpPr>
        <a:xfrm>
          <a:off x="0" y="0"/>
          <a:ext cx="0" cy="0"/>
          <a:chOff x="0" y="0"/>
          <a:chExt cx="0" cy="0"/>
        </a:xfrm>
      </p:grpSpPr>
      <p:sp>
        <p:nvSpPr>
          <p:cNvPr id="123" name="Google Shape;123;p13"/>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2"/>
              </a:buClr>
              <a:buSzPts val="6600"/>
              <a:buFont typeface="Playfair Display"/>
              <a:buNone/>
              <a:defRPr>
                <a:solidFill>
                  <a:schemeClr val="lt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24" name="Google Shape;124;p13"/>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25" name="Google Shape;125;p13"/>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26" name="Google Shape;126;p13"/>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27" name="Google Shape;127;p13"/>
          <p:cNvSpPr txBox="1"/>
          <p:nvPr>
            <p:ph idx="1" type="body"/>
          </p:nvPr>
        </p:nvSpPr>
        <p:spPr>
          <a:xfrm>
            <a:off x="1042988" y="1781698"/>
            <a:ext cx="16771500" cy="65280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500"/>
              </a:spcBef>
              <a:spcAft>
                <a:spcPts val="0"/>
              </a:spcAft>
              <a:buClr>
                <a:schemeClr val="dk1"/>
              </a:buClr>
              <a:buSzPts val="1800"/>
              <a:buChar char="•"/>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128" name="Google Shape;128;p13"/>
          <p:cNvSpPr/>
          <p:nvPr/>
        </p:nvSpPr>
        <p:spPr>
          <a:xfrm>
            <a:off x="1" y="5144295"/>
            <a:ext cx="99900" cy="51444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700" u="none" cap="none" strike="noStrike">
              <a:solidFill>
                <a:schemeClr val="lt1"/>
              </a:solidFill>
              <a:latin typeface="Roboto"/>
              <a:ea typeface="Roboto"/>
              <a:cs typeface="Roboto"/>
              <a:sym typeface="Roboto"/>
            </a:endParaRPr>
          </a:p>
        </p:txBody>
      </p:sp>
      <p:sp>
        <p:nvSpPr>
          <p:cNvPr id="129" name="Google Shape;129;p13"/>
          <p:cNvSpPr/>
          <p:nvPr/>
        </p:nvSpPr>
        <p:spPr>
          <a:xfrm>
            <a:off x="1" y="-1"/>
            <a:ext cx="99900" cy="5144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7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MIDDLE">
  <p:cSld name="DARK MIDDLE">
    <p:spTree>
      <p:nvGrpSpPr>
        <p:cNvPr id="130" name="Shape 130"/>
        <p:cNvGrpSpPr/>
        <p:nvPr/>
      </p:nvGrpSpPr>
      <p:grpSpPr>
        <a:xfrm>
          <a:off x="0" y="0"/>
          <a:ext cx="0" cy="0"/>
          <a:chOff x="0" y="0"/>
          <a:chExt cx="0" cy="0"/>
        </a:xfrm>
      </p:grpSpPr>
      <p:sp>
        <p:nvSpPr>
          <p:cNvPr id="131" name="Google Shape;131;p14"/>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32" name="Google Shape;132;p14"/>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33" name="Google Shape;133;p14"/>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34" name="Google Shape;134;p14"/>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35" name="Google Shape;135;p14"/>
          <p:cNvSpPr/>
          <p:nvPr/>
        </p:nvSpPr>
        <p:spPr>
          <a:xfrm>
            <a:off x="0" y="2400300"/>
            <a:ext cx="18288000" cy="54864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800" u="none" cap="none" strike="noStrike">
              <a:solidFill>
                <a:schemeClr val="dk1"/>
              </a:solidFill>
              <a:latin typeface="Roboto"/>
              <a:ea typeface="Roboto"/>
              <a:cs typeface="Roboto"/>
              <a:sym typeface="Robot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TOP SLIDE">
  <p:cSld name="DARK TOP SLIDE">
    <p:spTree>
      <p:nvGrpSpPr>
        <p:cNvPr id="136" name="Shape 136"/>
        <p:cNvGrpSpPr/>
        <p:nvPr/>
      </p:nvGrpSpPr>
      <p:grpSpPr>
        <a:xfrm>
          <a:off x="0" y="0"/>
          <a:ext cx="0" cy="0"/>
          <a:chOff x="0" y="0"/>
          <a:chExt cx="0" cy="0"/>
        </a:xfrm>
      </p:grpSpPr>
      <p:sp>
        <p:nvSpPr>
          <p:cNvPr id="137" name="Google Shape;137;p15"/>
          <p:cNvSpPr/>
          <p:nvPr/>
        </p:nvSpPr>
        <p:spPr>
          <a:xfrm>
            <a:off x="0" y="1587"/>
            <a:ext cx="18288000" cy="53175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800" u="none" cap="none" strike="noStrike">
              <a:solidFill>
                <a:schemeClr val="dk1"/>
              </a:solidFill>
              <a:latin typeface="Roboto"/>
              <a:ea typeface="Roboto"/>
              <a:cs typeface="Roboto"/>
              <a:sym typeface="Roboto"/>
            </a:endParaRPr>
          </a:p>
        </p:txBody>
      </p:sp>
      <p:sp>
        <p:nvSpPr>
          <p:cNvPr id="138" name="Google Shape;138;p15"/>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lt1"/>
              </a:buClr>
              <a:buSzPts val="6600"/>
              <a:buFont typeface="Playfair Display"/>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39" name="Google Shape;139;p15"/>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0" name="Google Shape;140;p15"/>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1" name="Google Shape;141;p15"/>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42" name="Google Shape;142;p15"/>
          <p:cNvCxnSpPr/>
          <p:nvPr/>
        </p:nvCxnSpPr>
        <p:spPr>
          <a:xfrm>
            <a:off x="473529" y="395691"/>
            <a:ext cx="0" cy="791400"/>
          </a:xfrm>
          <a:prstGeom prst="straightConnector1">
            <a:avLst/>
          </a:prstGeom>
          <a:noFill/>
          <a:ln cap="flat" cmpd="sng" w="57150">
            <a:solidFill>
              <a:schemeClr val="lt1"/>
            </a:solidFill>
            <a:prstDash val="solid"/>
            <a:miter lim="800000"/>
            <a:headEnd len="sm" w="sm" type="none"/>
            <a:tailEnd len="sm" w="sm"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43" name="Shape 143"/>
        <p:cNvGrpSpPr/>
        <p:nvPr/>
      </p:nvGrpSpPr>
      <p:grpSpPr>
        <a:xfrm>
          <a:off x="0" y="0"/>
          <a:ext cx="0" cy="0"/>
          <a:chOff x="0" y="0"/>
          <a:chExt cx="0" cy="0"/>
        </a:xfrm>
      </p:grpSpPr>
      <p:sp>
        <p:nvSpPr>
          <p:cNvPr id="144" name="Google Shape;144;p16"/>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5" name="Google Shape;145;p16"/>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46" name="Google Shape;146;p16"/>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nner" showMasterSp="0">
  <p:cSld name="banner">
    <p:spTree>
      <p:nvGrpSpPr>
        <p:cNvPr id="147" name="Shape 147"/>
        <p:cNvGrpSpPr/>
        <p:nvPr/>
      </p:nvGrpSpPr>
      <p:grpSpPr>
        <a:xfrm>
          <a:off x="0" y="0"/>
          <a:ext cx="0" cy="0"/>
          <a:chOff x="0" y="0"/>
          <a:chExt cx="0" cy="0"/>
        </a:xfrm>
      </p:grpSpPr>
      <p:sp>
        <p:nvSpPr>
          <p:cNvPr id="148" name="Google Shape;148;p17"/>
          <p:cNvSpPr/>
          <p:nvPr/>
        </p:nvSpPr>
        <p:spPr>
          <a:xfrm>
            <a:off x="5923722" y="8825948"/>
            <a:ext cx="3896100" cy="9939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7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showMasterSp="0">
  <p:cSld name="Custom Layout">
    <p:spTree>
      <p:nvGrpSpPr>
        <p:cNvPr id="149" name="Shape 149"/>
        <p:cNvGrpSpPr/>
        <p:nvPr/>
      </p:nvGrpSpPr>
      <p:grpSpPr>
        <a:xfrm>
          <a:off x="0" y="0"/>
          <a:ext cx="0" cy="0"/>
          <a:chOff x="0" y="0"/>
          <a:chExt cx="0" cy="0"/>
        </a:xfrm>
      </p:grpSpPr>
      <p:sp>
        <p:nvSpPr>
          <p:cNvPr id="150" name="Google Shape;150;p18"/>
          <p:cNvSpPr/>
          <p:nvPr>
            <p:ph idx="2" type="pic"/>
          </p:nvPr>
        </p:nvSpPr>
        <p:spPr>
          <a:xfrm>
            <a:off x="0" y="0"/>
            <a:ext cx="18288000" cy="102885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howMasterSp="0">
  <p:cSld name="Title ">
    <p:spTree>
      <p:nvGrpSpPr>
        <p:cNvPr id="151" name="Shape 151"/>
        <p:cNvGrpSpPr/>
        <p:nvPr/>
      </p:nvGrpSpPr>
      <p:grpSpPr>
        <a:xfrm>
          <a:off x="0" y="0"/>
          <a:ext cx="0" cy="0"/>
          <a:chOff x="0" y="0"/>
          <a:chExt cx="0" cy="0"/>
        </a:xfrm>
      </p:grpSpPr>
      <p:sp>
        <p:nvSpPr>
          <p:cNvPr id="152" name="Google Shape;152;p19"/>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53" name="Google Shape;153;p19"/>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54" name="Google Shape;154;p19"/>
          <p:cNvSpPr/>
          <p:nvPr/>
        </p:nvSpPr>
        <p:spPr>
          <a:xfrm>
            <a:off x="7905136" y="0"/>
            <a:ext cx="2477700" cy="2498400"/>
          </a:xfrm>
          <a:prstGeom prst="rect">
            <a:avLst/>
          </a:prstGeom>
          <a:solidFill>
            <a:srgbClr val="DE6A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155" name="Google Shape;155;p19"/>
          <p:cNvSpPr/>
          <p:nvPr/>
        </p:nvSpPr>
        <p:spPr>
          <a:xfrm>
            <a:off x="7905136" y="9535996"/>
            <a:ext cx="2477700" cy="7527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156" name="Google Shape;156;p19"/>
          <p:cNvSpPr txBox="1"/>
          <p:nvPr>
            <p:ph idx="1" type="body"/>
          </p:nvPr>
        </p:nvSpPr>
        <p:spPr>
          <a:xfrm>
            <a:off x="7905749" y="0"/>
            <a:ext cx="2477100" cy="2498400"/>
          </a:xfrm>
          <a:prstGeom prst="rect">
            <a:avLst/>
          </a:prstGeom>
          <a:solidFill>
            <a:srgbClr val="018146"/>
          </a:solidFill>
          <a:ln>
            <a:noFill/>
          </a:ln>
        </p:spPr>
        <p:txBody>
          <a:bodyPr anchorCtr="0" anchor="ctr" bIns="45700" lIns="91425" spcFirstLastPara="1" rIns="91425" wrap="square" tIns="45700">
            <a:normAutofit/>
          </a:bodyPr>
          <a:lstStyle>
            <a:lvl1pPr indent="-228600" lvl="0" marL="457200" rtl="0" algn="ctr">
              <a:lnSpc>
                <a:spcPct val="90000"/>
              </a:lnSpc>
              <a:spcBef>
                <a:spcPts val="1500"/>
              </a:spcBef>
              <a:spcAft>
                <a:spcPts val="0"/>
              </a:spcAft>
              <a:buClr>
                <a:schemeClr val="lt1"/>
              </a:buClr>
              <a:buSzPts val="14400"/>
              <a:buNone/>
              <a:defRPr sz="14400">
                <a:solidFill>
                  <a:schemeClr val="lt1"/>
                </a:solidFill>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157" name="Google Shape;157;p19"/>
          <p:cNvSpPr txBox="1"/>
          <p:nvPr>
            <p:ph type="title"/>
          </p:nvPr>
        </p:nvSpPr>
        <p:spPr>
          <a:xfrm>
            <a:off x="734096" y="4749399"/>
            <a:ext cx="16819800" cy="791400"/>
          </a:xfrm>
          <a:prstGeom prst="rect">
            <a:avLst/>
          </a:prstGeom>
          <a:noFill/>
          <a:ln>
            <a:noFill/>
          </a:ln>
        </p:spPr>
        <p:txBody>
          <a:bodyPr anchorCtr="0" anchor="ctr" bIns="45700" lIns="91425" spcFirstLastPara="1" rIns="91425" wrap="square" tIns="45700">
            <a:noAutofit/>
          </a:bodyPr>
          <a:lstStyle>
            <a:lvl1pPr lvl="0" rtl="0" algn="ctr">
              <a:lnSpc>
                <a:spcPct val="90000"/>
              </a:lnSpc>
              <a:spcBef>
                <a:spcPts val="0"/>
              </a:spcBef>
              <a:spcAft>
                <a:spcPts val="0"/>
              </a:spcAft>
              <a:buClr>
                <a:schemeClr val="dk1"/>
              </a:buClr>
              <a:buSzPts val="8100"/>
              <a:buFont typeface="Playfair Display"/>
              <a:buNone/>
              <a:defRPr sz="81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8" name="Google Shape;158;p19"/>
          <p:cNvSpPr txBox="1"/>
          <p:nvPr>
            <p:ph idx="2" type="body"/>
          </p:nvPr>
        </p:nvSpPr>
        <p:spPr>
          <a:xfrm>
            <a:off x="4360069" y="6009482"/>
            <a:ext cx="9567900" cy="1287000"/>
          </a:xfrm>
          <a:prstGeom prst="rect">
            <a:avLst/>
          </a:prstGeom>
          <a:noFill/>
          <a:ln>
            <a:noFill/>
          </a:ln>
        </p:spPr>
        <p:txBody>
          <a:bodyPr anchorCtr="0" anchor="t" bIns="45700" lIns="91425" spcFirstLastPara="1" rIns="91425" wrap="square" tIns="45700">
            <a:normAutofit/>
          </a:bodyPr>
          <a:lstStyle>
            <a:lvl1pPr indent="-228600" lvl="0" marL="457200" rtl="0" algn="ctr">
              <a:lnSpc>
                <a:spcPct val="90000"/>
              </a:lnSpc>
              <a:spcBef>
                <a:spcPts val="1500"/>
              </a:spcBef>
              <a:spcAft>
                <a:spcPts val="0"/>
              </a:spcAft>
              <a:buClr>
                <a:schemeClr val="dk1"/>
              </a:buClr>
              <a:buSzPts val="3600"/>
              <a:buNone/>
              <a:defRPr sz="3600"/>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grpSp>
        <p:nvGrpSpPr>
          <p:cNvPr id="159" name="Google Shape;159;p19"/>
          <p:cNvGrpSpPr/>
          <p:nvPr/>
        </p:nvGrpSpPr>
        <p:grpSpPr>
          <a:xfrm>
            <a:off x="15035298" y="6804554"/>
            <a:ext cx="3814543" cy="3899555"/>
            <a:chOff x="9414500" y="3211685"/>
            <a:chExt cx="1939368" cy="1982287"/>
          </a:xfrm>
        </p:grpSpPr>
        <p:sp>
          <p:nvSpPr>
            <p:cNvPr id="160" name="Google Shape;160;p19"/>
            <p:cNvSpPr/>
            <p:nvPr/>
          </p:nvSpPr>
          <p:spPr>
            <a:xfrm>
              <a:off x="9414500" y="3673801"/>
              <a:ext cx="924300" cy="924300"/>
            </a:xfrm>
            <a:prstGeom prst="ellipse">
              <a:avLst/>
            </a:prstGeom>
            <a:noFill/>
            <a:ln cap="flat" cmpd="sng" w="28575">
              <a:solidFill>
                <a:srgbClr val="F7B94C">
                  <a:alpha val="23920"/>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161" name="Google Shape;161;p19"/>
            <p:cNvSpPr/>
            <p:nvPr/>
          </p:nvSpPr>
          <p:spPr>
            <a:xfrm>
              <a:off x="10429568" y="3211685"/>
              <a:ext cx="924300" cy="924300"/>
            </a:xfrm>
            <a:prstGeom prst="ellipse">
              <a:avLst/>
            </a:prstGeom>
            <a:noFill/>
            <a:ln cap="flat" cmpd="sng" w="28575">
              <a:solidFill>
                <a:srgbClr val="F7B94C">
                  <a:alpha val="23920"/>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162" name="Google Shape;162;p19"/>
            <p:cNvSpPr/>
            <p:nvPr/>
          </p:nvSpPr>
          <p:spPr>
            <a:xfrm>
              <a:off x="10338732" y="4269672"/>
              <a:ext cx="924300" cy="924300"/>
            </a:xfrm>
            <a:prstGeom prst="ellipse">
              <a:avLst/>
            </a:prstGeom>
            <a:noFill/>
            <a:ln cap="flat" cmpd="sng" w="28575">
              <a:solidFill>
                <a:srgbClr val="F7B94C">
                  <a:alpha val="23920"/>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Only" showMasterSp="0">
  <p:cSld name="Caption Only">
    <p:spTree>
      <p:nvGrpSpPr>
        <p:cNvPr id="163" name="Shape 163"/>
        <p:cNvGrpSpPr/>
        <p:nvPr/>
      </p:nvGrpSpPr>
      <p:grpSpPr>
        <a:xfrm>
          <a:off x="0" y="0"/>
          <a:ext cx="0" cy="0"/>
          <a:chOff x="0" y="0"/>
          <a:chExt cx="0" cy="0"/>
        </a:xfrm>
      </p:grpSpPr>
      <p:sp>
        <p:nvSpPr>
          <p:cNvPr id="164" name="Google Shape;164;p20"/>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65" name="Google Shape;165;p20"/>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66" name="Google Shape;166;p20"/>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67" name="Google Shape;167;p20"/>
          <p:cNvSpPr txBox="1"/>
          <p:nvPr>
            <p:ph idx="1" type="body"/>
          </p:nvPr>
        </p:nvSpPr>
        <p:spPr>
          <a:xfrm>
            <a:off x="3078956" y="3715154"/>
            <a:ext cx="12425400" cy="2858400"/>
          </a:xfrm>
          <a:prstGeom prst="rect">
            <a:avLst/>
          </a:prstGeom>
          <a:noFill/>
          <a:ln>
            <a:noFill/>
          </a:ln>
        </p:spPr>
        <p:txBody>
          <a:bodyPr anchorCtr="0" anchor="ctr" bIns="45700" lIns="91425" spcFirstLastPara="1" rIns="91425" wrap="square" tIns="45700">
            <a:normAutofit/>
          </a:bodyPr>
          <a:lstStyle>
            <a:lvl1pPr indent="-228600" lvl="0" marL="457200" rtl="0" algn="ctr">
              <a:lnSpc>
                <a:spcPct val="90000"/>
              </a:lnSpc>
              <a:spcBef>
                <a:spcPts val="1500"/>
              </a:spcBef>
              <a:spcAft>
                <a:spcPts val="0"/>
              </a:spcAft>
              <a:buClr>
                <a:schemeClr val="dk1"/>
              </a:buClr>
              <a:buSzPts val="4200"/>
              <a:buNone/>
              <a:defRPr/>
            </a:lvl1pPr>
            <a:lvl2pPr indent="-228600" lvl="1" marL="914400" rtl="0" algn="l">
              <a:lnSpc>
                <a:spcPct val="90000"/>
              </a:lnSpc>
              <a:spcBef>
                <a:spcPts val="750"/>
              </a:spcBef>
              <a:spcAft>
                <a:spcPts val="0"/>
              </a:spcAft>
              <a:buClr>
                <a:schemeClr val="dk1"/>
              </a:buClr>
              <a:buSzPts val="3600"/>
              <a:buNone/>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168" name="Google Shape;168;p20"/>
          <p:cNvSpPr/>
          <p:nvPr/>
        </p:nvSpPr>
        <p:spPr>
          <a:xfrm>
            <a:off x="3060700" y="3696270"/>
            <a:ext cx="902400" cy="902700"/>
          </a:xfrm>
          <a:prstGeom prst="halfFrame">
            <a:avLst>
              <a:gd fmla="val 2898" name="adj1"/>
              <a:gd fmla="val 2898" name="adj2"/>
            </a:avLst>
          </a:prstGeom>
          <a:solidFill>
            <a:srgbClr val="DE6A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dk1"/>
              </a:solidFill>
              <a:latin typeface="Roboto"/>
              <a:ea typeface="Roboto"/>
              <a:cs typeface="Roboto"/>
              <a:sym typeface="Roboto"/>
            </a:endParaRPr>
          </a:p>
        </p:txBody>
      </p:sp>
      <p:sp>
        <p:nvSpPr>
          <p:cNvPr id="169" name="Google Shape;169;p20"/>
          <p:cNvSpPr/>
          <p:nvPr/>
        </p:nvSpPr>
        <p:spPr>
          <a:xfrm rot="10800000">
            <a:off x="14601919" y="5670735"/>
            <a:ext cx="902400" cy="902700"/>
          </a:xfrm>
          <a:prstGeom prst="halfFrame">
            <a:avLst>
              <a:gd fmla="val 2898" name="adj1"/>
              <a:gd fmla="val 2898" name="adj2"/>
            </a:avLst>
          </a:prstGeom>
          <a:solidFill>
            <a:srgbClr val="DE6A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dk1"/>
              </a:solidFill>
              <a:latin typeface="Roboto"/>
              <a:ea typeface="Roboto"/>
              <a:cs typeface="Roboto"/>
              <a:sym typeface="Roboto"/>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 RIGHT" showMasterSp="0">
  <p:cSld name="Content with Caption - RIGHT">
    <p:spTree>
      <p:nvGrpSpPr>
        <p:cNvPr id="170" name="Shape 170"/>
        <p:cNvGrpSpPr/>
        <p:nvPr/>
      </p:nvGrpSpPr>
      <p:grpSpPr>
        <a:xfrm>
          <a:off x="0" y="0"/>
          <a:ext cx="0" cy="0"/>
          <a:chOff x="0" y="0"/>
          <a:chExt cx="0" cy="0"/>
        </a:xfrm>
      </p:grpSpPr>
      <p:sp>
        <p:nvSpPr>
          <p:cNvPr id="171" name="Google Shape;171;p21"/>
          <p:cNvSpPr/>
          <p:nvPr/>
        </p:nvSpPr>
        <p:spPr>
          <a:xfrm>
            <a:off x="9144000" y="0"/>
            <a:ext cx="9144000" cy="10288500"/>
          </a:xfrm>
          <a:prstGeom prst="rect">
            <a:avLst/>
          </a:prstGeom>
          <a:solidFill>
            <a:srgbClr val="0181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172" name="Google Shape;172;p21"/>
          <p:cNvSpPr txBox="1"/>
          <p:nvPr>
            <p:ph idx="1" type="body"/>
          </p:nvPr>
        </p:nvSpPr>
        <p:spPr>
          <a:xfrm>
            <a:off x="0" y="0"/>
            <a:ext cx="9144000" cy="10288500"/>
          </a:xfrm>
          <a:prstGeom prst="rect">
            <a:avLst/>
          </a:prstGeom>
          <a:noFill/>
          <a:ln>
            <a:noFill/>
          </a:ln>
        </p:spPr>
        <p:txBody>
          <a:bodyPr anchorCtr="0" anchor="ctr" bIns="45700" lIns="91425" spcFirstLastPara="1" rIns="91425" wrap="square" tIns="45700">
            <a:normAutofit/>
          </a:bodyPr>
          <a:lstStyle>
            <a:lvl1pPr indent="-533400" lvl="0" marL="457200" rtl="0" algn="l">
              <a:lnSpc>
                <a:spcPct val="90000"/>
              </a:lnSpc>
              <a:spcBef>
                <a:spcPts val="1500"/>
              </a:spcBef>
              <a:spcAft>
                <a:spcPts val="0"/>
              </a:spcAft>
              <a:buClr>
                <a:schemeClr val="dk1"/>
              </a:buClr>
              <a:buSzPts val="4800"/>
              <a:buChar char="•"/>
              <a:defRPr sz="4800"/>
            </a:lvl1pPr>
            <a:lvl2pPr indent="-495300" lvl="1" marL="914400" rtl="0" algn="l">
              <a:lnSpc>
                <a:spcPct val="90000"/>
              </a:lnSpc>
              <a:spcBef>
                <a:spcPts val="750"/>
              </a:spcBef>
              <a:spcAft>
                <a:spcPts val="0"/>
              </a:spcAft>
              <a:buClr>
                <a:schemeClr val="dk1"/>
              </a:buClr>
              <a:buSzPts val="4200"/>
              <a:buChar char="•"/>
              <a:defRPr sz="4200"/>
            </a:lvl2pPr>
            <a:lvl3pPr indent="-457200" lvl="2" marL="1371600" rtl="0" algn="l">
              <a:lnSpc>
                <a:spcPct val="90000"/>
              </a:lnSpc>
              <a:spcBef>
                <a:spcPts val="750"/>
              </a:spcBef>
              <a:spcAft>
                <a:spcPts val="0"/>
              </a:spcAft>
              <a:buClr>
                <a:schemeClr val="dk1"/>
              </a:buClr>
              <a:buSzPts val="3600"/>
              <a:buChar char="•"/>
              <a:defRPr sz="3600"/>
            </a:lvl3pPr>
            <a:lvl4pPr indent="-419100" lvl="3" marL="1828800" rtl="0" algn="l">
              <a:lnSpc>
                <a:spcPct val="90000"/>
              </a:lnSpc>
              <a:spcBef>
                <a:spcPts val="750"/>
              </a:spcBef>
              <a:spcAft>
                <a:spcPts val="0"/>
              </a:spcAft>
              <a:buClr>
                <a:schemeClr val="dk1"/>
              </a:buClr>
              <a:buSzPts val="3000"/>
              <a:buChar char="•"/>
              <a:defRPr sz="3000"/>
            </a:lvl4pPr>
            <a:lvl5pPr indent="-419100" lvl="4" marL="2286000" rtl="0" algn="l">
              <a:lnSpc>
                <a:spcPct val="90000"/>
              </a:lnSpc>
              <a:spcBef>
                <a:spcPts val="750"/>
              </a:spcBef>
              <a:spcAft>
                <a:spcPts val="0"/>
              </a:spcAft>
              <a:buClr>
                <a:schemeClr val="dk1"/>
              </a:buClr>
              <a:buSzPts val="3000"/>
              <a:buChar char="•"/>
              <a:defRPr sz="3000"/>
            </a:lvl5pPr>
            <a:lvl6pPr indent="-419100" lvl="5" marL="2743200" rtl="0" algn="l">
              <a:lnSpc>
                <a:spcPct val="90000"/>
              </a:lnSpc>
              <a:spcBef>
                <a:spcPts val="750"/>
              </a:spcBef>
              <a:spcAft>
                <a:spcPts val="0"/>
              </a:spcAft>
              <a:buClr>
                <a:schemeClr val="dk1"/>
              </a:buClr>
              <a:buSzPts val="3000"/>
              <a:buChar char="•"/>
              <a:defRPr sz="3000"/>
            </a:lvl6pPr>
            <a:lvl7pPr indent="-419100" lvl="6" marL="3200400" rtl="0" algn="l">
              <a:lnSpc>
                <a:spcPct val="90000"/>
              </a:lnSpc>
              <a:spcBef>
                <a:spcPts val="750"/>
              </a:spcBef>
              <a:spcAft>
                <a:spcPts val="0"/>
              </a:spcAft>
              <a:buClr>
                <a:schemeClr val="dk1"/>
              </a:buClr>
              <a:buSzPts val="3000"/>
              <a:buChar char="•"/>
              <a:defRPr sz="3000"/>
            </a:lvl7pPr>
            <a:lvl8pPr indent="-419100" lvl="7" marL="3657600" rtl="0" algn="l">
              <a:lnSpc>
                <a:spcPct val="90000"/>
              </a:lnSpc>
              <a:spcBef>
                <a:spcPts val="750"/>
              </a:spcBef>
              <a:spcAft>
                <a:spcPts val="0"/>
              </a:spcAft>
              <a:buClr>
                <a:schemeClr val="dk1"/>
              </a:buClr>
              <a:buSzPts val="3000"/>
              <a:buChar char="•"/>
              <a:defRPr sz="3000"/>
            </a:lvl8pPr>
            <a:lvl9pPr indent="-419100" lvl="8" marL="4114800" rtl="0" algn="l">
              <a:lnSpc>
                <a:spcPct val="90000"/>
              </a:lnSpc>
              <a:spcBef>
                <a:spcPts val="750"/>
              </a:spcBef>
              <a:spcAft>
                <a:spcPts val="0"/>
              </a:spcAft>
              <a:buClr>
                <a:schemeClr val="dk1"/>
              </a:buClr>
              <a:buSzPts val="3000"/>
              <a:buChar char="•"/>
              <a:defRPr sz="3000"/>
            </a:lvl9pPr>
          </a:lstStyle>
          <a:p/>
        </p:txBody>
      </p:sp>
      <p:sp>
        <p:nvSpPr>
          <p:cNvPr id="173" name="Google Shape;173;p21"/>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b="0" i="0" sz="1800" u="none" cap="none" strike="noStrike">
                <a:solidFill>
                  <a:schemeClr val="lt1"/>
                </a:solidFill>
                <a:latin typeface="Roboto"/>
                <a:ea typeface="Roboto"/>
                <a:cs typeface="Roboto"/>
                <a:sym typeface="Roboto"/>
              </a:defRPr>
            </a:lvl1pPr>
            <a:lvl2pPr indent="0" lvl="1" marL="0" rtl="0" algn="r">
              <a:spcBef>
                <a:spcPts val="0"/>
              </a:spcBef>
              <a:buNone/>
              <a:defRPr b="0" i="0" sz="1800" u="none" cap="none" strike="noStrike">
                <a:solidFill>
                  <a:schemeClr val="lt1"/>
                </a:solidFill>
                <a:latin typeface="Roboto"/>
                <a:ea typeface="Roboto"/>
                <a:cs typeface="Roboto"/>
                <a:sym typeface="Roboto"/>
              </a:defRPr>
            </a:lvl2pPr>
            <a:lvl3pPr indent="0" lvl="2" marL="0" rtl="0" algn="r">
              <a:spcBef>
                <a:spcPts val="0"/>
              </a:spcBef>
              <a:buNone/>
              <a:defRPr b="0" i="0" sz="1800" u="none" cap="none" strike="noStrike">
                <a:solidFill>
                  <a:schemeClr val="lt1"/>
                </a:solidFill>
                <a:latin typeface="Roboto"/>
                <a:ea typeface="Roboto"/>
                <a:cs typeface="Roboto"/>
                <a:sym typeface="Roboto"/>
              </a:defRPr>
            </a:lvl3pPr>
            <a:lvl4pPr indent="0" lvl="3" marL="0" rtl="0" algn="r">
              <a:spcBef>
                <a:spcPts val="0"/>
              </a:spcBef>
              <a:buNone/>
              <a:defRPr b="0" i="0" sz="1800" u="none" cap="none" strike="noStrike">
                <a:solidFill>
                  <a:schemeClr val="lt1"/>
                </a:solidFill>
                <a:latin typeface="Roboto"/>
                <a:ea typeface="Roboto"/>
                <a:cs typeface="Roboto"/>
                <a:sym typeface="Roboto"/>
              </a:defRPr>
            </a:lvl4pPr>
            <a:lvl5pPr indent="0" lvl="4" marL="0" rtl="0" algn="r">
              <a:spcBef>
                <a:spcPts val="0"/>
              </a:spcBef>
              <a:buNone/>
              <a:defRPr b="0" i="0" sz="1800" u="none" cap="none" strike="noStrike">
                <a:solidFill>
                  <a:schemeClr val="lt1"/>
                </a:solidFill>
                <a:latin typeface="Roboto"/>
                <a:ea typeface="Roboto"/>
                <a:cs typeface="Roboto"/>
                <a:sym typeface="Roboto"/>
              </a:defRPr>
            </a:lvl5pPr>
            <a:lvl6pPr indent="0" lvl="5" marL="0" rtl="0" algn="r">
              <a:spcBef>
                <a:spcPts val="0"/>
              </a:spcBef>
              <a:buNone/>
              <a:defRPr b="0" i="0" sz="1800" u="none" cap="none" strike="noStrike">
                <a:solidFill>
                  <a:schemeClr val="lt1"/>
                </a:solidFill>
                <a:latin typeface="Roboto"/>
                <a:ea typeface="Roboto"/>
                <a:cs typeface="Roboto"/>
                <a:sym typeface="Roboto"/>
              </a:defRPr>
            </a:lvl6pPr>
            <a:lvl7pPr indent="0" lvl="6" marL="0" rtl="0" algn="r">
              <a:spcBef>
                <a:spcPts val="0"/>
              </a:spcBef>
              <a:buNone/>
              <a:defRPr b="0" i="0" sz="1800" u="none" cap="none" strike="noStrike">
                <a:solidFill>
                  <a:schemeClr val="lt1"/>
                </a:solidFill>
                <a:latin typeface="Roboto"/>
                <a:ea typeface="Roboto"/>
                <a:cs typeface="Roboto"/>
                <a:sym typeface="Roboto"/>
              </a:defRPr>
            </a:lvl7pPr>
            <a:lvl8pPr indent="0" lvl="7" marL="0" rtl="0" algn="r">
              <a:spcBef>
                <a:spcPts val="0"/>
              </a:spcBef>
              <a:buNone/>
              <a:defRPr b="0" i="0" sz="1800" u="none" cap="none" strike="noStrike">
                <a:solidFill>
                  <a:schemeClr val="lt1"/>
                </a:solidFill>
                <a:latin typeface="Roboto"/>
                <a:ea typeface="Roboto"/>
                <a:cs typeface="Roboto"/>
                <a:sym typeface="Roboto"/>
              </a:defRPr>
            </a:lvl8pPr>
            <a:lvl9pPr indent="0" lvl="8" marL="0" rtl="0" algn="r">
              <a:spcBef>
                <a:spcPts val="0"/>
              </a:spcBef>
              <a:buNone/>
              <a:defRPr b="0" i="0" sz="18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
        <p:nvSpPr>
          <p:cNvPr id="174" name="Google Shape;174;p21"/>
          <p:cNvSpPr txBox="1"/>
          <p:nvPr>
            <p:ph type="title"/>
          </p:nvPr>
        </p:nvSpPr>
        <p:spPr>
          <a:xfrm>
            <a:off x="9956721" y="4342880"/>
            <a:ext cx="7518600" cy="1602900"/>
          </a:xfrm>
          <a:prstGeom prst="rect">
            <a:avLst/>
          </a:prstGeom>
          <a:noFill/>
          <a:ln>
            <a:noFill/>
          </a:ln>
        </p:spPr>
        <p:txBody>
          <a:bodyPr anchorCtr="0" anchor="ctr" bIns="45700" lIns="91425" spcFirstLastPara="1" rIns="91425" wrap="square" tIns="45700">
            <a:noAutofit/>
          </a:bodyPr>
          <a:lstStyle>
            <a:lvl1pPr lvl="0" rtl="0" algn="ctr">
              <a:lnSpc>
                <a:spcPct val="90000"/>
              </a:lnSpc>
              <a:spcBef>
                <a:spcPts val="0"/>
              </a:spcBef>
              <a:spcAft>
                <a:spcPts val="0"/>
              </a:spcAft>
              <a:buClr>
                <a:schemeClr val="lt1"/>
              </a:buClr>
              <a:buSzPts val="6600"/>
              <a:buFont typeface="Playfair Display"/>
              <a:buNone/>
              <a:defRPr sz="66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5" name="Google Shape;175;p21"/>
          <p:cNvSpPr txBox="1"/>
          <p:nvPr>
            <p:ph idx="2" type="body"/>
          </p:nvPr>
        </p:nvSpPr>
        <p:spPr>
          <a:xfrm>
            <a:off x="9956721" y="6138021"/>
            <a:ext cx="7518600" cy="1602900"/>
          </a:xfrm>
          <a:prstGeom prst="rect">
            <a:avLst/>
          </a:prstGeom>
          <a:noFill/>
          <a:ln>
            <a:noFill/>
          </a:ln>
        </p:spPr>
        <p:txBody>
          <a:bodyPr anchorCtr="0" anchor="t" bIns="45700" lIns="91425" spcFirstLastPara="1" rIns="91425" wrap="square" tIns="45700">
            <a:normAutofit/>
          </a:bodyPr>
          <a:lstStyle>
            <a:lvl1pPr indent="-228600" lvl="0" marL="457200" rtl="0" algn="ctr">
              <a:lnSpc>
                <a:spcPct val="90000"/>
              </a:lnSpc>
              <a:spcBef>
                <a:spcPts val="1500"/>
              </a:spcBef>
              <a:spcAft>
                <a:spcPts val="0"/>
              </a:spcAft>
              <a:buClr>
                <a:schemeClr val="lt1"/>
              </a:buClr>
              <a:buSzPts val="3600"/>
              <a:buNone/>
              <a:defRPr sz="3600">
                <a:solidFill>
                  <a:schemeClr val="lt1"/>
                </a:solidFill>
              </a:defRPr>
            </a:lvl1pPr>
            <a:lvl2pPr indent="-228600" lvl="1" marL="914400" rtl="0" algn="l">
              <a:lnSpc>
                <a:spcPct val="90000"/>
              </a:lnSpc>
              <a:spcBef>
                <a:spcPts val="750"/>
              </a:spcBef>
              <a:spcAft>
                <a:spcPts val="0"/>
              </a:spcAft>
              <a:buClr>
                <a:schemeClr val="dk1"/>
              </a:buClr>
              <a:buSzPts val="2100"/>
              <a:buNone/>
              <a:defRPr sz="2100"/>
            </a:lvl2pPr>
            <a:lvl3pPr indent="-228600" lvl="2" marL="1371600" rtl="0" algn="l">
              <a:lnSpc>
                <a:spcPct val="90000"/>
              </a:lnSpc>
              <a:spcBef>
                <a:spcPts val="750"/>
              </a:spcBef>
              <a:spcAft>
                <a:spcPts val="0"/>
              </a:spcAft>
              <a:buClr>
                <a:schemeClr val="dk1"/>
              </a:buClr>
              <a:buSzPts val="1800"/>
              <a:buNone/>
              <a:defRPr sz="1800"/>
            </a:lvl3pPr>
            <a:lvl4pPr indent="-228600" lvl="3" marL="1828800" rtl="0" algn="l">
              <a:lnSpc>
                <a:spcPct val="90000"/>
              </a:lnSpc>
              <a:spcBef>
                <a:spcPts val="750"/>
              </a:spcBef>
              <a:spcAft>
                <a:spcPts val="0"/>
              </a:spcAft>
              <a:buClr>
                <a:schemeClr val="dk1"/>
              </a:buClr>
              <a:buSzPts val="1500"/>
              <a:buNone/>
              <a:defRPr sz="1500"/>
            </a:lvl4pPr>
            <a:lvl5pPr indent="-228600" lvl="4" marL="2286000" rtl="0" algn="l">
              <a:lnSpc>
                <a:spcPct val="90000"/>
              </a:lnSpc>
              <a:spcBef>
                <a:spcPts val="750"/>
              </a:spcBef>
              <a:spcAft>
                <a:spcPts val="0"/>
              </a:spcAft>
              <a:buClr>
                <a:schemeClr val="dk1"/>
              </a:buClr>
              <a:buSzPts val="1500"/>
              <a:buNone/>
              <a:defRPr sz="1500"/>
            </a:lvl5pPr>
            <a:lvl6pPr indent="-228600" lvl="5" marL="2743200" rtl="0" algn="l">
              <a:lnSpc>
                <a:spcPct val="90000"/>
              </a:lnSpc>
              <a:spcBef>
                <a:spcPts val="750"/>
              </a:spcBef>
              <a:spcAft>
                <a:spcPts val="0"/>
              </a:spcAft>
              <a:buClr>
                <a:schemeClr val="dk1"/>
              </a:buClr>
              <a:buSzPts val="1500"/>
              <a:buNone/>
              <a:defRPr sz="1500"/>
            </a:lvl6pPr>
            <a:lvl7pPr indent="-228600" lvl="6" marL="3200400" rtl="0" algn="l">
              <a:lnSpc>
                <a:spcPct val="90000"/>
              </a:lnSpc>
              <a:spcBef>
                <a:spcPts val="750"/>
              </a:spcBef>
              <a:spcAft>
                <a:spcPts val="0"/>
              </a:spcAft>
              <a:buClr>
                <a:schemeClr val="dk1"/>
              </a:buClr>
              <a:buSzPts val="1500"/>
              <a:buNone/>
              <a:defRPr sz="1500"/>
            </a:lvl7pPr>
            <a:lvl8pPr indent="-228600" lvl="7" marL="3657600" rtl="0" algn="l">
              <a:lnSpc>
                <a:spcPct val="90000"/>
              </a:lnSpc>
              <a:spcBef>
                <a:spcPts val="750"/>
              </a:spcBef>
              <a:spcAft>
                <a:spcPts val="0"/>
              </a:spcAft>
              <a:buClr>
                <a:schemeClr val="dk1"/>
              </a:buClr>
              <a:buSzPts val="1500"/>
              <a:buNone/>
              <a:defRPr sz="1500"/>
            </a:lvl8pPr>
            <a:lvl9pPr indent="-228600" lvl="8" marL="4114800" rtl="0" algn="l">
              <a:lnSpc>
                <a:spcPct val="90000"/>
              </a:lnSpc>
              <a:spcBef>
                <a:spcPts val="750"/>
              </a:spcBef>
              <a:spcAft>
                <a:spcPts val="0"/>
              </a:spcAft>
              <a:buClr>
                <a:schemeClr val="dk1"/>
              </a:buClr>
              <a:buSzPts val="1500"/>
              <a:buNone/>
              <a:defRPr sz="1500"/>
            </a:lvl9pPr>
          </a:lstStyle>
          <a:p/>
        </p:txBody>
      </p:sp>
      <p:pic>
        <p:nvPicPr>
          <p:cNvPr id="176" name="Google Shape;176;p21"/>
          <p:cNvPicPr preferRelativeResize="0"/>
          <p:nvPr/>
        </p:nvPicPr>
        <p:blipFill rotWithShape="1">
          <a:blip r:embed="rId2">
            <a:alphaModFix/>
          </a:blip>
          <a:srcRect b="0" l="0" r="0" t="0"/>
          <a:stretch/>
        </p:blipFill>
        <p:spPr>
          <a:xfrm>
            <a:off x="12479628" y="441265"/>
            <a:ext cx="2472744" cy="55995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LEFT BLACK" showMasterSp="0">
  <p:cSld name="Content with Caption -LEFT BLACK">
    <p:spTree>
      <p:nvGrpSpPr>
        <p:cNvPr id="177" name="Shape 177"/>
        <p:cNvGrpSpPr/>
        <p:nvPr/>
      </p:nvGrpSpPr>
      <p:grpSpPr>
        <a:xfrm>
          <a:off x="0" y="0"/>
          <a:ext cx="0" cy="0"/>
          <a:chOff x="0" y="0"/>
          <a:chExt cx="0" cy="0"/>
        </a:xfrm>
      </p:grpSpPr>
      <p:sp>
        <p:nvSpPr>
          <p:cNvPr id="178" name="Google Shape;178;p22"/>
          <p:cNvSpPr/>
          <p:nvPr/>
        </p:nvSpPr>
        <p:spPr>
          <a:xfrm>
            <a:off x="0" y="0"/>
            <a:ext cx="9144000" cy="102885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179" name="Google Shape;179;p22"/>
          <p:cNvSpPr txBox="1"/>
          <p:nvPr>
            <p:ph idx="1" type="body"/>
          </p:nvPr>
        </p:nvSpPr>
        <p:spPr>
          <a:xfrm>
            <a:off x="9144000" y="0"/>
            <a:ext cx="9258300" cy="10288500"/>
          </a:xfrm>
          <a:prstGeom prst="rect">
            <a:avLst/>
          </a:prstGeom>
          <a:noFill/>
          <a:ln>
            <a:noFill/>
          </a:ln>
        </p:spPr>
        <p:txBody>
          <a:bodyPr anchorCtr="0" anchor="ctr" bIns="45700" lIns="91425" spcFirstLastPara="1" rIns="91425" wrap="square" tIns="45700">
            <a:normAutofit/>
          </a:bodyPr>
          <a:lstStyle>
            <a:lvl1pPr indent="-533400" lvl="0" marL="457200" rtl="0" algn="l">
              <a:lnSpc>
                <a:spcPct val="90000"/>
              </a:lnSpc>
              <a:spcBef>
                <a:spcPts val="1500"/>
              </a:spcBef>
              <a:spcAft>
                <a:spcPts val="0"/>
              </a:spcAft>
              <a:buClr>
                <a:schemeClr val="dk1"/>
              </a:buClr>
              <a:buSzPts val="4800"/>
              <a:buChar char="•"/>
              <a:defRPr sz="4800"/>
            </a:lvl1pPr>
            <a:lvl2pPr indent="-495300" lvl="1" marL="914400" rtl="0" algn="l">
              <a:lnSpc>
                <a:spcPct val="90000"/>
              </a:lnSpc>
              <a:spcBef>
                <a:spcPts val="750"/>
              </a:spcBef>
              <a:spcAft>
                <a:spcPts val="0"/>
              </a:spcAft>
              <a:buClr>
                <a:schemeClr val="dk1"/>
              </a:buClr>
              <a:buSzPts val="4200"/>
              <a:buChar char="•"/>
              <a:defRPr sz="4200"/>
            </a:lvl2pPr>
            <a:lvl3pPr indent="-457200" lvl="2" marL="1371600" rtl="0" algn="l">
              <a:lnSpc>
                <a:spcPct val="90000"/>
              </a:lnSpc>
              <a:spcBef>
                <a:spcPts val="750"/>
              </a:spcBef>
              <a:spcAft>
                <a:spcPts val="0"/>
              </a:spcAft>
              <a:buClr>
                <a:schemeClr val="dk1"/>
              </a:buClr>
              <a:buSzPts val="3600"/>
              <a:buChar char="•"/>
              <a:defRPr sz="3600"/>
            </a:lvl3pPr>
            <a:lvl4pPr indent="-419100" lvl="3" marL="1828800" rtl="0" algn="l">
              <a:lnSpc>
                <a:spcPct val="90000"/>
              </a:lnSpc>
              <a:spcBef>
                <a:spcPts val="750"/>
              </a:spcBef>
              <a:spcAft>
                <a:spcPts val="0"/>
              </a:spcAft>
              <a:buClr>
                <a:schemeClr val="dk1"/>
              </a:buClr>
              <a:buSzPts val="3000"/>
              <a:buChar char="•"/>
              <a:defRPr sz="3000"/>
            </a:lvl4pPr>
            <a:lvl5pPr indent="-419100" lvl="4" marL="2286000" rtl="0" algn="l">
              <a:lnSpc>
                <a:spcPct val="90000"/>
              </a:lnSpc>
              <a:spcBef>
                <a:spcPts val="750"/>
              </a:spcBef>
              <a:spcAft>
                <a:spcPts val="0"/>
              </a:spcAft>
              <a:buClr>
                <a:schemeClr val="dk1"/>
              </a:buClr>
              <a:buSzPts val="3000"/>
              <a:buChar char="•"/>
              <a:defRPr sz="3000"/>
            </a:lvl5pPr>
            <a:lvl6pPr indent="-419100" lvl="5" marL="2743200" rtl="0" algn="l">
              <a:lnSpc>
                <a:spcPct val="90000"/>
              </a:lnSpc>
              <a:spcBef>
                <a:spcPts val="750"/>
              </a:spcBef>
              <a:spcAft>
                <a:spcPts val="0"/>
              </a:spcAft>
              <a:buClr>
                <a:schemeClr val="dk1"/>
              </a:buClr>
              <a:buSzPts val="3000"/>
              <a:buChar char="•"/>
              <a:defRPr sz="3000"/>
            </a:lvl6pPr>
            <a:lvl7pPr indent="-419100" lvl="6" marL="3200400" rtl="0" algn="l">
              <a:lnSpc>
                <a:spcPct val="90000"/>
              </a:lnSpc>
              <a:spcBef>
                <a:spcPts val="750"/>
              </a:spcBef>
              <a:spcAft>
                <a:spcPts val="0"/>
              </a:spcAft>
              <a:buClr>
                <a:schemeClr val="dk1"/>
              </a:buClr>
              <a:buSzPts val="3000"/>
              <a:buChar char="•"/>
              <a:defRPr sz="3000"/>
            </a:lvl7pPr>
            <a:lvl8pPr indent="-419100" lvl="7" marL="3657600" rtl="0" algn="l">
              <a:lnSpc>
                <a:spcPct val="90000"/>
              </a:lnSpc>
              <a:spcBef>
                <a:spcPts val="750"/>
              </a:spcBef>
              <a:spcAft>
                <a:spcPts val="0"/>
              </a:spcAft>
              <a:buClr>
                <a:schemeClr val="dk1"/>
              </a:buClr>
              <a:buSzPts val="3000"/>
              <a:buChar char="•"/>
              <a:defRPr sz="3000"/>
            </a:lvl8pPr>
            <a:lvl9pPr indent="-419100" lvl="8" marL="4114800" rtl="0" algn="l">
              <a:lnSpc>
                <a:spcPct val="90000"/>
              </a:lnSpc>
              <a:spcBef>
                <a:spcPts val="750"/>
              </a:spcBef>
              <a:spcAft>
                <a:spcPts val="0"/>
              </a:spcAft>
              <a:buClr>
                <a:schemeClr val="dk1"/>
              </a:buClr>
              <a:buSzPts val="3000"/>
              <a:buChar char="•"/>
              <a:defRPr sz="3000"/>
            </a:lvl9pPr>
          </a:lstStyle>
          <a:p/>
        </p:txBody>
      </p:sp>
      <p:sp>
        <p:nvSpPr>
          <p:cNvPr id="180" name="Google Shape;180;p22"/>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81" name="Google Shape;181;p22"/>
          <p:cNvSpPr txBox="1"/>
          <p:nvPr>
            <p:ph type="title"/>
          </p:nvPr>
        </p:nvSpPr>
        <p:spPr>
          <a:xfrm>
            <a:off x="812721" y="4342880"/>
            <a:ext cx="7518600" cy="1602900"/>
          </a:xfrm>
          <a:prstGeom prst="rect">
            <a:avLst/>
          </a:prstGeom>
          <a:noFill/>
          <a:ln>
            <a:noFill/>
          </a:ln>
        </p:spPr>
        <p:txBody>
          <a:bodyPr anchorCtr="0" anchor="ctr" bIns="45700" lIns="91425" spcFirstLastPara="1" rIns="91425" wrap="square" tIns="45700">
            <a:noAutofit/>
          </a:bodyPr>
          <a:lstStyle>
            <a:lvl1pPr lvl="0" rtl="0" algn="ctr">
              <a:lnSpc>
                <a:spcPct val="90000"/>
              </a:lnSpc>
              <a:spcBef>
                <a:spcPts val="0"/>
              </a:spcBef>
              <a:spcAft>
                <a:spcPts val="0"/>
              </a:spcAft>
              <a:buClr>
                <a:schemeClr val="lt1"/>
              </a:buClr>
              <a:buSzPts val="6600"/>
              <a:buFont typeface="Playfair Display"/>
              <a:buNone/>
              <a:defRPr sz="66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82" name="Google Shape;182;p22"/>
          <p:cNvSpPr txBox="1"/>
          <p:nvPr>
            <p:ph idx="2" type="body"/>
          </p:nvPr>
        </p:nvSpPr>
        <p:spPr>
          <a:xfrm>
            <a:off x="812721" y="6138021"/>
            <a:ext cx="7518600" cy="1602900"/>
          </a:xfrm>
          <a:prstGeom prst="rect">
            <a:avLst/>
          </a:prstGeom>
          <a:noFill/>
          <a:ln>
            <a:noFill/>
          </a:ln>
        </p:spPr>
        <p:txBody>
          <a:bodyPr anchorCtr="0" anchor="t" bIns="45700" lIns="91425" spcFirstLastPara="1" rIns="91425" wrap="square" tIns="45700">
            <a:normAutofit/>
          </a:bodyPr>
          <a:lstStyle>
            <a:lvl1pPr indent="-228600" lvl="0" marL="457200" rtl="0" algn="ctr">
              <a:lnSpc>
                <a:spcPct val="90000"/>
              </a:lnSpc>
              <a:spcBef>
                <a:spcPts val="1500"/>
              </a:spcBef>
              <a:spcAft>
                <a:spcPts val="0"/>
              </a:spcAft>
              <a:buClr>
                <a:schemeClr val="lt1"/>
              </a:buClr>
              <a:buSzPts val="3600"/>
              <a:buNone/>
              <a:defRPr sz="3600">
                <a:solidFill>
                  <a:schemeClr val="lt1"/>
                </a:solidFill>
              </a:defRPr>
            </a:lvl1pPr>
            <a:lvl2pPr indent="-228600" lvl="1" marL="914400" rtl="0" algn="l">
              <a:lnSpc>
                <a:spcPct val="90000"/>
              </a:lnSpc>
              <a:spcBef>
                <a:spcPts val="750"/>
              </a:spcBef>
              <a:spcAft>
                <a:spcPts val="0"/>
              </a:spcAft>
              <a:buClr>
                <a:schemeClr val="dk1"/>
              </a:buClr>
              <a:buSzPts val="2100"/>
              <a:buNone/>
              <a:defRPr sz="2100"/>
            </a:lvl2pPr>
            <a:lvl3pPr indent="-228600" lvl="2" marL="1371600" rtl="0" algn="l">
              <a:lnSpc>
                <a:spcPct val="90000"/>
              </a:lnSpc>
              <a:spcBef>
                <a:spcPts val="750"/>
              </a:spcBef>
              <a:spcAft>
                <a:spcPts val="0"/>
              </a:spcAft>
              <a:buClr>
                <a:schemeClr val="dk1"/>
              </a:buClr>
              <a:buSzPts val="1800"/>
              <a:buNone/>
              <a:defRPr sz="1800"/>
            </a:lvl3pPr>
            <a:lvl4pPr indent="-228600" lvl="3" marL="1828800" rtl="0" algn="l">
              <a:lnSpc>
                <a:spcPct val="90000"/>
              </a:lnSpc>
              <a:spcBef>
                <a:spcPts val="750"/>
              </a:spcBef>
              <a:spcAft>
                <a:spcPts val="0"/>
              </a:spcAft>
              <a:buClr>
                <a:schemeClr val="dk1"/>
              </a:buClr>
              <a:buSzPts val="1500"/>
              <a:buNone/>
              <a:defRPr sz="1500"/>
            </a:lvl4pPr>
            <a:lvl5pPr indent="-228600" lvl="4" marL="2286000" rtl="0" algn="l">
              <a:lnSpc>
                <a:spcPct val="90000"/>
              </a:lnSpc>
              <a:spcBef>
                <a:spcPts val="750"/>
              </a:spcBef>
              <a:spcAft>
                <a:spcPts val="0"/>
              </a:spcAft>
              <a:buClr>
                <a:schemeClr val="dk1"/>
              </a:buClr>
              <a:buSzPts val="1500"/>
              <a:buNone/>
              <a:defRPr sz="1500"/>
            </a:lvl5pPr>
            <a:lvl6pPr indent="-228600" lvl="5" marL="2743200" rtl="0" algn="l">
              <a:lnSpc>
                <a:spcPct val="90000"/>
              </a:lnSpc>
              <a:spcBef>
                <a:spcPts val="750"/>
              </a:spcBef>
              <a:spcAft>
                <a:spcPts val="0"/>
              </a:spcAft>
              <a:buClr>
                <a:schemeClr val="dk1"/>
              </a:buClr>
              <a:buSzPts val="1500"/>
              <a:buNone/>
              <a:defRPr sz="1500"/>
            </a:lvl6pPr>
            <a:lvl7pPr indent="-228600" lvl="6" marL="3200400" rtl="0" algn="l">
              <a:lnSpc>
                <a:spcPct val="90000"/>
              </a:lnSpc>
              <a:spcBef>
                <a:spcPts val="750"/>
              </a:spcBef>
              <a:spcAft>
                <a:spcPts val="0"/>
              </a:spcAft>
              <a:buClr>
                <a:schemeClr val="dk1"/>
              </a:buClr>
              <a:buSzPts val="1500"/>
              <a:buNone/>
              <a:defRPr sz="1500"/>
            </a:lvl7pPr>
            <a:lvl8pPr indent="-228600" lvl="7" marL="3657600" rtl="0" algn="l">
              <a:lnSpc>
                <a:spcPct val="90000"/>
              </a:lnSpc>
              <a:spcBef>
                <a:spcPts val="750"/>
              </a:spcBef>
              <a:spcAft>
                <a:spcPts val="0"/>
              </a:spcAft>
              <a:buClr>
                <a:schemeClr val="dk1"/>
              </a:buClr>
              <a:buSzPts val="1500"/>
              <a:buNone/>
              <a:defRPr sz="1500"/>
            </a:lvl8pPr>
            <a:lvl9pPr indent="-228600" lvl="8" marL="4114800" rtl="0" algn="l">
              <a:lnSpc>
                <a:spcPct val="90000"/>
              </a:lnSpc>
              <a:spcBef>
                <a:spcPts val="750"/>
              </a:spcBef>
              <a:spcAft>
                <a:spcPts val="0"/>
              </a:spcAft>
              <a:buClr>
                <a:schemeClr val="dk1"/>
              </a:buClr>
              <a:buSzPts val="1500"/>
              <a:buNone/>
              <a:defRPr sz="1500"/>
            </a:lvl9pPr>
          </a:lstStyle>
          <a:p/>
        </p:txBody>
      </p:sp>
      <p:pic>
        <p:nvPicPr>
          <p:cNvPr id="183" name="Google Shape;183;p22"/>
          <p:cNvPicPr preferRelativeResize="0"/>
          <p:nvPr/>
        </p:nvPicPr>
        <p:blipFill rotWithShape="1">
          <a:blip r:embed="rId2">
            <a:alphaModFix/>
          </a:blip>
          <a:srcRect b="0" l="0" r="0" t="0"/>
          <a:stretch/>
        </p:blipFill>
        <p:spPr>
          <a:xfrm>
            <a:off x="3335628" y="441265"/>
            <a:ext cx="2472744" cy="559952"/>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 RIGHT BLACK" showMasterSp="0">
  <p:cSld name="Content with Caption - RIGHT BLACK">
    <p:spTree>
      <p:nvGrpSpPr>
        <p:cNvPr id="184" name="Shape 184"/>
        <p:cNvGrpSpPr/>
        <p:nvPr/>
      </p:nvGrpSpPr>
      <p:grpSpPr>
        <a:xfrm>
          <a:off x="0" y="0"/>
          <a:ext cx="0" cy="0"/>
          <a:chOff x="0" y="0"/>
          <a:chExt cx="0" cy="0"/>
        </a:xfrm>
      </p:grpSpPr>
      <p:sp>
        <p:nvSpPr>
          <p:cNvPr id="185" name="Google Shape;185;p23"/>
          <p:cNvSpPr/>
          <p:nvPr/>
        </p:nvSpPr>
        <p:spPr>
          <a:xfrm>
            <a:off x="9144000" y="0"/>
            <a:ext cx="9144000" cy="102885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186" name="Google Shape;186;p23"/>
          <p:cNvSpPr txBox="1"/>
          <p:nvPr>
            <p:ph idx="1" type="body"/>
          </p:nvPr>
        </p:nvSpPr>
        <p:spPr>
          <a:xfrm>
            <a:off x="0" y="0"/>
            <a:ext cx="9144000" cy="10288500"/>
          </a:xfrm>
          <a:prstGeom prst="rect">
            <a:avLst/>
          </a:prstGeom>
          <a:noFill/>
          <a:ln>
            <a:noFill/>
          </a:ln>
        </p:spPr>
        <p:txBody>
          <a:bodyPr anchorCtr="0" anchor="ctr" bIns="45700" lIns="91425" spcFirstLastPara="1" rIns="91425" wrap="square" tIns="45700">
            <a:normAutofit/>
          </a:bodyPr>
          <a:lstStyle>
            <a:lvl1pPr indent="-533400" lvl="0" marL="457200" rtl="0" algn="l">
              <a:lnSpc>
                <a:spcPct val="90000"/>
              </a:lnSpc>
              <a:spcBef>
                <a:spcPts val="1500"/>
              </a:spcBef>
              <a:spcAft>
                <a:spcPts val="0"/>
              </a:spcAft>
              <a:buClr>
                <a:schemeClr val="dk1"/>
              </a:buClr>
              <a:buSzPts val="4800"/>
              <a:buChar char="•"/>
              <a:defRPr sz="4800"/>
            </a:lvl1pPr>
            <a:lvl2pPr indent="-495300" lvl="1" marL="914400" rtl="0" algn="l">
              <a:lnSpc>
                <a:spcPct val="90000"/>
              </a:lnSpc>
              <a:spcBef>
                <a:spcPts val="750"/>
              </a:spcBef>
              <a:spcAft>
                <a:spcPts val="0"/>
              </a:spcAft>
              <a:buClr>
                <a:schemeClr val="dk1"/>
              </a:buClr>
              <a:buSzPts val="4200"/>
              <a:buChar char="•"/>
              <a:defRPr sz="4200"/>
            </a:lvl2pPr>
            <a:lvl3pPr indent="-457200" lvl="2" marL="1371600" rtl="0" algn="l">
              <a:lnSpc>
                <a:spcPct val="90000"/>
              </a:lnSpc>
              <a:spcBef>
                <a:spcPts val="750"/>
              </a:spcBef>
              <a:spcAft>
                <a:spcPts val="0"/>
              </a:spcAft>
              <a:buClr>
                <a:schemeClr val="dk1"/>
              </a:buClr>
              <a:buSzPts val="3600"/>
              <a:buChar char="•"/>
              <a:defRPr sz="3600"/>
            </a:lvl3pPr>
            <a:lvl4pPr indent="-419100" lvl="3" marL="1828800" rtl="0" algn="l">
              <a:lnSpc>
                <a:spcPct val="90000"/>
              </a:lnSpc>
              <a:spcBef>
                <a:spcPts val="750"/>
              </a:spcBef>
              <a:spcAft>
                <a:spcPts val="0"/>
              </a:spcAft>
              <a:buClr>
                <a:schemeClr val="dk1"/>
              </a:buClr>
              <a:buSzPts val="3000"/>
              <a:buChar char="•"/>
              <a:defRPr sz="3000"/>
            </a:lvl4pPr>
            <a:lvl5pPr indent="-419100" lvl="4" marL="2286000" rtl="0" algn="l">
              <a:lnSpc>
                <a:spcPct val="90000"/>
              </a:lnSpc>
              <a:spcBef>
                <a:spcPts val="750"/>
              </a:spcBef>
              <a:spcAft>
                <a:spcPts val="0"/>
              </a:spcAft>
              <a:buClr>
                <a:schemeClr val="dk1"/>
              </a:buClr>
              <a:buSzPts val="3000"/>
              <a:buChar char="•"/>
              <a:defRPr sz="3000"/>
            </a:lvl5pPr>
            <a:lvl6pPr indent="-419100" lvl="5" marL="2743200" rtl="0" algn="l">
              <a:lnSpc>
                <a:spcPct val="90000"/>
              </a:lnSpc>
              <a:spcBef>
                <a:spcPts val="750"/>
              </a:spcBef>
              <a:spcAft>
                <a:spcPts val="0"/>
              </a:spcAft>
              <a:buClr>
                <a:schemeClr val="dk1"/>
              </a:buClr>
              <a:buSzPts val="3000"/>
              <a:buChar char="•"/>
              <a:defRPr sz="3000"/>
            </a:lvl6pPr>
            <a:lvl7pPr indent="-419100" lvl="6" marL="3200400" rtl="0" algn="l">
              <a:lnSpc>
                <a:spcPct val="90000"/>
              </a:lnSpc>
              <a:spcBef>
                <a:spcPts val="750"/>
              </a:spcBef>
              <a:spcAft>
                <a:spcPts val="0"/>
              </a:spcAft>
              <a:buClr>
                <a:schemeClr val="dk1"/>
              </a:buClr>
              <a:buSzPts val="3000"/>
              <a:buChar char="•"/>
              <a:defRPr sz="3000"/>
            </a:lvl7pPr>
            <a:lvl8pPr indent="-419100" lvl="7" marL="3657600" rtl="0" algn="l">
              <a:lnSpc>
                <a:spcPct val="90000"/>
              </a:lnSpc>
              <a:spcBef>
                <a:spcPts val="750"/>
              </a:spcBef>
              <a:spcAft>
                <a:spcPts val="0"/>
              </a:spcAft>
              <a:buClr>
                <a:schemeClr val="dk1"/>
              </a:buClr>
              <a:buSzPts val="3000"/>
              <a:buChar char="•"/>
              <a:defRPr sz="3000"/>
            </a:lvl8pPr>
            <a:lvl9pPr indent="-419100" lvl="8" marL="4114800" rtl="0" algn="l">
              <a:lnSpc>
                <a:spcPct val="90000"/>
              </a:lnSpc>
              <a:spcBef>
                <a:spcPts val="750"/>
              </a:spcBef>
              <a:spcAft>
                <a:spcPts val="0"/>
              </a:spcAft>
              <a:buClr>
                <a:schemeClr val="dk1"/>
              </a:buClr>
              <a:buSzPts val="3000"/>
              <a:buChar char="•"/>
              <a:defRPr sz="3000"/>
            </a:lvl9pPr>
          </a:lstStyle>
          <a:p/>
        </p:txBody>
      </p:sp>
      <p:sp>
        <p:nvSpPr>
          <p:cNvPr id="187" name="Google Shape;187;p23"/>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b="0" i="0" sz="1800" u="none" cap="none" strike="noStrike">
                <a:solidFill>
                  <a:schemeClr val="lt1"/>
                </a:solidFill>
                <a:latin typeface="Roboto"/>
                <a:ea typeface="Roboto"/>
                <a:cs typeface="Roboto"/>
                <a:sym typeface="Roboto"/>
              </a:defRPr>
            </a:lvl1pPr>
            <a:lvl2pPr indent="0" lvl="1" marL="0" rtl="0" algn="r">
              <a:spcBef>
                <a:spcPts val="0"/>
              </a:spcBef>
              <a:buNone/>
              <a:defRPr b="0" i="0" sz="1800" u="none" cap="none" strike="noStrike">
                <a:solidFill>
                  <a:schemeClr val="lt1"/>
                </a:solidFill>
                <a:latin typeface="Roboto"/>
                <a:ea typeface="Roboto"/>
                <a:cs typeface="Roboto"/>
                <a:sym typeface="Roboto"/>
              </a:defRPr>
            </a:lvl2pPr>
            <a:lvl3pPr indent="0" lvl="2" marL="0" rtl="0" algn="r">
              <a:spcBef>
                <a:spcPts val="0"/>
              </a:spcBef>
              <a:buNone/>
              <a:defRPr b="0" i="0" sz="1800" u="none" cap="none" strike="noStrike">
                <a:solidFill>
                  <a:schemeClr val="lt1"/>
                </a:solidFill>
                <a:latin typeface="Roboto"/>
                <a:ea typeface="Roboto"/>
                <a:cs typeface="Roboto"/>
                <a:sym typeface="Roboto"/>
              </a:defRPr>
            </a:lvl3pPr>
            <a:lvl4pPr indent="0" lvl="3" marL="0" rtl="0" algn="r">
              <a:spcBef>
                <a:spcPts val="0"/>
              </a:spcBef>
              <a:buNone/>
              <a:defRPr b="0" i="0" sz="1800" u="none" cap="none" strike="noStrike">
                <a:solidFill>
                  <a:schemeClr val="lt1"/>
                </a:solidFill>
                <a:latin typeface="Roboto"/>
                <a:ea typeface="Roboto"/>
                <a:cs typeface="Roboto"/>
                <a:sym typeface="Roboto"/>
              </a:defRPr>
            </a:lvl4pPr>
            <a:lvl5pPr indent="0" lvl="4" marL="0" rtl="0" algn="r">
              <a:spcBef>
                <a:spcPts val="0"/>
              </a:spcBef>
              <a:buNone/>
              <a:defRPr b="0" i="0" sz="1800" u="none" cap="none" strike="noStrike">
                <a:solidFill>
                  <a:schemeClr val="lt1"/>
                </a:solidFill>
                <a:latin typeface="Roboto"/>
                <a:ea typeface="Roboto"/>
                <a:cs typeface="Roboto"/>
                <a:sym typeface="Roboto"/>
              </a:defRPr>
            </a:lvl5pPr>
            <a:lvl6pPr indent="0" lvl="5" marL="0" rtl="0" algn="r">
              <a:spcBef>
                <a:spcPts val="0"/>
              </a:spcBef>
              <a:buNone/>
              <a:defRPr b="0" i="0" sz="1800" u="none" cap="none" strike="noStrike">
                <a:solidFill>
                  <a:schemeClr val="lt1"/>
                </a:solidFill>
                <a:latin typeface="Roboto"/>
                <a:ea typeface="Roboto"/>
                <a:cs typeface="Roboto"/>
                <a:sym typeface="Roboto"/>
              </a:defRPr>
            </a:lvl6pPr>
            <a:lvl7pPr indent="0" lvl="6" marL="0" rtl="0" algn="r">
              <a:spcBef>
                <a:spcPts val="0"/>
              </a:spcBef>
              <a:buNone/>
              <a:defRPr b="0" i="0" sz="1800" u="none" cap="none" strike="noStrike">
                <a:solidFill>
                  <a:schemeClr val="lt1"/>
                </a:solidFill>
                <a:latin typeface="Roboto"/>
                <a:ea typeface="Roboto"/>
                <a:cs typeface="Roboto"/>
                <a:sym typeface="Roboto"/>
              </a:defRPr>
            </a:lvl7pPr>
            <a:lvl8pPr indent="0" lvl="7" marL="0" rtl="0" algn="r">
              <a:spcBef>
                <a:spcPts val="0"/>
              </a:spcBef>
              <a:buNone/>
              <a:defRPr b="0" i="0" sz="1800" u="none" cap="none" strike="noStrike">
                <a:solidFill>
                  <a:schemeClr val="lt1"/>
                </a:solidFill>
                <a:latin typeface="Roboto"/>
                <a:ea typeface="Roboto"/>
                <a:cs typeface="Roboto"/>
                <a:sym typeface="Roboto"/>
              </a:defRPr>
            </a:lvl8pPr>
            <a:lvl9pPr indent="0" lvl="8" marL="0" rtl="0" algn="r">
              <a:spcBef>
                <a:spcPts val="0"/>
              </a:spcBef>
              <a:buNone/>
              <a:defRPr b="0" i="0" sz="18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
        <p:nvSpPr>
          <p:cNvPr id="188" name="Google Shape;188;p23"/>
          <p:cNvSpPr txBox="1"/>
          <p:nvPr>
            <p:ph type="title"/>
          </p:nvPr>
        </p:nvSpPr>
        <p:spPr>
          <a:xfrm>
            <a:off x="9956721" y="4342880"/>
            <a:ext cx="7518600" cy="1602900"/>
          </a:xfrm>
          <a:prstGeom prst="rect">
            <a:avLst/>
          </a:prstGeom>
          <a:noFill/>
          <a:ln>
            <a:noFill/>
          </a:ln>
        </p:spPr>
        <p:txBody>
          <a:bodyPr anchorCtr="0" anchor="ctr" bIns="45700" lIns="91425" spcFirstLastPara="1" rIns="91425" wrap="square" tIns="45700">
            <a:noAutofit/>
          </a:bodyPr>
          <a:lstStyle>
            <a:lvl1pPr lvl="0" rtl="0" algn="ctr">
              <a:lnSpc>
                <a:spcPct val="90000"/>
              </a:lnSpc>
              <a:spcBef>
                <a:spcPts val="0"/>
              </a:spcBef>
              <a:spcAft>
                <a:spcPts val="0"/>
              </a:spcAft>
              <a:buClr>
                <a:schemeClr val="lt1"/>
              </a:buClr>
              <a:buSzPts val="6600"/>
              <a:buFont typeface="Playfair Display"/>
              <a:buNone/>
              <a:defRPr sz="66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89" name="Google Shape;189;p23"/>
          <p:cNvSpPr txBox="1"/>
          <p:nvPr>
            <p:ph idx="2" type="body"/>
          </p:nvPr>
        </p:nvSpPr>
        <p:spPr>
          <a:xfrm>
            <a:off x="9956721" y="6138021"/>
            <a:ext cx="7518600" cy="1602900"/>
          </a:xfrm>
          <a:prstGeom prst="rect">
            <a:avLst/>
          </a:prstGeom>
          <a:noFill/>
          <a:ln>
            <a:noFill/>
          </a:ln>
        </p:spPr>
        <p:txBody>
          <a:bodyPr anchorCtr="0" anchor="t" bIns="45700" lIns="91425" spcFirstLastPara="1" rIns="91425" wrap="square" tIns="45700">
            <a:normAutofit/>
          </a:bodyPr>
          <a:lstStyle>
            <a:lvl1pPr indent="-228600" lvl="0" marL="457200" rtl="0" algn="ctr">
              <a:lnSpc>
                <a:spcPct val="90000"/>
              </a:lnSpc>
              <a:spcBef>
                <a:spcPts val="1500"/>
              </a:spcBef>
              <a:spcAft>
                <a:spcPts val="0"/>
              </a:spcAft>
              <a:buClr>
                <a:schemeClr val="lt1"/>
              </a:buClr>
              <a:buSzPts val="3600"/>
              <a:buNone/>
              <a:defRPr sz="3600">
                <a:solidFill>
                  <a:schemeClr val="lt1"/>
                </a:solidFill>
              </a:defRPr>
            </a:lvl1pPr>
            <a:lvl2pPr indent="-228600" lvl="1" marL="914400" rtl="0" algn="l">
              <a:lnSpc>
                <a:spcPct val="90000"/>
              </a:lnSpc>
              <a:spcBef>
                <a:spcPts val="750"/>
              </a:spcBef>
              <a:spcAft>
                <a:spcPts val="0"/>
              </a:spcAft>
              <a:buClr>
                <a:schemeClr val="dk1"/>
              </a:buClr>
              <a:buSzPts val="2100"/>
              <a:buNone/>
              <a:defRPr sz="2100"/>
            </a:lvl2pPr>
            <a:lvl3pPr indent="-228600" lvl="2" marL="1371600" rtl="0" algn="l">
              <a:lnSpc>
                <a:spcPct val="90000"/>
              </a:lnSpc>
              <a:spcBef>
                <a:spcPts val="750"/>
              </a:spcBef>
              <a:spcAft>
                <a:spcPts val="0"/>
              </a:spcAft>
              <a:buClr>
                <a:schemeClr val="dk1"/>
              </a:buClr>
              <a:buSzPts val="1800"/>
              <a:buNone/>
              <a:defRPr sz="1800"/>
            </a:lvl3pPr>
            <a:lvl4pPr indent="-228600" lvl="3" marL="1828800" rtl="0" algn="l">
              <a:lnSpc>
                <a:spcPct val="90000"/>
              </a:lnSpc>
              <a:spcBef>
                <a:spcPts val="750"/>
              </a:spcBef>
              <a:spcAft>
                <a:spcPts val="0"/>
              </a:spcAft>
              <a:buClr>
                <a:schemeClr val="dk1"/>
              </a:buClr>
              <a:buSzPts val="1500"/>
              <a:buNone/>
              <a:defRPr sz="1500"/>
            </a:lvl4pPr>
            <a:lvl5pPr indent="-228600" lvl="4" marL="2286000" rtl="0" algn="l">
              <a:lnSpc>
                <a:spcPct val="90000"/>
              </a:lnSpc>
              <a:spcBef>
                <a:spcPts val="750"/>
              </a:spcBef>
              <a:spcAft>
                <a:spcPts val="0"/>
              </a:spcAft>
              <a:buClr>
                <a:schemeClr val="dk1"/>
              </a:buClr>
              <a:buSzPts val="1500"/>
              <a:buNone/>
              <a:defRPr sz="1500"/>
            </a:lvl5pPr>
            <a:lvl6pPr indent="-228600" lvl="5" marL="2743200" rtl="0" algn="l">
              <a:lnSpc>
                <a:spcPct val="90000"/>
              </a:lnSpc>
              <a:spcBef>
                <a:spcPts val="750"/>
              </a:spcBef>
              <a:spcAft>
                <a:spcPts val="0"/>
              </a:spcAft>
              <a:buClr>
                <a:schemeClr val="dk1"/>
              </a:buClr>
              <a:buSzPts val="1500"/>
              <a:buNone/>
              <a:defRPr sz="1500"/>
            </a:lvl6pPr>
            <a:lvl7pPr indent="-228600" lvl="6" marL="3200400" rtl="0" algn="l">
              <a:lnSpc>
                <a:spcPct val="90000"/>
              </a:lnSpc>
              <a:spcBef>
                <a:spcPts val="750"/>
              </a:spcBef>
              <a:spcAft>
                <a:spcPts val="0"/>
              </a:spcAft>
              <a:buClr>
                <a:schemeClr val="dk1"/>
              </a:buClr>
              <a:buSzPts val="1500"/>
              <a:buNone/>
              <a:defRPr sz="1500"/>
            </a:lvl7pPr>
            <a:lvl8pPr indent="-228600" lvl="7" marL="3657600" rtl="0" algn="l">
              <a:lnSpc>
                <a:spcPct val="90000"/>
              </a:lnSpc>
              <a:spcBef>
                <a:spcPts val="750"/>
              </a:spcBef>
              <a:spcAft>
                <a:spcPts val="0"/>
              </a:spcAft>
              <a:buClr>
                <a:schemeClr val="dk1"/>
              </a:buClr>
              <a:buSzPts val="1500"/>
              <a:buNone/>
              <a:defRPr sz="1500"/>
            </a:lvl8pPr>
            <a:lvl9pPr indent="-228600" lvl="8" marL="4114800" rtl="0" algn="l">
              <a:lnSpc>
                <a:spcPct val="90000"/>
              </a:lnSpc>
              <a:spcBef>
                <a:spcPts val="750"/>
              </a:spcBef>
              <a:spcAft>
                <a:spcPts val="0"/>
              </a:spcAft>
              <a:buClr>
                <a:schemeClr val="dk1"/>
              </a:buClr>
              <a:buSzPts val="1500"/>
              <a:buNone/>
              <a:defRPr sz="1500"/>
            </a:lvl9pPr>
          </a:lstStyle>
          <a:p/>
        </p:txBody>
      </p:sp>
      <p:pic>
        <p:nvPicPr>
          <p:cNvPr id="190" name="Google Shape;190;p23"/>
          <p:cNvPicPr preferRelativeResize="0"/>
          <p:nvPr/>
        </p:nvPicPr>
        <p:blipFill rotWithShape="1">
          <a:blip r:embed="rId2">
            <a:alphaModFix/>
          </a:blip>
          <a:srcRect b="0" l="0" r="0" t="0"/>
          <a:stretch/>
        </p:blipFill>
        <p:spPr>
          <a:xfrm>
            <a:off x="12479628" y="441265"/>
            <a:ext cx="2472744" cy="559952"/>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type="obj">
  <p:cSld name="OBJECT">
    <p:spTree>
      <p:nvGrpSpPr>
        <p:cNvPr id="191" name="Shape 191"/>
        <p:cNvGrpSpPr/>
        <p:nvPr/>
      </p:nvGrpSpPr>
      <p:grpSpPr>
        <a:xfrm>
          <a:off x="0" y="0"/>
          <a:ext cx="0" cy="0"/>
          <a:chOff x="0" y="0"/>
          <a:chExt cx="0" cy="0"/>
        </a:xfrm>
      </p:grpSpPr>
      <p:sp>
        <p:nvSpPr>
          <p:cNvPr id="192" name="Google Shape;192;p24"/>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93" name="Google Shape;193;p24"/>
          <p:cNvSpPr txBox="1"/>
          <p:nvPr>
            <p:ph idx="1" type="body"/>
          </p:nvPr>
        </p:nvSpPr>
        <p:spPr>
          <a:xfrm>
            <a:off x="1042988" y="2493893"/>
            <a:ext cx="16771500" cy="6528000"/>
          </a:xfrm>
          <a:prstGeom prst="rect">
            <a:avLst/>
          </a:prstGeom>
          <a:noFill/>
          <a:ln>
            <a:noFill/>
          </a:ln>
        </p:spPr>
        <p:txBody>
          <a:bodyPr anchorCtr="0" anchor="t" bIns="45700" lIns="91425" spcFirstLastPara="1" rIns="91425" wrap="square" tIns="45700">
            <a:normAutofit/>
          </a:bodyPr>
          <a:lstStyle>
            <a:lvl1pPr indent="-342900" lvl="0" marL="457200" rtl="0" algn="l">
              <a:lnSpc>
                <a:spcPct val="90000"/>
              </a:lnSpc>
              <a:spcBef>
                <a:spcPts val="1500"/>
              </a:spcBef>
              <a:spcAft>
                <a:spcPts val="0"/>
              </a:spcAft>
              <a:buClr>
                <a:schemeClr val="dk1"/>
              </a:buClr>
              <a:buSzPts val="1800"/>
              <a:buChar char="•"/>
              <a:defRPr/>
            </a:lvl1pPr>
            <a:lvl2pPr indent="-342900" lvl="1" marL="914400" rtl="0" algn="l">
              <a:lnSpc>
                <a:spcPct val="90000"/>
              </a:lnSpc>
              <a:spcBef>
                <a:spcPts val="750"/>
              </a:spcBef>
              <a:spcAft>
                <a:spcPts val="0"/>
              </a:spcAft>
              <a:buClr>
                <a:schemeClr val="dk1"/>
              </a:buClr>
              <a:buSzPts val="1800"/>
              <a:buChar char="•"/>
              <a:defRPr/>
            </a:lvl2pPr>
            <a:lvl3pPr indent="-342900" lvl="2" marL="1371600" rtl="0" algn="l">
              <a:lnSpc>
                <a:spcPct val="90000"/>
              </a:lnSpc>
              <a:spcBef>
                <a:spcPts val="750"/>
              </a:spcBef>
              <a:spcAft>
                <a:spcPts val="0"/>
              </a:spcAft>
              <a:buClr>
                <a:schemeClr val="dk1"/>
              </a:buClr>
              <a:buSzPts val="1800"/>
              <a:buChar char="•"/>
              <a:defRPr/>
            </a:lvl3pPr>
            <a:lvl4pPr indent="-342900" lvl="3" marL="1828800" rtl="0" algn="l">
              <a:lnSpc>
                <a:spcPct val="90000"/>
              </a:lnSpc>
              <a:spcBef>
                <a:spcPts val="750"/>
              </a:spcBef>
              <a:spcAft>
                <a:spcPts val="0"/>
              </a:spcAft>
              <a:buClr>
                <a:schemeClr val="dk1"/>
              </a:buClr>
              <a:buSzPts val="1800"/>
              <a:buChar char="•"/>
              <a:defRPr/>
            </a:lvl4pPr>
            <a:lvl5pPr indent="-342900" lvl="4" marL="2286000" rtl="0" algn="l">
              <a:lnSpc>
                <a:spcPct val="90000"/>
              </a:lnSpc>
              <a:spcBef>
                <a:spcPts val="750"/>
              </a:spcBef>
              <a:spcAft>
                <a:spcPts val="0"/>
              </a:spcAft>
              <a:buClr>
                <a:schemeClr val="dk1"/>
              </a:buClr>
              <a:buSzPts val="1800"/>
              <a:buChar char="•"/>
              <a:defRPr/>
            </a:lvl5pPr>
            <a:lvl6pPr indent="-342900" lvl="5" marL="2743200" rtl="0" algn="l">
              <a:lnSpc>
                <a:spcPct val="90000"/>
              </a:lnSpc>
              <a:spcBef>
                <a:spcPts val="750"/>
              </a:spcBef>
              <a:spcAft>
                <a:spcPts val="0"/>
              </a:spcAft>
              <a:buClr>
                <a:schemeClr val="dk1"/>
              </a:buClr>
              <a:buSzPts val="1800"/>
              <a:buChar char="•"/>
              <a:defRPr/>
            </a:lvl6pPr>
            <a:lvl7pPr indent="-342900" lvl="6" marL="3200400" rtl="0" algn="l">
              <a:lnSpc>
                <a:spcPct val="90000"/>
              </a:lnSpc>
              <a:spcBef>
                <a:spcPts val="750"/>
              </a:spcBef>
              <a:spcAft>
                <a:spcPts val="0"/>
              </a:spcAft>
              <a:buClr>
                <a:schemeClr val="dk1"/>
              </a:buClr>
              <a:buSzPts val="1800"/>
              <a:buChar char="•"/>
              <a:defRPr/>
            </a:lvl7pPr>
            <a:lvl8pPr indent="-342900" lvl="7" marL="3657600" rtl="0" algn="l">
              <a:lnSpc>
                <a:spcPct val="90000"/>
              </a:lnSpc>
              <a:spcBef>
                <a:spcPts val="750"/>
              </a:spcBef>
              <a:spcAft>
                <a:spcPts val="0"/>
              </a:spcAft>
              <a:buClr>
                <a:schemeClr val="dk1"/>
              </a:buClr>
              <a:buSzPts val="1800"/>
              <a:buChar char="•"/>
              <a:defRPr/>
            </a:lvl8pPr>
            <a:lvl9pPr indent="-342900" lvl="8" marL="4114800" rtl="0" algn="l">
              <a:lnSpc>
                <a:spcPct val="90000"/>
              </a:lnSpc>
              <a:spcBef>
                <a:spcPts val="750"/>
              </a:spcBef>
              <a:spcAft>
                <a:spcPts val="0"/>
              </a:spcAft>
              <a:buClr>
                <a:schemeClr val="dk1"/>
              </a:buClr>
              <a:buSzPts val="1800"/>
              <a:buChar char="•"/>
              <a:defRPr/>
            </a:lvl9pPr>
          </a:lstStyle>
          <a:p/>
        </p:txBody>
      </p:sp>
      <p:sp>
        <p:nvSpPr>
          <p:cNvPr id="194" name="Google Shape;194;p24"/>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95" name="Google Shape;195;p24"/>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96" name="Google Shape;196;p24"/>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sz="1800">
                <a:solidFill>
                  <a:srgbClr val="919091"/>
                </a:solidFill>
              </a:defRPr>
            </a:lvl1pPr>
            <a:lvl2pPr indent="0" lvl="1" marL="0" rtl="0" algn="r">
              <a:spcBef>
                <a:spcPts val="0"/>
              </a:spcBef>
              <a:buNone/>
              <a:defRPr sz="1800">
                <a:solidFill>
                  <a:srgbClr val="919091"/>
                </a:solidFill>
              </a:defRPr>
            </a:lvl2pPr>
            <a:lvl3pPr indent="0" lvl="2" marL="0" rtl="0" algn="r">
              <a:spcBef>
                <a:spcPts val="0"/>
              </a:spcBef>
              <a:buNone/>
              <a:defRPr sz="1800">
                <a:solidFill>
                  <a:srgbClr val="919091"/>
                </a:solidFill>
              </a:defRPr>
            </a:lvl3pPr>
            <a:lvl4pPr indent="0" lvl="3" marL="0" rtl="0" algn="r">
              <a:spcBef>
                <a:spcPts val="0"/>
              </a:spcBef>
              <a:buNone/>
              <a:defRPr sz="1800">
                <a:solidFill>
                  <a:srgbClr val="919091"/>
                </a:solidFill>
              </a:defRPr>
            </a:lvl4pPr>
            <a:lvl5pPr indent="0" lvl="4" marL="0" rtl="0" algn="r">
              <a:spcBef>
                <a:spcPts val="0"/>
              </a:spcBef>
              <a:buNone/>
              <a:defRPr sz="1800">
                <a:solidFill>
                  <a:srgbClr val="919091"/>
                </a:solidFill>
              </a:defRPr>
            </a:lvl5pPr>
            <a:lvl6pPr indent="0" lvl="5" marL="0" rtl="0" algn="r">
              <a:spcBef>
                <a:spcPts val="0"/>
              </a:spcBef>
              <a:buNone/>
              <a:defRPr sz="1800">
                <a:solidFill>
                  <a:srgbClr val="919091"/>
                </a:solidFill>
              </a:defRPr>
            </a:lvl6pPr>
            <a:lvl7pPr indent="0" lvl="6" marL="0" rtl="0" algn="r">
              <a:spcBef>
                <a:spcPts val="0"/>
              </a:spcBef>
              <a:buNone/>
              <a:defRPr sz="1800">
                <a:solidFill>
                  <a:srgbClr val="919091"/>
                </a:solidFill>
              </a:defRPr>
            </a:lvl7pPr>
            <a:lvl8pPr indent="0" lvl="7" marL="0" rtl="0" algn="r">
              <a:spcBef>
                <a:spcPts val="0"/>
              </a:spcBef>
              <a:buNone/>
              <a:defRPr sz="1800">
                <a:solidFill>
                  <a:srgbClr val="919091"/>
                </a:solidFill>
              </a:defRPr>
            </a:lvl8pPr>
            <a:lvl9pPr indent="0" lvl="8" marL="0" rtl="0" algn="r">
              <a:spcBef>
                <a:spcPts val="0"/>
              </a:spcBef>
              <a:buNone/>
              <a:defRPr sz="1800">
                <a:solidFill>
                  <a:srgbClr val="91909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00" name="Shape 200"/>
        <p:cNvGrpSpPr/>
        <p:nvPr/>
      </p:nvGrpSpPr>
      <p:grpSpPr>
        <a:xfrm>
          <a:off x="0" y="0"/>
          <a:ext cx="0" cy="0"/>
          <a:chOff x="0" y="0"/>
          <a:chExt cx="0" cy="0"/>
        </a:xfrm>
      </p:grpSpPr>
      <p:grpSp>
        <p:nvGrpSpPr>
          <p:cNvPr id="201" name="Google Shape;201;p26"/>
          <p:cNvGrpSpPr/>
          <p:nvPr/>
        </p:nvGrpSpPr>
        <p:grpSpPr>
          <a:xfrm>
            <a:off x="0" y="-1"/>
            <a:ext cx="18288000" cy="10288845"/>
            <a:chOff x="0" y="-1"/>
            <a:chExt cx="9144000" cy="5143651"/>
          </a:xfrm>
        </p:grpSpPr>
        <p:sp>
          <p:nvSpPr>
            <p:cNvPr id="202" name="Google Shape;202;p26"/>
            <p:cNvSpPr/>
            <p:nvPr/>
          </p:nvSpPr>
          <p:spPr>
            <a:xfrm>
              <a:off x="720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03" name="Google Shape;203;p26"/>
            <p:cNvSpPr/>
            <p:nvPr/>
          </p:nvSpPr>
          <p:spPr>
            <a:xfrm>
              <a:off x="720000" y="964405"/>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04" name="Google Shape;204;p26"/>
            <p:cNvSpPr/>
            <p:nvPr/>
          </p:nvSpPr>
          <p:spPr>
            <a:xfrm>
              <a:off x="720000" y="1285873"/>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05" name="Google Shape;205;p26"/>
            <p:cNvSpPr/>
            <p:nvPr/>
          </p:nvSpPr>
          <p:spPr>
            <a:xfrm>
              <a:off x="720000" y="160734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06" name="Google Shape;206;p26"/>
            <p:cNvSpPr/>
            <p:nvPr/>
          </p:nvSpPr>
          <p:spPr>
            <a:xfrm>
              <a:off x="720000" y="1928810"/>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07" name="Google Shape;207;p26"/>
            <p:cNvSpPr/>
            <p:nvPr/>
          </p:nvSpPr>
          <p:spPr>
            <a:xfrm>
              <a:off x="720000" y="225027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08" name="Google Shape;208;p26"/>
            <p:cNvSpPr/>
            <p:nvPr/>
          </p:nvSpPr>
          <p:spPr>
            <a:xfrm>
              <a:off x="720000" y="257174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09" name="Google Shape;209;p26"/>
            <p:cNvSpPr/>
            <p:nvPr/>
          </p:nvSpPr>
          <p:spPr>
            <a:xfrm>
              <a:off x="720000" y="2893215"/>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10" name="Google Shape;210;p26"/>
            <p:cNvSpPr/>
            <p:nvPr/>
          </p:nvSpPr>
          <p:spPr>
            <a:xfrm>
              <a:off x="720000" y="321468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11" name="Google Shape;211;p26"/>
            <p:cNvSpPr/>
            <p:nvPr/>
          </p:nvSpPr>
          <p:spPr>
            <a:xfrm>
              <a:off x="720000" y="353615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12" name="Google Shape;212;p26"/>
            <p:cNvSpPr/>
            <p:nvPr/>
          </p:nvSpPr>
          <p:spPr>
            <a:xfrm>
              <a:off x="720000" y="3857620"/>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13" name="Google Shape;213;p26"/>
            <p:cNvSpPr/>
            <p:nvPr/>
          </p:nvSpPr>
          <p:spPr>
            <a:xfrm>
              <a:off x="720000" y="417908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14" name="Google Shape;214;p26"/>
            <p:cNvSpPr/>
            <p:nvPr/>
          </p:nvSpPr>
          <p:spPr>
            <a:xfrm>
              <a:off x="720000" y="321468"/>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15" name="Google Shape;215;p26"/>
            <p:cNvSpPr/>
            <p:nvPr/>
          </p:nvSpPr>
          <p:spPr>
            <a:xfrm>
              <a:off x="720000" y="0"/>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16" name="Google Shape;216;p26"/>
            <p:cNvSpPr/>
            <p:nvPr/>
          </p:nvSpPr>
          <p:spPr>
            <a:xfrm>
              <a:off x="720000" y="450055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17" name="Google Shape;217;p26"/>
            <p:cNvSpPr/>
            <p:nvPr/>
          </p:nvSpPr>
          <p:spPr>
            <a:xfrm>
              <a:off x="720000" y="4822025"/>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18" name="Google Shape;218;p26"/>
            <p:cNvSpPr/>
            <p:nvPr/>
          </p:nvSpPr>
          <p:spPr>
            <a:xfrm>
              <a:off x="1041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19" name="Google Shape;219;p26"/>
            <p:cNvSpPr/>
            <p:nvPr/>
          </p:nvSpPr>
          <p:spPr>
            <a:xfrm>
              <a:off x="2004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20" name="Google Shape;220;p26"/>
            <p:cNvSpPr/>
            <p:nvPr/>
          </p:nvSpPr>
          <p:spPr>
            <a:xfrm>
              <a:off x="1683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21" name="Google Shape;221;p26"/>
            <p:cNvSpPr/>
            <p:nvPr/>
          </p:nvSpPr>
          <p:spPr>
            <a:xfrm>
              <a:off x="1362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22" name="Google Shape;222;p26"/>
            <p:cNvSpPr/>
            <p:nvPr/>
          </p:nvSpPr>
          <p:spPr>
            <a:xfrm>
              <a:off x="2325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23" name="Google Shape;223;p26"/>
            <p:cNvSpPr/>
            <p:nvPr/>
          </p:nvSpPr>
          <p:spPr>
            <a:xfrm>
              <a:off x="3288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24" name="Google Shape;224;p26"/>
            <p:cNvSpPr/>
            <p:nvPr/>
          </p:nvSpPr>
          <p:spPr>
            <a:xfrm>
              <a:off x="2967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25" name="Google Shape;225;p26"/>
            <p:cNvSpPr/>
            <p:nvPr/>
          </p:nvSpPr>
          <p:spPr>
            <a:xfrm>
              <a:off x="2646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26" name="Google Shape;226;p26"/>
            <p:cNvSpPr/>
            <p:nvPr/>
          </p:nvSpPr>
          <p:spPr>
            <a:xfrm>
              <a:off x="3609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27" name="Google Shape;227;p26"/>
            <p:cNvSpPr/>
            <p:nvPr/>
          </p:nvSpPr>
          <p:spPr>
            <a:xfrm>
              <a:off x="4572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28" name="Google Shape;228;p26"/>
            <p:cNvSpPr/>
            <p:nvPr/>
          </p:nvSpPr>
          <p:spPr>
            <a:xfrm>
              <a:off x="4251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29" name="Google Shape;229;p26"/>
            <p:cNvSpPr/>
            <p:nvPr/>
          </p:nvSpPr>
          <p:spPr>
            <a:xfrm>
              <a:off x="3930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30" name="Google Shape;230;p26"/>
            <p:cNvSpPr/>
            <p:nvPr/>
          </p:nvSpPr>
          <p:spPr>
            <a:xfrm>
              <a:off x="4893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31" name="Google Shape;231;p26"/>
            <p:cNvSpPr/>
            <p:nvPr/>
          </p:nvSpPr>
          <p:spPr>
            <a:xfrm>
              <a:off x="5856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32" name="Google Shape;232;p26"/>
            <p:cNvSpPr/>
            <p:nvPr/>
          </p:nvSpPr>
          <p:spPr>
            <a:xfrm>
              <a:off x="5535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33" name="Google Shape;233;p26"/>
            <p:cNvSpPr/>
            <p:nvPr/>
          </p:nvSpPr>
          <p:spPr>
            <a:xfrm>
              <a:off x="5214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34" name="Google Shape;234;p26"/>
            <p:cNvSpPr/>
            <p:nvPr/>
          </p:nvSpPr>
          <p:spPr>
            <a:xfrm>
              <a:off x="6177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35" name="Google Shape;235;p26"/>
            <p:cNvSpPr/>
            <p:nvPr/>
          </p:nvSpPr>
          <p:spPr>
            <a:xfrm>
              <a:off x="7140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36" name="Google Shape;236;p26"/>
            <p:cNvSpPr/>
            <p:nvPr/>
          </p:nvSpPr>
          <p:spPr>
            <a:xfrm>
              <a:off x="6819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37" name="Google Shape;237;p26"/>
            <p:cNvSpPr/>
            <p:nvPr/>
          </p:nvSpPr>
          <p:spPr>
            <a:xfrm>
              <a:off x="6498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38" name="Google Shape;238;p26"/>
            <p:cNvSpPr/>
            <p:nvPr/>
          </p:nvSpPr>
          <p:spPr>
            <a:xfrm>
              <a:off x="7461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39" name="Google Shape;239;p26"/>
            <p:cNvSpPr/>
            <p:nvPr/>
          </p:nvSpPr>
          <p:spPr>
            <a:xfrm>
              <a:off x="8103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40" name="Google Shape;240;p26"/>
            <p:cNvSpPr/>
            <p:nvPr/>
          </p:nvSpPr>
          <p:spPr>
            <a:xfrm>
              <a:off x="7782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41" name="Google Shape;241;p26"/>
            <p:cNvSpPr/>
            <p:nvPr/>
          </p:nvSpPr>
          <p:spPr>
            <a:xfrm>
              <a:off x="8424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42" name="Google Shape;242;p26"/>
            <p:cNvSpPr/>
            <p:nvPr/>
          </p:nvSpPr>
          <p:spPr>
            <a:xfrm>
              <a:off x="8745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43" name="Google Shape;243;p26"/>
            <p:cNvSpPr/>
            <p:nvPr/>
          </p:nvSpPr>
          <p:spPr>
            <a:xfrm>
              <a:off x="399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44" name="Google Shape;244;p26"/>
            <p:cNvSpPr/>
            <p:nvPr/>
          </p:nvSpPr>
          <p:spPr>
            <a:xfrm>
              <a:off x="78000" y="64293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45" name="Google Shape;245;p26"/>
            <p:cNvSpPr/>
            <p:nvPr/>
          </p:nvSpPr>
          <p:spPr>
            <a:xfrm>
              <a:off x="1041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46" name="Google Shape;246;p26"/>
            <p:cNvSpPr/>
            <p:nvPr/>
          </p:nvSpPr>
          <p:spPr>
            <a:xfrm>
              <a:off x="2004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47" name="Google Shape;247;p26"/>
            <p:cNvSpPr/>
            <p:nvPr/>
          </p:nvSpPr>
          <p:spPr>
            <a:xfrm>
              <a:off x="1683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48" name="Google Shape;248;p26"/>
            <p:cNvSpPr/>
            <p:nvPr/>
          </p:nvSpPr>
          <p:spPr>
            <a:xfrm>
              <a:off x="1362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49" name="Google Shape;249;p26"/>
            <p:cNvSpPr/>
            <p:nvPr/>
          </p:nvSpPr>
          <p:spPr>
            <a:xfrm>
              <a:off x="2325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50" name="Google Shape;250;p26"/>
            <p:cNvSpPr/>
            <p:nvPr/>
          </p:nvSpPr>
          <p:spPr>
            <a:xfrm>
              <a:off x="3288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51" name="Google Shape;251;p26"/>
            <p:cNvSpPr/>
            <p:nvPr/>
          </p:nvSpPr>
          <p:spPr>
            <a:xfrm>
              <a:off x="2967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52" name="Google Shape;252;p26"/>
            <p:cNvSpPr/>
            <p:nvPr/>
          </p:nvSpPr>
          <p:spPr>
            <a:xfrm>
              <a:off x="2646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53" name="Google Shape;253;p26"/>
            <p:cNvSpPr/>
            <p:nvPr/>
          </p:nvSpPr>
          <p:spPr>
            <a:xfrm>
              <a:off x="3609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54" name="Google Shape;254;p26"/>
            <p:cNvSpPr/>
            <p:nvPr/>
          </p:nvSpPr>
          <p:spPr>
            <a:xfrm>
              <a:off x="4572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55" name="Google Shape;255;p26"/>
            <p:cNvSpPr/>
            <p:nvPr/>
          </p:nvSpPr>
          <p:spPr>
            <a:xfrm>
              <a:off x="4251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56" name="Google Shape;256;p26"/>
            <p:cNvSpPr/>
            <p:nvPr/>
          </p:nvSpPr>
          <p:spPr>
            <a:xfrm>
              <a:off x="3930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57" name="Google Shape;257;p26"/>
            <p:cNvSpPr/>
            <p:nvPr/>
          </p:nvSpPr>
          <p:spPr>
            <a:xfrm>
              <a:off x="4893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58" name="Google Shape;258;p26"/>
            <p:cNvSpPr/>
            <p:nvPr/>
          </p:nvSpPr>
          <p:spPr>
            <a:xfrm>
              <a:off x="5856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59" name="Google Shape;259;p26"/>
            <p:cNvSpPr/>
            <p:nvPr/>
          </p:nvSpPr>
          <p:spPr>
            <a:xfrm>
              <a:off x="5535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60" name="Google Shape;260;p26"/>
            <p:cNvSpPr/>
            <p:nvPr/>
          </p:nvSpPr>
          <p:spPr>
            <a:xfrm>
              <a:off x="5214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61" name="Google Shape;261;p26"/>
            <p:cNvSpPr/>
            <p:nvPr/>
          </p:nvSpPr>
          <p:spPr>
            <a:xfrm>
              <a:off x="6177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62" name="Google Shape;262;p26"/>
            <p:cNvSpPr/>
            <p:nvPr/>
          </p:nvSpPr>
          <p:spPr>
            <a:xfrm>
              <a:off x="7140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63" name="Google Shape;263;p26"/>
            <p:cNvSpPr/>
            <p:nvPr/>
          </p:nvSpPr>
          <p:spPr>
            <a:xfrm>
              <a:off x="6819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64" name="Google Shape;264;p26"/>
            <p:cNvSpPr/>
            <p:nvPr/>
          </p:nvSpPr>
          <p:spPr>
            <a:xfrm>
              <a:off x="6498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65" name="Google Shape;265;p26"/>
            <p:cNvSpPr/>
            <p:nvPr/>
          </p:nvSpPr>
          <p:spPr>
            <a:xfrm>
              <a:off x="7461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66" name="Google Shape;266;p26"/>
            <p:cNvSpPr/>
            <p:nvPr/>
          </p:nvSpPr>
          <p:spPr>
            <a:xfrm>
              <a:off x="8103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67" name="Google Shape;267;p26"/>
            <p:cNvSpPr/>
            <p:nvPr/>
          </p:nvSpPr>
          <p:spPr>
            <a:xfrm>
              <a:off x="7782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68" name="Google Shape;268;p26"/>
            <p:cNvSpPr/>
            <p:nvPr/>
          </p:nvSpPr>
          <p:spPr>
            <a:xfrm>
              <a:off x="8424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69" name="Google Shape;269;p26"/>
            <p:cNvSpPr/>
            <p:nvPr/>
          </p:nvSpPr>
          <p:spPr>
            <a:xfrm>
              <a:off x="8745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70" name="Google Shape;270;p26"/>
            <p:cNvSpPr/>
            <p:nvPr/>
          </p:nvSpPr>
          <p:spPr>
            <a:xfrm>
              <a:off x="399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71" name="Google Shape;271;p26"/>
            <p:cNvSpPr/>
            <p:nvPr/>
          </p:nvSpPr>
          <p:spPr>
            <a:xfrm>
              <a:off x="78000" y="9644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72" name="Google Shape;272;p26"/>
            <p:cNvSpPr/>
            <p:nvPr/>
          </p:nvSpPr>
          <p:spPr>
            <a:xfrm>
              <a:off x="1041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73" name="Google Shape;273;p26"/>
            <p:cNvSpPr/>
            <p:nvPr/>
          </p:nvSpPr>
          <p:spPr>
            <a:xfrm>
              <a:off x="2004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74" name="Google Shape;274;p26"/>
            <p:cNvSpPr/>
            <p:nvPr/>
          </p:nvSpPr>
          <p:spPr>
            <a:xfrm>
              <a:off x="1683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75" name="Google Shape;275;p26"/>
            <p:cNvSpPr/>
            <p:nvPr/>
          </p:nvSpPr>
          <p:spPr>
            <a:xfrm>
              <a:off x="1362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76" name="Google Shape;276;p26"/>
            <p:cNvSpPr/>
            <p:nvPr/>
          </p:nvSpPr>
          <p:spPr>
            <a:xfrm>
              <a:off x="2325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77" name="Google Shape;277;p26"/>
            <p:cNvSpPr/>
            <p:nvPr/>
          </p:nvSpPr>
          <p:spPr>
            <a:xfrm>
              <a:off x="3288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78" name="Google Shape;278;p26"/>
            <p:cNvSpPr/>
            <p:nvPr/>
          </p:nvSpPr>
          <p:spPr>
            <a:xfrm>
              <a:off x="2967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79" name="Google Shape;279;p26"/>
            <p:cNvSpPr/>
            <p:nvPr/>
          </p:nvSpPr>
          <p:spPr>
            <a:xfrm>
              <a:off x="2646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80" name="Google Shape;280;p26"/>
            <p:cNvSpPr/>
            <p:nvPr/>
          </p:nvSpPr>
          <p:spPr>
            <a:xfrm>
              <a:off x="3609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81" name="Google Shape;281;p26"/>
            <p:cNvSpPr/>
            <p:nvPr/>
          </p:nvSpPr>
          <p:spPr>
            <a:xfrm>
              <a:off x="4572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82" name="Google Shape;282;p26"/>
            <p:cNvSpPr/>
            <p:nvPr/>
          </p:nvSpPr>
          <p:spPr>
            <a:xfrm>
              <a:off x="4251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83" name="Google Shape;283;p26"/>
            <p:cNvSpPr/>
            <p:nvPr/>
          </p:nvSpPr>
          <p:spPr>
            <a:xfrm>
              <a:off x="3930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84" name="Google Shape;284;p26"/>
            <p:cNvSpPr/>
            <p:nvPr/>
          </p:nvSpPr>
          <p:spPr>
            <a:xfrm>
              <a:off x="4893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85" name="Google Shape;285;p26"/>
            <p:cNvSpPr/>
            <p:nvPr/>
          </p:nvSpPr>
          <p:spPr>
            <a:xfrm>
              <a:off x="5856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86" name="Google Shape;286;p26"/>
            <p:cNvSpPr/>
            <p:nvPr/>
          </p:nvSpPr>
          <p:spPr>
            <a:xfrm>
              <a:off x="5535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87" name="Google Shape;287;p26"/>
            <p:cNvSpPr/>
            <p:nvPr/>
          </p:nvSpPr>
          <p:spPr>
            <a:xfrm>
              <a:off x="5214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88" name="Google Shape;288;p26"/>
            <p:cNvSpPr/>
            <p:nvPr/>
          </p:nvSpPr>
          <p:spPr>
            <a:xfrm>
              <a:off x="6177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89" name="Google Shape;289;p26"/>
            <p:cNvSpPr/>
            <p:nvPr/>
          </p:nvSpPr>
          <p:spPr>
            <a:xfrm>
              <a:off x="7140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90" name="Google Shape;290;p26"/>
            <p:cNvSpPr/>
            <p:nvPr/>
          </p:nvSpPr>
          <p:spPr>
            <a:xfrm>
              <a:off x="6819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91" name="Google Shape;291;p26"/>
            <p:cNvSpPr/>
            <p:nvPr/>
          </p:nvSpPr>
          <p:spPr>
            <a:xfrm>
              <a:off x="6498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92" name="Google Shape;292;p26"/>
            <p:cNvSpPr/>
            <p:nvPr/>
          </p:nvSpPr>
          <p:spPr>
            <a:xfrm>
              <a:off x="7461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93" name="Google Shape;293;p26"/>
            <p:cNvSpPr/>
            <p:nvPr/>
          </p:nvSpPr>
          <p:spPr>
            <a:xfrm>
              <a:off x="8103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94" name="Google Shape;294;p26"/>
            <p:cNvSpPr/>
            <p:nvPr/>
          </p:nvSpPr>
          <p:spPr>
            <a:xfrm>
              <a:off x="7782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95" name="Google Shape;295;p26"/>
            <p:cNvSpPr/>
            <p:nvPr/>
          </p:nvSpPr>
          <p:spPr>
            <a:xfrm>
              <a:off x="8424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96" name="Google Shape;296;p26"/>
            <p:cNvSpPr/>
            <p:nvPr/>
          </p:nvSpPr>
          <p:spPr>
            <a:xfrm>
              <a:off x="8745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97" name="Google Shape;297;p26"/>
            <p:cNvSpPr/>
            <p:nvPr/>
          </p:nvSpPr>
          <p:spPr>
            <a:xfrm>
              <a:off x="399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98" name="Google Shape;298;p26"/>
            <p:cNvSpPr/>
            <p:nvPr/>
          </p:nvSpPr>
          <p:spPr>
            <a:xfrm>
              <a:off x="78000" y="12858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299" name="Google Shape;299;p26"/>
            <p:cNvSpPr/>
            <p:nvPr/>
          </p:nvSpPr>
          <p:spPr>
            <a:xfrm>
              <a:off x="1041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00" name="Google Shape;300;p26"/>
            <p:cNvSpPr/>
            <p:nvPr/>
          </p:nvSpPr>
          <p:spPr>
            <a:xfrm>
              <a:off x="2004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01" name="Google Shape;301;p26"/>
            <p:cNvSpPr/>
            <p:nvPr/>
          </p:nvSpPr>
          <p:spPr>
            <a:xfrm>
              <a:off x="1683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02" name="Google Shape;302;p26"/>
            <p:cNvSpPr/>
            <p:nvPr/>
          </p:nvSpPr>
          <p:spPr>
            <a:xfrm>
              <a:off x="1362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03" name="Google Shape;303;p26"/>
            <p:cNvSpPr/>
            <p:nvPr/>
          </p:nvSpPr>
          <p:spPr>
            <a:xfrm>
              <a:off x="2325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04" name="Google Shape;304;p26"/>
            <p:cNvSpPr/>
            <p:nvPr/>
          </p:nvSpPr>
          <p:spPr>
            <a:xfrm>
              <a:off x="3288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05" name="Google Shape;305;p26"/>
            <p:cNvSpPr/>
            <p:nvPr/>
          </p:nvSpPr>
          <p:spPr>
            <a:xfrm>
              <a:off x="2967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06" name="Google Shape;306;p26"/>
            <p:cNvSpPr/>
            <p:nvPr/>
          </p:nvSpPr>
          <p:spPr>
            <a:xfrm>
              <a:off x="2646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07" name="Google Shape;307;p26"/>
            <p:cNvSpPr/>
            <p:nvPr/>
          </p:nvSpPr>
          <p:spPr>
            <a:xfrm>
              <a:off x="3609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08" name="Google Shape;308;p26"/>
            <p:cNvSpPr/>
            <p:nvPr/>
          </p:nvSpPr>
          <p:spPr>
            <a:xfrm>
              <a:off x="4572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09" name="Google Shape;309;p26"/>
            <p:cNvSpPr/>
            <p:nvPr/>
          </p:nvSpPr>
          <p:spPr>
            <a:xfrm>
              <a:off x="4251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10" name="Google Shape;310;p26"/>
            <p:cNvSpPr/>
            <p:nvPr/>
          </p:nvSpPr>
          <p:spPr>
            <a:xfrm>
              <a:off x="3930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11" name="Google Shape;311;p26"/>
            <p:cNvSpPr/>
            <p:nvPr/>
          </p:nvSpPr>
          <p:spPr>
            <a:xfrm>
              <a:off x="4893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12" name="Google Shape;312;p26"/>
            <p:cNvSpPr/>
            <p:nvPr/>
          </p:nvSpPr>
          <p:spPr>
            <a:xfrm>
              <a:off x="5856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13" name="Google Shape;313;p26"/>
            <p:cNvSpPr/>
            <p:nvPr/>
          </p:nvSpPr>
          <p:spPr>
            <a:xfrm>
              <a:off x="5535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14" name="Google Shape;314;p26"/>
            <p:cNvSpPr/>
            <p:nvPr/>
          </p:nvSpPr>
          <p:spPr>
            <a:xfrm>
              <a:off x="5214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15" name="Google Shape;315;p26"/>
            <p:cNvSpPr/>
            <p:nvPr/>
          </p:nvSpPr>
          <p:spPr>
            <a:xfrm>
              <a:off x="6177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16" name="Google Shape;316;p26"/>
            <p:cNvSpPr/>
            <p:nvPr/>
          </p:nvSpPr>
          <p:spPr>
            <a:xfrm>
              <a:off x="7140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17" name="Google Shape;317;p26"/>
            <p:cNvSpPr/>
            <p:nvPr/>
          </p:nvSpPr>
          <p:spPr>
            <a:xfrm>
              <a:off x="6819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18" name="Google Shape;318;p26"/>
            <p:cNvSpPr/>
            <p:nvPr/>
          </p:nvSpPr>
          <p:spPr>
            <a:xfrm>
              <a:off x="6498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19" name="Google Shape;319;p26"/>
            <p:cNvSpPr/>
            <p:nvPr/>
          </p:nvSpPr>
          <p:spPr>
            <a:xfrm>
              <a:off x="7461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20" name="Google Shape;320;p26"/>
            <p:cNvSpPr/>
            <p:nvPr/>
          </p:nvSpPr>
          <p:spPr>
            <a:xfrm>
              <a:off x="8103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21" name="Google Shape;321;p26"/>
            <p:cNvSpPr/>
            <p:nvPr/>
          </p:nvSpPr>
          <p:spPr>
            <a:xfrm>
              <a:off x="7782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22" name="Google Shape;322;p26"/>
            <p:cNvSpPr/>
            <p:nvPr/>
          </p:nvSpPr>
          <p:spPr>
            <a:xfrm>
              <a:off x="8424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23" name="Google Shape;323;p26"/>
            <p:cNvSpPr/>
            <p:nvPr/>
          </p:nvSpPr>
          <p:spPr>
            <a:xfrm>
              <a:off x="8745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24" name="Google Shape;324;p26"/>
            <p:cNvSpPr/>
            <p:nvPr/>
          </p:nvSpPr>
          <p:spPr>
            <a:xfrm>
              <a:off x="399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25" name="Google Shape;325;p26"/>
            <p:cNvSpPr/>
            <p:nvPr/>
          </p:nvSpPr>
          <p:spPr>
            <a:xfrm>
              <a:off x="78000" y="160736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26" name="Google Shape;326;p26"/>
            <p:cNvSpPr/>
            <p:nvPr/>
          </p:nvSpPr>
          <p:spPr>
            <a:xfrm>
              <a:off x="1041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27" name="Google Shape;327;p26"/>
            <p:cNvSpPr/>
            <p:nvPr/>
          </p:nvSpPr>
          <p:spPr>
            <a:xfrm>
              <a:off x="2004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28" name="Google Shape;328;p26"/>
            <p:cNvSpPr/>
            <p:nvPr/>
          </p:nvSpPr>
          <p:spPr>
            <a:xfrm>
              <a:off x="1683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29" name="Google Shape;329;p26"/>
            <p:cNvSpPr/>
            <p:nvPr/>
          </p:nvSpPr>
          <p:spPr>
            <a:xfrm>
              <a:off x="1362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30" name="Google Shape;330;p26"/>
            <p:cNvSpPr/>
            <p:nvPr/>
          </p:nvSpPr>
          <p:spPr>
            <a:xfrm>
              <a:off x="2325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31" name="Google Shape;331;p26"/>
            <p:cNvSpPr/>
            <p:nvPr/>
          </p:nvSpPr>
          <p:spPr>
            <a:xfrm>
              <a:off x="3288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32" name="Google Shape;332;p26"/>
            <p:cNvSpPr/>
            <p:nvPr/>
          </p:nvSpPr>
          <p:spPr>
            <a:xfrm>
              <a:off x="2967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33" name="Google Shape;333;p26"/>
            <p:cNvSpPr/>
            <p:nvPr/>
          </p:nvSpPr>
          <p:spPr>
            <a:xfrm>
              <a:off x="2646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34" name="Google Shape;334;p26"/>
            <p:cNvSpPr/>
            <p:nvPr/>
          </p:nvSpPr>
          <p:spPr>
            <a:xfrm>
              <a:off x="3609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35" name="Google Shape;335;p26"/>
            <p:cNvSpPr/>
            <p:nvPr/>
          </p:nvSpPr>
          <p:spPr>
            <a:xfrm>
              <a:off x="4572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36" name="Google Shape;336;p26"/>
            <p:cNvSpPr/>
            <p:nvPr/>
          </p:nvSpPr>
          <p:spPr>
            <a:xfrm>
              <a:off x="4251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37" name="Google Shape;337;p26"/>
            <p:cNvSpPr/>
            <p:nvPr/>
          </p:nvSpPr>
          <p:spPr>
            <a:xfrm>
              <a:off x="3930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38" name="Google Shape;338;p26"/>
            <p:cNvSpPr/>
            <p:nvPr/>
          </p:nvSpPr>
          <p:spPr>
            <a:xfrm>
              <a:off x="4893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39" name="Google Shape;339;p26"/>
            <p:cNvSpPr/>
            <p:nvPr/>
          </p:nvSpPr>
          <p:spPr>
            <a:xfrm>
              <a:off x="5856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40" name="Google Shape;340;p26"/>
            <p:cNvSpPr/>
            <p:nvPr/>
          </p:nvSpPr>
          <p:spPr>
            <a:xfrm>
              <a:off x="5535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41" name="Google Shape;341;p26"/>
            <p:cNvSpPr/>
            <p:nvPr/>
          </p:nvSpPr>
          <p:spPr>
            <a:xfrm>
              <a:off x="5214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42" name="Google Shape;342;p26"/>
            <p:cNvSpPr/>
            <p:nvPr/>
          </p:nvSpPr>
          <p:spPr>
            <a:xfrm>
              <a:off x="6177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43" name="Google Shape;343;p26"/>
            <p:cNvSpPr/>
            <p:nvPr/>
          </p:nvSpPr>
          <p:spPr>
            <a:xfrm>
              <a:off x="7140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44" name="Google Shape;344;p26"/>
            <p:cNvSpPr/>
            <p:nvPr/>
          </p:nvSpPr>
          <p:spPr>
            <a:xfrm>
              <a:off x="6819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45" name="Google Shape;345;p26"/>
            <p:cNvSpPr/>
            <p:nvPr/>
          </p:nvSpPr>
          <p:spPr>
            <a:xfrm>
              <a:off x="6498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46" name="Google Shape;346;p26"/>
            <p:cNvSpPr/>
            <p:nvPr/>
          </p:nvSpPr>
          <p:spPr>
            <a:xfrm>
              <a:off x="7461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47" name="Google Shape;347;p26"/>
            <p:cNvSpPr/>
            <p:nvPr/>
          </p:nvSpPr>
          <p:spPr>
            <a:xfrm>
              <a:off x="8103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48" name="Google Shape;348;p26"/>
            <p:cNvSpPr/>
            <p:nvPr/>
          </p:nvSpPr>
          <p:spPr>
            <a:xfrm>
              <a:off x="7782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49" name="Google Shape;349;p26"/>
            <p:cNvSpPr/>
            <p:nvPr/>
          </p:nvSpPr>
          <p:spPr>
            <a:xfrm>
              <a:off x="8424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50" name="Google Shape;350;p26"/>
            <p:cNvSpPr/>
            <p:nvPr/>
          </p:nvSpPr>
          <p:spPr>
            <a:xfrm>
              <a:off x="8745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51" name="Google Shape;351;p26"/>
            <p:cNvSpPr/>
            <p:nvPr/>
          </p:nvSpPr>
          <p:spPr>
            <a:xfrm>
              <a:off x="399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52" name="Google Shape;352;p26"/>
            <p:cNvSpPr/>
            <p:nvPr/>
          </p:nvSpPr>
          <p:spPr>
            <a:xfrm>
              <a:off x="78000" y="1928824"/>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53" name="Google Shape;353;p26"/>
            <p:cNvSpPr/>
            <p:nvPr/>
          </p:nvSpPr>
          <p:spPr>
            <a:xfrm>
              <a:off x="1041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54" name="Google Shape;354;p26"/>
            <p:cNvSpPr/>
            <p:nvPr/>
          </p:nvSpPr>
          <p:spPr>
            <a:xfrm>
              <a:off x="2004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55" name="Google Shape;355;p26"/>
            <p:cNvSpPr/>
            <p:nvPr/>
          </p:nvSpPr>
          <p:spPr>
            <a:xfrm>
              <a:off x="1683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56" name="Google Shape;356;p26"/>
            <p:cNvSpPr/>
            <p:nvPr/>
          </p:nvSpPr>
          <p:spPr>
            <a:xfrm>
              <a:off x="1362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57" name="Google Shape;357;p26"/>
            <p:cNvSpPr/>
            <p:nvPr/>
          </p:nvSpPr>
          <p:spPr>
            <a:xfrm>
              <a:off x="2325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58" name="Google Shape;358;p26"/>
            <p:cNvSpPr/>
            <p:nvPr/>
          </p:nvSpPr>
          <p:spPr>
            <a:xfrm>
              <a:off x="3288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59" name="Google Shape;359;p26"/>
            <p:cNvSpPr/>
            <p:nvPr/>
          </p:nvSpPr>
          <p:spPr>
            <a:xfrm>
              <a:off x="2967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60" name="Google Shape;360;p26"/>
            <p:cNvSpPr/>
            <p:nvPr/>
          </p:nvSpPr>
          <p:spPr>
            <a:xfrm>
              <a:off x="2646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61" name="Google Shape;361;p26"/>
            <p:cNvSpPr/>
            <p:nvPr/>
          </p:nvSpPr>
          <p:spPr>
            <a:xfrm>
              <a:off x="3609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62" name="Google Shape;362;p26"/>
            <p:cNvSpPr/>
            <p:nvPr/>
          </p:nvSpPr>
          <p:spPr>
            <a:xfrm>
              <a:off x="4572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63" name="Google Shape;363;p26"/>
            <p:cNvSpPr/>
            <p:nvPr/>
          </p:nvSpPr>
          <p:spPr>
            <a:xfrm>
              <a:off x="4251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64" name="Google Shape;364;p26"/>
            <p:cNvSpPr/>
            <p:nvPr/>
          </p:nvSpPr>
          <p:spPr>
            <a:xfrm>
              <a:off x="3930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65" name="Google Shape;365;p26"/>
            <p:cNvSpPr/>
            <p:nvPr/>
          </p:nvSpPr>
          <p:spPr>
            <a:xfrm>
              <a:off x="4893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66" name="Google Shape;366;p26"/>
            <p:cNvSpPr/>
            <p:nvPr/>
          </p:nvSpPr>
          <p:spPr>
            <a:xfrm>
              <a:off x="5856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67" name="Google Shape;367;p26"/>
            <p:cNvSpPr/>
            <p:nvPr/>
          </p:nvSpPr>
          <p:spPr>
            <a:xfrm>
              <a:off x="5535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68" name="Google Shape;368;p26"/>
            <p:cNvSpPr/>
            <p:nvPr/>
          </p:nvSpPr>
          <p:spPr>
            <a:xfrm>
              <a:off x="5214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69" name="Google Shape;369;p26"/>
            <p:cNvSpPr/>
            <p:nvPr/>
          </p:nvSpPr>
          <p:spPr>
            <a:xfrm>
              <a:off x="6177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70" name="Google Shape;370;p26"/>
            <p:cNvSpPr/>
            <p:nvPr/>
          </p:nvSpPr>
          <p:spPr>
            <a:xfrm>
              <a:off x="7140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71" name="Google Shape;371;p26"/>
            <p:cNvSpPr/>
            <p:nvPr/>
          </p:nvSpPr>
          <p:spPr>
            <a:xfrm>
              <a:off x="6819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72" name="Google Shape;372;p26"/>
            <p:cNvSpPr/>
            <p:nvPr/>
          </p:nvSpPr>
          <p:spPr>
            <a:xfrm>
              <a:off x="6498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73" name="Google Shape;373;p26"/>
            <p:cNvSpPr/>
            <p:nvPr/>
          </p:nvSpPr>
          <p:spPr>
            <a:xfrm>
              <a:off x="7461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74" name="Google Shape;374;p26"/>
            <p:cNvSpPr/>
            <p:nvPr/>
          </p:nvSpPr>
          <p:spPr>
            <a:xfrm>
              <a:off x="8103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75" name="Google Shape;375;p26"/>
            <p:cNvSpPr/>
            <p:nvPr/>
          </p:nvSpPr>
          <p:spPr>
            <a:xfrm>
              <a:off x="7782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76" name="Google Shape;376;p26"/>
            <p:cNvSpPr/>
            <p:nvPr/>
          </p:nvSpPr>
          <p:spPr>
            <a:xfrm>
              <a:off x="8424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77" name="Google Shape;377;p26"/>
            <p:cNvSpPr/>
            <p:nvPr/>
          </p:nvSpPr>
          <p:spPr>
            <a:xfrm>
              <a:off x="8745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78" name="Google Shape;378;p26"/>
            <p:cNvSpPr/>
            <p:nvPr/>
          </p:nvSpPr>
          <p:spPr>
            <a:xfrm>
              <a:off x="399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79" name="Google Shape;379;p26"/>
            <p:cNvSpPr/>
            <p:nvPr/>
          </p:nvSpPr>
          <p:spPr>
            <a:xfrm>
              <a:off x="78000" y="2250287"/>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80" name="Google Shape;380;p26"/>
            <p:cNvSpPr/>
            <p:nvPr/>
          </p:nvSpPr>
          <p:spPr>
            <a:xfrm>
              <a:off x="1041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81" name="Google Shape;381;p26"/>
            <p:cNvSpPr/>
            <p:nvPr/>
          </p:nvSpPr>
          <p:spPr>
            <a:xfrm>
              <a:off x="2004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82" name="Google Shape;382;p26"/>
            <p:cNvSpPr/>
            <p:nvPr/>
          </p:nvSpPr>
          <p:spPr>
            <a:xfrm>
              <a:off x="1683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83" name="Google Shape;383;p26"/>
            <p:cNvSpPr/>
            <p:nvPr/>
          </p:nvSpPr>
          <p:spPr>
            <a:xfrm>
              <a:off x="1362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84" name="Google Shape;384;p26"/>
            <p:cNvSpPr/>
            <p:nvPr/>
          </p:nvSpPr>
          <p:spPr>
            <a:xfrm>
              <a:off x="2325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85" name="Google Shape;385;p26"/>
            <p:cNvSpPr/>
            <p:nvPr/>
          </p:nvSpPr>
          <p:spPr>
            <a:xfrm>
              <a:off x="3288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86" name="Google Shape;386;p26"/>
            <p:cNvSpPr/>
            <p:nvPr/>
          </p:nvSpPr>
          <p:spPr>
            <a:xfrm>
              <a:off x="2967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87" name="Google Shape;387;p26"/>
            <p:cNvSpPr/>
            <p:nvPr/>
          </p:nvSpPr>
          <p:spPr>
            <a:xfrm>
              <a:off x="2646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88" name="Google Shape;388;p26"/>
            <p:cNvSpPr/>
            <p:nvPr/>
          </p:nvSpPr>
          <p:spPr>
            <a:xfrm>
              <a:off x="3609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89" name="Google Shape;389;p26"/>
            <p:cNvSpPr/>
            <p:nvPr/>
          </p:nvSpPr>
          <p:spPr>
            <a:xfrm>
              <a:off x="4572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90" name="Google Shape;390;p26"/>
            <p:cNvSpPr/>
            <p:nvPr/>
          </p:nvSpPr>
          <p:spPr>
            <a:xfrm>
              <a:off x="4251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91" name="Google Shape;391;p26"/>
            <p:cNvSpPr/>
            <p:nvPr/>
          </p:nvSpPr>
          <p:spPr>
            <a:xfrm>
              <a:off x="3930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92" name="Google Shape;392;p26"/>
            <p:cNvSpPr/>
            <p:nvPr/>
          </p:nvSpPr>
          <p:spPr>
            <a:xfrm>
              <a:off x="4893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93" name="Google Shape;393;p26"/>
            <p:cNvSpPr/>
            <p:nvPr/>
          </p:nvSpPr>
          <p:spPr>
            <a:xfrm>
              <a:off x="5856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94" name="Google Shape;394;p26"/>
            <p:cNvSpPr/>
            <p:nvPr/>
          </p:nvSpPr>
          <p:spPr>
            <a:xfrm>
              <a:off x="5535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95" name="Google Shape;395;p26"/>
            <p:cNvSpPr/>
            <p:nvPr/>
          </p:nvSpPr>
          <p:spPr>
            <a:xfrm>
              <a:off x="5214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96" name="Google Shape;396;p26"/>
            <p:cNvSpPr/>
            <p:nvPr/>
          </p:nvSpPr>
          <p:spPr>
            <a:xfrm>
              <a:off x="6177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97" name="Google Shape;397;p26"/>
            <p:cNvSpPr/>
            <p:nvPr/>
          </p:nvSpPr>
          <p:spPr>
            <a:xfrm>
              <a:off x="7140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98" name="Google Shape;398;p26"/>
            <p:cNvSpPr/>
            <p:nvPr/>
          </p:nvSpPr>
          <p:spPr>
            <a:xfrm>
              <a:off x="6819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399" name="Google Shape;399;p26"/>
            <p:cNvSpPr/>
            <p:nvPr/>
          </p:nvSpPr>
          <p:spPr>
            <a:xfrm>
              <a:off x="6498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00" name="Google Shape;400;p26"/>
            <p:cNvSpPr/>
            <p:nvPr/>
          </p:nvSpPr>
          <p:spPr>
            <a:xfrm>
              <a:off x="7461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01" name="Google Shape;401;p26"/>
            <p:cNvSpPr/>
            <p:nvPr/>
          </p:nvSpPr>
          <p:spPr>
            <a:xfrm>
              <a:off x="8103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02" name="Google Shape;402;p26"/>
            <p:cNvSpPr/>
            <p:nvPr/>
          </p:nvSpPr>
          <p:spPr>
            <a:xfrm>
              <a:off x="7782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03" name="Google Shape;403;p26"/>
            <p:cNvSpPr/>
            <p:nvPr/>
          </p:nvSpPr>
          <p:spPr>
            <a:xfrm>
              <a:off x="8424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04" name="Google Shape;404;p26"/>
            <p:cNvSpPr/>
            <p:nvPr/>
          </p:nvSpPr>
          <p:spPr>
            <a:xfrm>
              <a:off x="8745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05" name="Google Shape;405;p26"/>
            <p:cNvSpPr/>
            <p:nvPr/>
          </p:nvSpPr>
          <p:spPr>
            <a:xfrm>
              <a:off x="399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06" name="Google Shape;406;p26"/>
            <p:cNvSpPr/>
            <p:nvPr/>
          </p:nvSpPr>
          <p:spPr>
            <a:xfrm>
              <a:off x="78000" y="25717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07" name="Google Shape;407;p26"/>
            <p:cNvSpPr/>
            <p:nvPr/>
          </p:nvSpPr>
          <p:spPr>
            <a:xfrm>
              <a:off x="1041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08" name="Google Shape;408;p26"/>
            <p:cNvSpPr/>
            <p:nvPr/>
          </p:nvSpPr>
          <p:spPr>
            <a:xfrm>
              <a:off x="2004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09" name="Google Shape;409;p26"/>
            <p:cNvSpPr/>
            <p:nvPr/>
          </p:nvSpPr>
          <p:spPr>
            <a:xfrm>
              <a:off x="1683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10" name="Google Shape;410;p26"/>
            <p:cNvSpPr/>
            <p:nvPr/>
          </p:nvSpPr>
          <p:spPr>
            <a:xfrm>
              <a:off x="1362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11" name="Google Shape;411;p26"/>
            <p:cNvSpPr/>
            <p:nvPr/>
          </p:nvSpPr>
          <p:spPr>
            <a:xfrm>
              <a:off x="2325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12" name="Google Shape;412;p26"/>
            <p:cNvSpPr/>
            <p:nvPr/>
          </p:nvSpPr>
          <p:spPr>
            <a:xfrm>
              <a:off x="3288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13" name="Google Shape;413;p26"/>
            <p:cNvSpPr/>
            <p:nvPr/>
          </p:nvSpPr>
          <p:spPr>
            <a:xfrm>
              <a:off x="2967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14" name="Google Shape;414;p26"/>
            <p:cNvSpPr/>
            <p:nvPr/>
          </p:nvSpPr>
          <p:spPr>
            <a:xfrm>
              <a:off x="2646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15" name="Google Shape;415;p26"/>
            <p:cNvSpPr/>
            <p:nvPr/>
          </p:nvSpPr>
          <p:spPr>
            <a:xfrm>
              <a:off x="3609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16" name="Google Shape;416;p26"/>
            <p:cNvSpPr/>
            <p:nvPr/>
          </p:nvSpPr>
          <p:spPr>
            <a:xfrm>
              <a:off x="4572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17" name="Google Shape;417;p26"/>
            <p:cNvSpPr/>
            <p:nvPr/>
          </p:nvSpPr>
          <p:spPr>
            <a:xfrm>
              <a:off x="4251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18" name="Google Shape;418;p26"/>
            <p:cNvSpPr/>
            <p:nvPr/>
          </p:nvSpPr>
          <p:spPr>
            <a:xfrm>
              <a:off x="3930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19" name="Google Shape;419;p26"/>
            <p:cNvSpPr/>
            <p:nvPr/>
          </p:nvSpPr>
          <p:spPr>
            <a:xfrm>
              <a:off x="4893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20" name="Google Shape;420;p26"/>
            <p:cNvSpPr/>
            <p:nvPr/>
          </p:nvSpPr>
          <p:spPr>
            <a:xfrm>
              <a:off x="5856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21" name="Google Shape;421;p26"/>
            <p:cNvSpPr/>
            <p:nvPr/>
          </p:nvSpPr>
          <p:spPr>
            <a:xfrm>
              <a:off x="5535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22" name="Google Shape;422;p26"/>
            <p:cNvSpPr/>
            <p:nvPr/>
          </p:nvSpPr>
          <p:spPr>
            <a:xfrm>
              <a:off x="5214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23" name="Google Shape;423;p26"/>
            <p:cNvSpPr/>
            <p:nvPr/>
          </p:nvSpPr>
          <p:spPr>
            <a:xfrm>
              <a:off x="6177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24" name="Google Shape;424;p26"/>
            <p:cNvSpPr/>
            <p:nvPr/>
          </p:nvSpPr>
          <p:spPr>
            <a:xfrm>
              <a:off x="7140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25" name="Google Shape;425;p26"/>
            <p:cNvSpPr/>
            <p:nvPr/>
          </p:nvSpPr>
          <p:spPr>
            <a:xfrm>
              <a:off x="6819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26" name="Google Shape;426;p26"/>
            <p:cNvSpPr/>
            <p:nvPr/>
          </p:nvSpPr>
          <p:spPr>
            <a:xfrm>
              <a:off x="6498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27" name="Google Shape;427;p26"/>
            <p:cNvSpPr/>
            <p:nvPr/>
          </p:nvSpPr>
          <p:spPr>
            <a:xfrm>
              <a:off x="7461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28" name="Google Shape;428;p26"/>
            <p:cNvSpPr/>
            <p:nvPr/>
          </p:nvSpPr>
          <p:spPr>
            <a:xfrm>
              <a:off x="8103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29" name="Google Shape;429;p26"/>
            <p:cNvSpPr/>
            <p:nvPr/>
          </p:nvSpPr>
          <p:spPr>
            <a:xfrm>
              <a:off x="7782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30" name="Google Shape;430;p26"/>
            <p:cNvSpPr/>
            <p:nvPr/>
          </p:nvSpPr>
          <p:spPr>
            <a:xfrm>
              <a:off x="8424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31" name="Google Shape;431;p26"/>
            <p:cNvSpPr/>
            <p:nvPr/>
          </p:nvSpPr>
          <p:spPr>
            <a:xfrm>
              <a:off x="8745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32" name="Google Shape;432;p26"/>
            <p:cNvSpPr/>
            <p:nvPr/>
          </p:nvSpPr>
          <p:spPr>
            <a:xfrm>
              <a:off x="399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33" name="Google Shape;433;p26"/>
            <p:cNvSpPr/>
            <p:nvPr/>
          </p:nvSpPr>
          <p:spPr>
            <a:xfrm>
              <a:off x="78000" y="28932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34" name="Google Shape;434;p26"/>
            <p:cNvSpPr/>
            <p:nvPr/>
          </p:nvSpPr>
          <p:spPr>
            <a:xfrm>
              <a:off x="1041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35" name="Google Shape;435;p26"/>
            <p:cNvSpPr/>
            <p:nvPr/>
          </p:nvSpPr>
          <p:spPr>
            <a:xfrm>
              <a:off x="2004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36" name="Google Shape;436;p26"/>
            <p:cNvSpPr/>
            <p:nvPr/>
          </p:nvSpPr>
          <p:spPr>
            <a:xfrm>
              <a:off x="1683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37" name="Google Shape;437;p26"/>
            <p:cNvSpPr/>
            <p:nvPr/>
          </p:nvSpPr>
          <p:spPr>
            <a:xfrm>
              <a:off x="1362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38" name="Google Shape;438;p26"/>
            <p:cNvSpPr/>
            <p:nvPr/>
          </p:nvSpPr>
          <p:spPr>
            <a:xfrm>
              <a:off x="2325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39" name="Google Shape;439;p26"/>
            <p:cNvSpPr/>
            <p:nvPr/>
          </p:nvSpPr>
          <p:spPr>
            <a:xfrm>
              <a:off x="3288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40" name="Google Shape;440;p26"/>
            <p:cNvSpPr/>
            <p:nvPr/>
          </p:nvSpPr>
          <p:spPr>
            <a:xfrm>
              <a:off x="2967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41" name="Google Shape;441;p26"/>
            <p:cNvSpPr/>
            <p:nvPr/>
          </p:nvSpPr>
          <p:spPr>
            <a:xfrm>
              <a:off x="2646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42" name="Google Shape;442;p26"/>
            <p:cNvSpPr/>
            <p:nvPr/>
          </p:nvSpPr>
          <p:spPr>
            <a:xfrm>
              <a:off x="3609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43" name="Google Shape;443;p26"/>
            <p:cNvSpPr/>
            <p:nvPr/>
          </p:nvSpPr>
          <p:spPr>
            <a:xfrm>
              <a:off x="4572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44" name="Google Shape;444;p26"/>
            <p:cNvSpPr/>
            <p:nvPr/>
          </p:nvSpPr>
          <p:spPr>
            <a:xfrm>
              <a:off x="4251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45" name="Google Shape;445;p26"/>
            <p:cNvSpPr/>
            <p:nvPr/>
          </p:nvSpPr>
          <p:spPr>
            <a:xfrm>
              <a:off x="3930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46" name="Google Shape;446;p26"/>
            <p:cNvSpPr/>
            <p:nvPr/>
          </p:nvSpPr>
          <p:spPr>
            <a:xfrm>
              <a:off x="4893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47" name="Google Shape;447;p26"/>
            <p:cNvSpPr/>
            <p:nvPr/>
          </p:nvSpPr>
          <p:spPr>
            <a:xfrm>
              <a:off x="5856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48" name="Google Shape;448;p26"/>
            <p:cNvSpPr/>
            <p:nvPr/>
          </p:nvSpPr>
          <p:spPr>
            <a:xfrm>
              <a:off x="5535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49" name="Google Shape;449;p26"/>
            <p:cNvSpPr/>
            <p:nvPr/>
          </p:nvSpPr>
          <p:spPr>
            <a:xfrm>
              <a:off x="5214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50" name="Google Shape;450;p26"/>
            <p:cNvSpPr/>
            <p:nvPr/>
          </p:nvSpPr>
          <p:spPr>
            <a:xfrm>
              <a:off x="6177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51" name="Google Shape;451;p26"/>
            <p:cNvSpPr/>
            <p:nvPr/>
          </p:nvSpPr>
          <p:spPr>
            <a:xfrm>
              <a:off x="7140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52" name="Google Shape;452;p26"/>
            <p:cNvSpPr/>
            <p:nvPr/>
          </p:nvSpPr>
          <p:spPr>
            <a:xfrm>
              <a:off x="6819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53" name="Google Shape;453;p26"/>
            <p:cNvSpPr/>
            <p:nvPr/>
          </p:nvSpPr>
          <p:spPr>
            <a:xfrm>
              <a:off x="6498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54" name="Google Shape;454;p26"/>
            <p:cNvSpPr/>
            <p:nvPr/>
          </p:nvSpPr>
          <p:spPr>
            <a:xfrm>
              <a:off x="7461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55" name="Google Shape;455;p26"/>
            <p:cNvSpPr/>
            <p:nvPr/>
          </p:nvSpPr>
          <p:spPr>
            <a:xfrm>
              <a:off x="8103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56" name="Google Shape;456;p26"/>
            <p:cNvSpPr/>
            <p:nvPr/>
          </p:nvSpPr>
          <p:spPr>
            <a:xfrm>
              <a:off x="7782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57" name="Google Shape;457;p26"/>
            <p:cNvSpPr/>
            <p:nvPr/>
          </p:nvSpPr>
          <p:spPr>
            <a:xfrm>
              <a:off x="8424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58" name="Google Shape;458;p26"/>
            <p:cNvSpPr/>
            <p:nvPr/>
          </p:nvSpPr>
          <p:spPr>
            <a:xfrm>
              <a:off x="8745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59" name="Google Shape;459;p26"/>
            <p:cNvSpPr/>
            <p:nvPr/>
          </p:nvSpPr>
          <p:spPr>
            <a:xfrm>
              <a:off x="399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60" name="Google Shape;460;p26"/>
            <p:cNvSpPr/>
            <p:nvPr/>
          </p:nvSpPr>
          <p:spPr>
            <a:xfrm>
              <a:off x="78000" y="32146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61" name="Google Shape;461;p26"/>
            <p:cNvSpPr/>
            <p:nvPr/>
          </p:nvSpPr>
          <p:spPr>
            <a:xfrm>
              <a:off x="1041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62" name="Google Shape;462;p26"/>
            <p:cNvSpPr/>
            <p:nvPr/>
          </p:nvSpPr>
          <p:spPr>
            <a:xfrm>
              <a:off x="2004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63" name="Google Shape;463;p26"/>
            <p:cNvSpPr/>
            <p:nvPr/>
          </p:nvSpPr>
          <p:spPr>
            <a:xfrm>
              <a:off x="1683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64" name="Google Shape;464;p26"/>
            <p:cNvSpPr/>
            <p:nvPr/>
          </p:nvSpPr>
          <p:spPr>
            <a:xfrm>
              <a:off x="1362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65" name="Google Shape;465;p26"/>
            <p:cNvSpPr/>
            <p:nvPr/>
          </p:nvSpPr>
          <p:spPr>
            <a:xfrm>
              <a:off x="2325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66" name="Google Shape;466;p26"/>
            <p:cNvSpPr/>
            <p:nvPr/>
          </p:nvSpPr>
          <p:spPr>
            <a:xfrm>
              <a:off x="3288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67" name="Google Shape;467;p26"/>
            <p:cNvSpPr/>
            <p:nvPr/>
          </p:nvSpPr>
          <p:spPr>
            <a:xfrm>
              <a:off x="2967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68" name="Google Shape;468;p26"/>
            <p:cNvSpPr/>
            <p:nvPr/>
          </p:nvSpPr>
          <p:spPr>
            <a:xfrm>
              <a:off x="2646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69" name="Google Shape;469;p26"/>
            <p:cNvSpPr/>
            <p:nvPr/>
          </p:nvSpPr>
          <p:spPr>
            <a:xfrm>
              <a:off x="3609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70" name="Google Shape;470;p26"/>
            <p:cNvSpPr/>
            <p:nvPr/>
          </p:nvSpPr>
          <p:spPr>
            <a:xfrm>
              <a:off x="4572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71" name="Google Shape;471;p26"/>
            <p:cNvSpPr/>
            <p:nvPr/>
          </p:nvSpPr>
          <p:spPr>
            <a:xfrm>
              <a:off x="4251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72" name="Google Shape;472;p26"/>
            <p:cNvSpPr/>
            <p:nvPr/>
          </p:nvSpPr>
          <p:spPr>
            <a:xfrm>
              <a:off x="3930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73" name="Google Shape;473;p26"/>
            <p:cNvSpPr/>
            <p:nvPr/>
          </p:nvSpPr>
          <p:spPr>
            <a:xfrm>
              <a:off x="4893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74" name="Google Shape;474;p26"/>
            <p:cNvSpPr/>
            <p:nvPr/>
          </p:nvSpPr>
          <p:spPr>
            <a:xfrm>
              <a:off x="5856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75" name="Google Shape;475;p26"/>
            <p:cNvSpPr/>
            <p:nvPr/>
          </p:nvSpPr>
          <p:spPr>
            <a:xfrm>
              <a:off x="5535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76" name="Google Shape;476;p26"/>
            <p:cNvSpPr/>
            <p:nvPr/>
          </p:nvSpPr>
          <p:spPr>
            <a:xfrm>
              <a:off x="5214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77" name="Google Shape;477;p26"/>
            <p:cNvSpPr/>
            <p:nvPr/>
          </p:nvSpPr>
          <p:spPr>
            <a:xfrm>
              <a:off x="6177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78" name="Google Shape;478;p26"/>
            <p:cNvSpPr/>
            <p:nvPr/>
          </p:nvSpPr>
          <p:spPr>
            <a:xfrm>
              <a:off x="7140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79" name="Google Shape;479;p26"/>
            <p:cNvSpPr/>
            <p:nvPr/>
          </p:nvSpPr>
          <p:spPr>
            <a:xfrm>
              <a:off x="6819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80" name="Google Shape;480;p26"/>
            <p:cNvSpPr/>
            <p:nvPr/>
          </p:nvSpPr>
          <p:spPr>
            <a:xfrm>
              <a:off x="6498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81" name="Google Shape;481;p26"/>
            <p:cNvSpPr/>
            <p:nvPr/>
          </p:nvSpPr>
          <p:spPr>
            <a:xfrm>
              <a:off x="7461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82" name="Google Shape;482;p26"/>
            <p:cNvSpPr/>
            <p:nvPr/>
          </p:nvSpPr>
          <p:spPr>
            <a:xfrm>
              <a:off x="8103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83" name="Google Shape;483;p26"/>
            <p:cNvSpPr/>
            <p:nvPr/>
          </p:nvSpPr>
          <p:spPr>
            <a:xfrm>
              <a:off x="7782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84" name="Google Shape;484;p26"/>
            <p:cNvSpPr/>
            <p:nvPr/>
          </p:nvSpPr>
          <p:spPr>
            <a:xfrm>
              <a:off x="8424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85" name="Google Shape;485;p26"/>
            <p:cNvSpPr/>
            <p:nvPr/>
          </p:nvSpPr>
          <p:spPr>
            <a:xfrm>
              <a:off x="8745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86" name="Google Shape;486;p26"/>
            <p:cNvSpPr/>
            <p:nvPr/>
          </p:nvSpPr>
          <p:spPr>
            <a:xfrm>
              <a:off x="399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87" name="Google Shape;487;p26"/>
            <p:cNvSpPr/>
            <p:nvPr/>
          </p:nvSpPr>
          <p:spPr>
            <a:xfrm>
              <a:off x="78000" y="35361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88" name="Google Shape;488;p26"/>
            <p:cNvSpPr/>
            <p:nvPr/>
          </p:nvSpPr>
          <p:spPr>
            <a:xfrm>
              <a:off x="1041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89" name="Google Shape;489;p26"/>
            <p:cNvSpPr/>
            <p:nvPr/>
          </p:nvSpPr>
          <p:spPr>
            <a:xfrm>
              <a:off x="2004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90" name="Google Shape;490;p26"/>
            <p:cNvSpPr/>
            <p:nvPr/>
          </p:nvSpPr>
          <p:spPr>
            <a:xfrm>
              <a:off x="1683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91" name="Google Shape;491;p26"/>
            <p:cNvSpPr/>
            <p:nvPr/>
          </p:nvSpPr>
          <p:spPr>
            <a:xfrm>
              <a:off x="1362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92" name="Google Shape;492;p26"/>
            <p:cNvSpPr/>
            <p:nvPr/>
          </p:nvSpPr>
          <p:spPr>
            <a:xfrm>
              <a:off x="2325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93" name="Google Shape;493;p26"/>
            <p:cNvSpPr/>
            <p:nvPr/>
          </p:nvSpPr>
          <p:spPr>
            <a:xfrm>
              <a:off x="3288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94" name="Google Shape;494;p26"/>
            <p:cNvSpPr/>
            <p:nvPr/>
          </p:nvSpPr>
          <p:spPr>
            <a:xfrm>
              <a:off x="2967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95" name="Google Shape;495;p26"/>
            <p:cNvSpPr/>
            <p:nvPr/>
          </p:nvSpPr>
          <p:spPr>
            <a:xfrm>
              <a:off x="2646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96" name="Google Shape;496;p26"/>
            <p:cNvSpPr/>
            <p:nvPr/>
          </p:nvSpPr>
          <p:spPr>
            <a:xfrm>
              <a:off x="3609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97" name="Google Shape;497;p26"/>
            <p:cNvSpPr/>
            <p:nvPr/>
          </p:nvSpPr>
          <p:spPr>
            <a:xfrm>
              <a:off x="4572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98" name="Google Shape;498;p26"/>
            <p:cNvSpPr/>
            <p:nvPr/>
          </p:nvSpPr>
          <p:spPr>
            <a:xfrm>
              <a:off x="4251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499" name="Google Shape;499;p26"/>
            <p:cNvSpPr/>
            <p:nvPr/>
          </p:nvSpPr>
          <p:spPr>
            <a:xfrm>
              <a:off x="3930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00" name="Google Shape;500;p26"/>
            <p:cNvSpPr/>
            <p:nvPr/>
          </p:nvSpPr>
          <p:spPr>
            <a:xfrm>
              <a:off x="4893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01" name="Google Shape;501;p26"/>
            <p:cNvSpPr/>
            <p:nvPr/>
          </p:nvSpPr>
          <p:spPr>
            <a:xfrm>
              <a:off x="5856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02" name="Google Shape;502;p26"/>
            <p:cNvSpPr/>
            <p:nvPr/>
          </p:nvSpPr>
          <p:spPr>
            <a:xfrm>
              <a:off x="5535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03" name="Google Shape;503;p26"/>
            <p:cNvSpPr/>
            <p:nvPr/>
          </p:nvSpPr>
          <p:spPr>
            <a:xfrm>
              <a:off x="5214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04" name="Google Shape;504;p26"/>
            <p:cNvSpPr/>
            <p:nvPr/>
          </p:nvSpPr>
          <p:spPr>
            <a:xfrm>
              <a:off x="6177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05" name="Google Shape;505;p26"/>
            <p:cNvSpPr/>
            <p:nvPr/>
          </p:nvSpPr>
          <p:spPr>
            <a:xfrm>
              <a:off x="7140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06" name="Google Shape;506;p26"/>
            <p:cNvSpPr/>
            <p:nvPr/>
          </p:nvSpPr>
          <p:spPr>
            <a:xfrm>
              <a:off x="6819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07" name="Google Shape;507;p26"/>
            <p:cNvSpPr/>
            <p:nvPr/>
          </p:nvSpPr>
          <p:spPr>
            <a:xfrm>
              <a:off x="6498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08" name="Google Shape;508;p26"/>
            <p:cNvSpPr/>
            <p:nvPr/>
          </p:nvSpPr>
          <p:spPr>
            <a:xfrm>
              <a:off x="7461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09" name="Google Shape;509;p26"/>
            <p:cNvSpPr/>
            <p:nvPr/>
          </p:nvSpPr>
          <p:spPr>
            <a:xfrm>
              <a:off x="8103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10" name="Google Shape;510;p26"/>
            <p:cNvSpPr/>
            <p:nvPr/>
          </p:nvSpPr>
          <p:spPr>
            <a:xfrm>
              <a:off x="7782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11" name="Google Shape;511;p26"/>
            <p:cNvSpPr/>
            <p:nvPr/>
          </p:nvSpPr>
          <p:spPr>
            <a:xfrm>
              <a:off x="8424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12" name="Google Shape;512;p26"/>
            <p:cNvSpPr/>
            <p:nvPr/>
          </p:nvSpPr>
          <p:spPr>
            <a:xfrm>
              <a:off x="8745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13" name="Google Shape;513;p26"/>
            <p:cNvSpPr/>
            <p:nvPr/>
          </p:nvSpPr>
          <p:spPr>
            <a:xfrm>
              <a:off x="399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14" name="Google Shape;514;p26"/>
            <p:cNvSpPr/>
            <p:nvPr/>
          </p:nvSpPr>
          <p:spPr>
            <a:xfrm>
              <a:off x="78000" y="3857612"/>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15" name="Google Shape;515;p26"/>
            <p:cNvSpPr/>
            <p:nvPr/>
          </p:nvSpPr>
          <p:spPr>
            <a:xfrm>
              <a:off x="1041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16" name="Google Shape;516;p26"/>
            <p:cNvSpPr/>
            <p:nvPr/>
          </p:nvSpPr>
          <p:spPr>
            <a:xfrm>
              <a:off x="2004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17" name="Google Shape;517;p26"/>
            <p:cNvSpPr/>
            <p:nvPr/>
          </p:nvSpPr>
          <p:spPr>
            <a:xfrm>
              <a:off x="1683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18" name="Google Shape;518;p26"/>
            <p:cNvSpPr/>
            <p:nvPr/>
          </p:nvSpPr>
          <p:spPr>
            <a:xfrm>
              <a:off x="1362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19" name="Google Shape;519;p26"/>
            <p:cNvSpPr/>
            <p:nvPr/>
          </p:nvSpPr>
          <p:spPr>
            <a:xfrm>
              <a:off x="2325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20" name="Google Shape;520;p26"/>
            <p:cNvSpPr/>
            <p:nvPr/>
          </p:nvSpPr>
          <p:spPr>
            <a:xfrm>
              <a:off x="3288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21" name="Google Shape;521;p26"/>
            <p:cNvSpPr/>
            <p:nvPr/>
          </p:nvSpPr>
          <p:spPr>
            <a:xfrm>
              <a:off x="2967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22" name="Google Shape;522;p26"/>
            <p:cNvSpPr/>
            <p:nvPr/>
          </p:nvSpPr>
          <p:spPr>
            <a:xfrm>
              <a:off x="2646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23" name="Google Shape;523;p26"/>
            <p:cNvSpPr/>
            <p:nvPr/>
          </p:nvSpPr>
          <p:spPr>
            <a:xfrm>
              <a:off x="3609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24" name="Google Shape;524;p26"/>
            <p:cNvSpPr/>
            <p:nvPr/>
          </p:nvSpPr>
          <p:spPr>
            <a:xfrm>
              <a:off x="4572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25" name="Google Shape;525;p26"/>
            <p:cNvSpPr/>
            <p:nvPr/>
          </p:nvSpPr>
          <p:spPr>
            <a:xfrm>
              <a:off x="4251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26" name="Google Shape;526;p26"/>
            <p:cNvSpPr/>
            <p:nvPr/>
          </p:nvSpPr>
          <p:spPr>
            <a:xfrm>
              <a:off x="3930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27" name="Google Shape;527;p26"/>
            <p:cNvSpPr/>
            <p:nvPr/>
          </p:nvSpPr>
          <p:spPr>
            <a:xfrm>
              <a:off x="4893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28" name="Google Shape;528;p26"/>
            <p:cNvSpPr/>
            <p:nvPr/>
          </p:nvSpPr>
          <p:spPr>
            <a:xfrm>
              <a:off x="5856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29" name="Google Shape;529;p26"/>
            <p:cNvSpPr/>
            <p:nvPr/>
          </p:nvSpPr>
          <p:spPr>
            <a:xfrm>
              <a:off x="5535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30" name="Google Shape;530;p26"/>
            <p:cNvSpPr/>
            <p:nvPr/>
          </p:nvSpPr>
          <p:spPr>
            <a:xfrm>
              <a:off x="5214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31" name="Google Shape;531;p26"/>
            <p:cNvSpPr/>
            <p:nvPr/>
          </p:nvSpPr>
          <p:spPr>
            <a:xfrm>
              <a:off x="6177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32" name="Google Shape;532;p26"/>
            <p:cNvSpPr/>
            <p:nvPr/>
          </p:nvSpPr>
          <p:spPr>
            <a:xfrm>
              <a:off x="7140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33" name="Google Shape;533;p26"/>
            <p:cNvSpPr/>
            <p:nvPr/>
          </p:nvSpPr>
          <p:spPr>
            <a:xfrm>
              <a:off x="6819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34" name="Google Shape;534;p26"/>
            <p:cNvSpPr/>
            <p:nvPr/>
          </p:nvSpPr>
          <p:spPr>
            <a:xfrm>
              <a:off x="6498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35" name="Google Shape;535;p26"/>
            <p:cNvSpPr/>
            <p:nvPr/>
          </p:nvSpPr>
          <p:spPr>
            <a:xfrm>
              <a:off x="7461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36" name="Google Shape;536;p26"/>
            <p:cNvSpPr/>
            <p:nvPr/>
          </p:nvSpPr>
          <p:spPr>
            <a:xfrm>
              <a:off x="8103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37" name="Google Shape;537;p26"/>
            <p:cNvSpPr/>
            <p:nvPr/>
          </p:nvSpPr>
          <p:spPr>
            <a:xfrm>
              <a:off x="7782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38" name="Google Shape;538;p26"/>
            <p:cNvSpPr/>
            <p:nvPr/>
          </p:nvSpPr>
          <p:spPr>
            <a:xfrm>
              <a:off x="8424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39" name="Google Shape;539;p26"/>
            <p:cNvSpPr/>
            <p:nvPr/>
          </p:nvSpPr>
          <p:spPr>
            <a:xfrm>
              <a:off x="8745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40" name="Google Shape;540;p26"/>
            <p:cNvSpPr/>
            <p:nvPr/>
          </p:nvSpPr>
          <p:spPr>
            <a:xfrm>
              <a:off x="399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41" name="Google Shape;541;p26"/>
            <p:cNvSpPr/>
            <p:nvPr/>
          </p:nvSpPr>
          <p:spPr>
            <a:xfrm>
              <a:off x="78000" y="417909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42" name="Google Shape;542;p26"/>
            <p:cNvSpPr/>
            <p:nvPr/>
          </p:nvSpPr>
          <p:spPr>
            <a:xfrm>
              <a:off x="1041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43" name="Google Shape;543;p26"/>
            <p:cNvSpPr/>
            <p:nvPr/>
          </p:nvSpPr>
          <p:spPr>
            <a:xfrm>
              <a:off x="2004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44" name="Google Shape;544;p26"/>
            <p:cNvSpPr/>
            <p:nvPr/>
          </p:nvSpPr>
          <p:spPr>
            <a:xfrm>
              <a:off x="1683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45" name="Google Shape;545;p26"/>
            <p:cNvSpPr/>
            <p:nvPr/>
          </p:nvSpPr>
          <p:spPr>
            <a:xfrm>
              <a:off x="1362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46" name="Google Shape;546;p26"/>
            <p:cNvSpPr/>
            <p:nvPr/>
          </p:nvSpPr>
          <p:spPr>
            <a:xfrm>
              <a:off x="2325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47" name="Google Shape;547;p26"/>
            <p:cNvSpPr/>
            <p:nvPr/>
          </p:nvSpPr>
          <p:spPr>
            <a:xfrm>
              <a:off x="3288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48" name="Google Shape;548;p26"/>
            <p:cNvSpPr/>
            <p:nvPr/>
          </p:nvSpPr>
          <p:spPr>
            <a:xfrm>
              <a:off x="2967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49" name="Google Shape;549;p26"/>
            <p:cNvSpPr/>
            <p:nvPr/>
          </p:nvSpPr>
          <p:spPr>
            <a:xfrm>
              <a:off x="2646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50" name="Google Shape;550;p26"/>
            <p:cNvSpPr/>
            <p:nvPr/>
          </p:nvSpPr>
          <p:spPr>
            <a:xfrm>
              <a:off x="3609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51" name="Google Shape;551;p26"/>
            <p:cNvSpPr/>
            <p:nvPr/>
          </p:nvSpPr>
          <p:spPr>
            <a:xfrm>
              <a:off x="4572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52" name="Google Shape;552;p26"/>
            <p:cNvSpPr/>
            <p:nvPr/>
          </p:nvSpPr>
          <p:spPr>
            <a:xfrm>
              <a:off x="4251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53" name="Google Shape;553;p26"/>
            <p:cNvSpPr/>
            <p:nvPr/>
          </p:nvSpPr>
          <p:spPr>
            <a:xfrm>
              <a:off x="3930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54" name="Google Shape;554;p26"/>
            <p:cNvSpPr/>
            <p:nvPr/>
          </p:nvSpPr>
          <p:spPr>
            <a:xfrm>
              <a:off x="4893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55" name="Google Shape;555;p26"/>
            <p:cNvSpPr/>
            <p:nvPr/>
          </p:nvSpPr>
          <p:spPr>
            <a:xfrm>
              <a:off x="5856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56" name="Google Shape;556;p26"/>
            <p:cNvSpPr/>
            <p:nvPr/>
          </p:nvSpPr>
          <p:spPr>
            <a:xfrm>
              <a:off x="5535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57" name="Google Shape;557;p26"/>
            <p:cNvSpPr/>
            <p:nvPr/>
          </p:nvSpPr>
          <p:spPr>
            <a:xfrm>
              <a:off x="5214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58" name="Google Shape;558;p26"/>
            <p:cNvSpPr/>
            <p:nvPr/>
          </p:nvSpPr>
          <p:spPr>
            <a:xfrm>
              <a:off x="6177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59" name="Google Shape;559;p26"/>
            <p:cNvSpPr/>
            <p:nvPr/>
          </p:nvSpPr>
          <p:spPr>
            <a:xfrm>
              <a:off x="7140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60" name="Google Shape;560;p26"/>
            <p:cNvSpPr/>
            <p:nvPr/>
          </p:nvSpPr>
          <p:spPr>
            <a:xfrm>
              <a:off x="6819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61" name="Google Shape;561;p26"/>
            <p:cNvSpPr/>
            <p:nvPr/>
          </p:nvSpPr>
          <p:spPr>
            <a:xfrm>
              <a:off x="6498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62" name="Google Shape;562;p26"/>
            <p:cNvSpPr/>
            <p:nvPr/>
          </p:nvSpPr>
          <p:spPr>
            <a:xfrm>
              <a:off x="7461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63" name="Google Shape;563;p26"/>
            <p:cNvSpPr/>
            <p:nvPr/>
          </p:nvSpPr>
          <p:spPr>
            <a:xfrm>
              <a:off x="8103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64" name="Google Shape;564;p26"/>
            <p:cNvSpPr/>
            <p:nvPr/>
          </p:nvSpPr>
          <p:spPr>
            <a:xfrm>
              <a:off x="7782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65" name="Google Shape;565;p26"/>
            <p:cNvSpPr/>
            <p:nvPr/>
          </p:nvSpPr>
          <p:spPr>
            <a:xfrm>
              <a:off x="8424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66" name="Google Shape;566;p26"/>
            <p:cNvSpPr/>
            <p:nvPr/>
          </p:nvSpPr>
          <p:spPr>
            <a:xfrm>
              <a:off x="8745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67" name="Google Shape;567;p26"/>
            <p:cNvSpPr/>
            <p:nvPr/>
          </p:nvSpPr>
          <p:spPr>
            <a:xfrm>
              <a:off x="399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68" name="Google Shape;568;p26"/>
            <p:cNvSpPr/>
            <p:nvPr/>
          </p:nvSpPr>
          <p:spPr>
            <a:xfrm>
              <a:off x="78000" y="45005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69" name="Google Shape;569;p26"/>
            <p:cNvSpPr/>
            <p:nvPr/>
          </p:nvSpPr>
          <p:spPr>
            <a:xfrm>
              <a:off x="1041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70" name="Google Shape;570;p26"/>
            <p:cNvSpPr/>
            <p:nvPr/>
          </p:nvSpPr>
          <p:spPr>
            <a:xfrm>
              <a:off x="2004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71" name="Google Shape;571;p26"/>
            <p:cNvSpPr/>
            <p:nvPr/>
          </p:nvSpPr>
          <p:spPr>
            <a:xfrm>
              <a:off x="1683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72" name="Google Shape;572;p26"/>
            <p:cNvSpPr/>
            <p:nvPr/>
          </p:nvSpPr>
          <p:spPr>
            <a:xfrm>
              <a:off x="1362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73" name="Google Shape;573;p26"/>
            <p:cNvSpPr/>
            <p:nvPr/>
          </p:nvSpPr>
          <p:spPr>
            <a:xfrm>
              <a:off x="2325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74" name="Google Shape;574;p26"/>
            <p:cNvSpPr/>
            <p:nvPr/>
          </p:nvSpPr>
          <p:spPr>
            <a:xfrm>
              <a:off x="3288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75" name="Google Shape;575;p26"/>
            <p:cNvSpPr/>
            <p:nvPr/>
          </p:nvSpPr>
          <p:spPr>
            <a:xfrm>
              <a:off x="2967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76" name="Google Shape;576;p26"/>
            <p:cNvSpPr/>
            <p:nvPr/>
          </p:nvSpPr>
          <p:spPr>
            <a:xfrm>
              <a:off x="2646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77" name="Google Shape;577;p26"/>
            <p:cNvSpPr/>
            <p:nvPr/>
          </p:nvSpPr>
          <p:spPr>
            <a:xfrm>
              <a:off x="3609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78" name="Google Shape;578;p26"/>
            <p:cNvSpPr/>
            <p:nvPr/>
          </p:nvSpPr>
          <p:spPr>
            <a:xfrm>
              <a:off x="4572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79" name="Google Shape;579;p26"/>
            <p:cNvSpPr/>
            <p:nvPr/>
          </p:nvSpPr>
          <p:spPr>
            <a:xfrm>
              <a:off x="4251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80" name="Google Shape;580;p26"/>
            <p:cNvSpPr/>
            <p:nvPr/>
          </p:nvSpPr>
          <p:spPr>
            <a:xfrm>
              <a:off x="3930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81" name="Google Shape;581;p26"/>
            <p:cNvSpPr/>
            <p:nvPr/>
          </p:nvSpPr>
          <p:spPr>
            <a:xfrm>
              <a:off x="4893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82" name="Google Shape;582;p26"/>
            <p:cNvSpPr/>
            <p:nvPr/>
          </p:nvSpPr>
          <p:spPr>
            <a:xfrm>
              <a:off x="5856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83" name="Google Shape;583;p26"/>
            <p:cNvSpPr/>
            <p:nvPr/>
          </p:nvSpPr>
          <p:spPr>
            <a:xfrm>
              <a:off x="5535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84" name="Google Shape;584;p26"/>
            <p:cNvSpPr/>
            <p:nvPr/>
          </p:nvSpPr>
          <p:spPr>
            <a:xfrm>
              <a:off x="5214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85" name="Google Shape;585;p26"/>
            <p:cNvSpPr/>
            <p:nvPr/>
          </p:nvSpPr>
          <p:spPr>
            <a:xfrm>
              <a:off x="6177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86" name="Google Shape;586;p26"/>
            <p:cNvSpPr/>
            <p:nvPr/>
          </p:nvSpPr>
          <p:spPr>
            <a:xfrm>
              <a:off x="7140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87" name="Google Shape;587;p26"/>
            <p:cNvSpPr/>
            <p:nvPr/>
          </p:nvSpPr>
          <p:spPr>
            <a:xfrm>
              <a:off x="6819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88" name="Google Shape;588;p26"/>
            <p:cNvSpPr/>
            <p:nvPr/>
          </p:nvSpPr>
          <p:spPr>
            <a:xfrm>
              <a:off x="6498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89" name="Google Shape;589;p26"/>
            <p:cNvSpPr/>
            <p:nvPr/>
          </p:nvSpPr>
          <p:spPr>
            <a:xfrm>
              <a:off x="7461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90" name="Google Shape;590;p26"/>
            <p:cNvSpPr/>
            <p:nvPr/>
          </p:nvSpPr>
          <p:spPr>
            <a:xfrm>
              <a:off x="8103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91" name="Google Shape;591;p26"/>
            <p:cNvSpPr/>
            <p:nvPr/>
          </p:nvSpPr>
          <p:spPr>
            <a:xfrm>
              <a:off x="7782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92" name="Google Shape;592;p26"/>
            <p:cNvSpPr/>
            <p:nvPr/>
          </p:nvSpPr>
          <p:spPr>
            <a:xfrm>
              <a:off x="8424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93" name="Google Shape;593;p26"/>
            <p:cNvSpPr/>
            <p:nvPr/>
          </p:nvSpPr>
          <p:spPr>
            <a:xfrm>
              <a:off x="8745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94" name="Google Shape;594;p26"/>
            <p:cNvSpPr/>
            <p:nvPr/>
          </p:nvSpPr>
          <p:spPr>
            <a:xfrm>
              <a:off x="399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95" name="Google Shape;595;p26"/>
            <p:cNvSpPr/>
            <p:nvPr/>
          </p:nvSpPr>
          <p:spPr>
            <a:xfrm>
              <a:off x="78000" y="48220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96" name="Google Shape;596;p26"/>
            <p:cNvSpPr/>
            <p:nvPr/>
          </p:nvSpPr>
          <p:spPr>
            <a:xfrm>
              <a:off x="1041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97" name="Google Shape;597;p26"/>
            <p:cNvSpPr/>
            <p:nvPr/>
          </p:nvSpPr>
          <p:spPr>
            <a:xfrm>
              <a:off x="2004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98" name="Google Shape;598;p26"/>
            <p:cNvSpPr/>
            <p:nvPr/>
          </p:nvSpPr>
          <p:spPr>
            <a:xfrm>
              <a:off x="1683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599" name="Google Shape;599;p26"/>
            <p:cNvSpPr/>
            <p:nvPr/>
          </p:nvSpPr>
          <p:spPr>
            <a:xfrm>
              <a:off x="1362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00" name="Google Shape;600;p26"/>
            <p:cNvSpPr/>
            <p:nvPr/>
          </p:nvSpPr>
          <p:spPr>
            <a:xfrm>
              <a:off x="2325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01" name="Google Shape;601;p26"/>
            <p:cNvSpPr/>
            <p:nvPr/>
          </p:nvSpPr>
          <p:spPr>
            <a:xfrm>
              <a:off x="3288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02" name="Google Shape;602;p26"/>
            <p:cNvSpPr/>
            <p:nvPr/>
          </p:nvSpPr>
          <p:spPr>
            <a:xfrm>
              <a:off x="2967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03" name="Google Shape;603;p26"/>
            <p:cNvSpPr/>
            <p:nvPr/>
          </p:nvSpPr>
          <p:spPr>
            <a:xfrm>
              <a:off x="2646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04" name="Google Shape;604;p26"/>
            <p:cNvSpPr/>
            <p:nvPr/>
          </p:nvSpPr>
          <p:spPr>
            <a:xfrm>
              <a:off x="3609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05" name="Google Shape;605;p26"/>
            <p:cNvSpPr/>
            <p:nvPr/>
          </p:nvSpPr>
          <p:spPr>
            <a:xfrm>
              <a:off x="4572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06" name="Google Shape;606;p26"/>
            <p:cNvSpPr/>
            <p:nvPr/>
          </p:nvSpPr>
          <p:spPr>
            <a:xfrm>
              <a:off x="4251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07" name="Google Shape;607;p26"/>
            <p:cNvSpPr/>
            <p:nvPr/>
          </p:nvSpPr>
          <p:spPr>
            <a:xfrm>
              <a:off x="3930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08" name="Google Shape;608;p26"/>
            <p:cNvSpPr/>
            <p:nvPr/>
          </p:nvSpPr>
          <p:spPr>
            <a:xfrm>
              <a:off x="4893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09" name="Google Shape;609;p26"/>
            <p:cNvSpPr/>
            <p:nvPr/>
          </p:nvSpPr>
          <p:spPr>
            <a:xfrm>
              <a:off x="5856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10" name="Google Shape;610;p26"/>
            <p:cNvSpPr/>
            <p:nvPr/>
          </p:nvSpPr>
          <p:spPr>
            <a:xfrm>
              <a:off x="5535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11" name="Google Shape;611;p26"/>
            <p:cNvSpPr/>
            <p:nvPr/>
          </p:nvSpPr>
          <p:spPr>
            <a:xfrm>
              <a:off x="5214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12" name="Google Shape;612;p26"/>
            <p:cNvSpPr/>
            <p:nvPr/>
          </p:nvSpPr>
          <p:spPr>
            <a:xfrm>
              <a:off x="6177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13" name="Google Shape;613;p26"/>
            <p:cNvSpPr/>
            <p:nvPr/>
          </p:nvSpPr>
          <p:spPr>
            <a:xfrm>
              <a:off x="7140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14" name="Google Shape;614;p26"/>
            <p:cNvSpPr/>
            <p:nvPr/>
          </p:nvSpPr>
          <p:spPr>
            <a:xfrm>
              <a:off x="6819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15" name="Google Shape;615;p26"/>
            <p:cNvSpPr/>
            <p:nvPr/>
          </p:nvSpPr>
          <p:spPr>
            <a:xfrm>
              <a:off x="6498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16" name="Google Shape;616;p26"/>
            <p:cNvSpPr/>
            <p:nvPr/>
          </p:nvSpPr>
          <p:spPr>
            <a:xfrm>
              <a:off x="7461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17" name="Google Shape;617;p26"/>
            <p:cNvSpPr/>
            <p:nvPr/>
          </p:nvSpPr>
          <p:spPr>
            <a:xfrm>
              <a:off x="8103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18" name="Google Shape;618;p26"/>
            <p:cNvSpPr/>
            <p:nvPr/>
          </p:nvSpPr>
          <p:spPr>
            <a:xfrm>
              <a:off x="7782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19" name="Google Shape;619;p26"/>
            <p:cNvSpPr/>
            <p:nvPr/>
          </p:nvSpPr>
          <p:spPr>
            <a:xfrm>
              <a:off x="8424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20" name="Google Shape;620;p26"/>
            <p:cNvSpPr/>
            <p:nvPr/>
          </p:nvSpPr>
          <p:spPr>
            <a:xfrm>
              <a:off x="8745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21" name="Google Shape;621;p26"/>
            <p:cNvSpPr/>
            <p:nvPr/>
          </p:nvSpPr>
          <p:spPr>
            <a:xfrm>
              <a:off x="399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22" name="Google Shape;622;p26"/>
            <p:cNvSpPr/>
            <p:nvPr/>
          </p:nvSpPr>
          <p:spPr>
            <a:xfrm>
              <a:off x="78000" y="321449"/>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23" name="Google Shape;623;p26"/>
            <p:cNvSpPr/>
            <p:nvPr/>
          </p:nvSpPr>
          <p:spPr>
            <a:xfrm>
              <a:off x="1041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24" name="Google Shape;624;p26"/>
            <p:cNvSpPr/>
            <p:nvPr/>
          </p:nvSpPr>
          <p:spPr>
            <a:xfrm>
              <a:off x="2004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25" name="Google Shape;625;p26"/>
            <p:cNvSpPr/>
            <p:nvPr/>
          </p:nvSpPr>
          <p:spPr>
            <a:xfrm>
              <a:off x="1683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26" name="Google Shape;626;p26"/>
            <p:cNvSpPr/>
            <p:nvPr/>
          </p:nvSpPr>
          <p:spPr>
            <a:xfrm>
              <a:off x="1362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27" name="Google Shape;627;p26"/>
            <p:cNvSpPr/>
            <p:nvPr/>
          </p:nvSpPr>
          <p:spPr>
            <a:xfrm>
              <a:off x="2325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28" name="Google Shape;628;p26"/>
            <p:cNvSpPr/>
            <p:nvPr/>
          </p:nvSpPr>
          <p:spPr>
            <a:xfrm>
              <a:off x="3288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29" name="Google Shape;629;p26"/>
            <p:cNvSpPr/>
            <p:nvPr/>
          </p:nvSpPr>
          <p:spPr>
            <a:xfrm>
              <a:off x="2967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30" name="Google Shape;630;p26"/>
            <p:cNvSpPr/>
            <p:nvPr/>
          </p:nvSpPr>
          <p:spPr>
            <a:xfrm>
              <a:off x="2646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31" name="Google Shape;631;p26"/>
            <p:cNvSpPr/>
            <p:nvPr/>
          </p:nvSpPr>
          <p:spPr>
            <a:xfrm>
              <a:off x="3609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32" name="Google Shape;632;p26"/>
            <p:cNvSpPr/>
            <p:nvPr/>
          </p:nvSpPr>
          <p:spPr>
            <a:xfrm>
              <a:off x="4572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33" name="Google Shape;633;p26"/>
            <p:cNvSpPr/>
            <p:nvPr/>
          </p:nvSpPr>
          <p:spPr>
            <a:xfrm>
              <a:off x="4251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34" name="Google Shape;634;p26"/>
            <p:cNvSpPr/>
            <p:nvPr/>
          </p:nvSpPr>
          <p:spPr>
            <a:xfrm>
              <a:off x="3930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35" name="Google Shape;635;p26"/>
            <p:cNvSpPr/>
            <p:nvPr/>
          </p:nvSpPr>
          <p:spPr>
            <a:xfrm>
              <a:off x="4893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36" name="Google Shape;636;p26"/>
            <p:cNvSpPr/>
            <p:nvPr/>
          </p:nvSpPr>
          <p:spPr>
            <a:xfrm>
              <a:off x="5856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37" name="Google Shape;637;p26"/>
            <p:cNvSpPr/>
            <p:nvPr/>
          </p:nvSpPr>
          <p:spPr>
            <a:xfrm>
              <a:off x="5535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38" name="Google Shape;638;p26"/>
            <p:cNvSpPr/>
            <p:nvPr/>
          </p:nvSpPr>
          <p:spPr>
            <a:xfrm>
              <a:off x="5214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39" name="Google Shape;639;p26"/>
            <p:cNvSpPr/>
            <p:nvPr/>
          </p:nvSpPr>
          <p:spPr>
            <a:xfrm>
              <a:off x="6177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40" name="Google Shape;640;p26"/>
            <p:cNvSpPr/>
            <p:nvPr/>
          </p:nvSpPr>
          <p:spPr>
            <a:xfrm>
              <a:off x="7140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41" name="Google Shape;641;p26"/>
            <p:cNvSpPr/>
            <p:nvPr/>
          </p:nvSpPr>
          <p:spPr>
            <a:xfrm>
              <a:off x="6819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42" name="Google Shape;642;p26"/>
            <p:cNvSpPr/>
            <p:nvPr/>
          </p:nvSpPr>
          <p:spPr>
            <a:xfrm>
              <a:off x="6498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43" name="Google Shape;643;p26"/>
            <p:cNvSpPr/>
            <p:nvPr/>
          </p:nvSpPr>
          <p:spPr>
            <a:xfrm>
              <a:off x="7461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44" name="Google Shape;644;p26"/>
            <p:cNvSpPr/>
            <p:nvPr/>
          </p:nvSpPr>
          <p:spPr>
            <a:xfrm>
              <a:off x="8103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45" name="Google Shape;645;p26"/>
            <p:cNvSpPr/>
            <p:nvPr/>
          </p:nvSpPr>
          <p:spPr>
            <a:xfrm>
              <a:off x="7782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46" name="Google Shape;646;p26"/>
            <p:cNvSpPr/>
            <p:nvPr/>
          </p:nvSpPr>
          <p:spPr>
            <a:xfrm>
              <a:off x="8424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47" name="Google Shape;647;p26"/>
            <p:cNvSpPr/>
            <p:nvPr/>
          </p:nvSpPr>
          <p:spPr>
            <a:xfrm>
              <a:off x="8745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48" name="Google Shape;648;p26"/>
            <p:cNvSpPr/>
            <p:nvPr/>
          </p:nvSpPr>
          <p:spPr>
            <a:xfrm>
              <a:off x="399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49" name="Google Shape;649;p26"/>
            <p:cNvSpPr/>
            <p:nvPr/>
          </p:nvSpPr>
          <p:spPr>
            <a:xfrm>
              <a:off x="78000" y="-1"/>
              <a:ext cx="321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50" name="Google Shape;650;p26"/>
            <p:cNvSpPr/>
            <p:nvPr/>
          </p:nvSpPr>
          <p:spPr>
            <a:xfrm>
              <a:off x="9066000" y="642938"/>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51" name="Google Shape;651;p26"/>
            <p:cNvSpPr/>
            <p:nvPr/>
          </p:nvSpPr>
          <p:spPr>
            <a:xfrm>
              <a:off x="9066000" y="964425"/>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52" name="Google Shape;652;p26"/>
            <p:cNvSpPr/>
            <p:nvPr/>
          </p:nvSpPr>
          <p:spPr>
            <a:xfrm>
              <a:off x="9066000" y="1285863"/>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53" name="Google Shape;653;p26"/>
            <p:cNvSpPr/>
            <p:nvPr/>
          </p:nvSpPr>
          <p:spPr>
            <a:xfrm>
              <a:off x="9066000" y="1607363"/>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54" name="Google Shape;654;p26"/>
            <p:cNvSpPr/>
            <p:nvPr/>
          </p:nvSpPr>
          <p:spPr>
            <a:xfrm>
              <a:off x="9066000" y="1928825"/>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55" name="Google Shape;655;p26"/>
            <p:cNvSpPr/>
            <p:nvPr/>
          </p:nvSpPr>
          <p:spPr>
            <a:xfrm>
              <a:off x="9066000" y="2250288"/>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56" name="Google Shape;656;p26"/>
            <p:cNvSpPr/>
            <p:nvPr/>
          </p:nvSpPr>
          <p:spPr>
            <a:xfrm>
              <a:off x="9066000" y="257175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57" name="Google Shape;657;p26"/>
            <p:cNvSpPr/>
            <p:nvPr/>
          </p:nvSpPr>
          <p:spPr>
            <a:xfrm>
              <a:off x="9066000" y="2893213"/>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58" name="Google Shape;658;p26"/>
            <p:cNvSpPr/>
            <p:nvPr/>
          </p:nvSpPr>
          <p:spPr>
            <a:xfrm>
              <a:off x="9066000" y="321470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59" name="Google Shape;659;p26"/>
            <p:cNvSpPr/>
            <p:nvPr/>
          </p:nvSpPr>
          <p:spPr>
            <a:xfrm>
              <a:off x="9066000" y="353615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60" name="Google Shape;660;p26"/>
            <p:cNvSpPr/>
            <p:nvPr/>
          </p:nvSpPr>
          <p:spPr>
            <a:xfrm>
              <a:off x="9066000" y="3857613"/>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61" name="Google Shape;661;p26"/>
            <p:cNvSpPr/>
            <p:nvPr/>
          </p:nvSpPr>
          <p:spPr>
            <a:xfrm>
              <a:off x="9066000" y="417910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62" name="Google Shape;662;p26"/>
            <p:cNvSpPr/>
            <p:nvPr/>
          </p:nvSpPr>
          <p:spPr>
            <a:xfrm>
              <a:off x="9066000" y="450055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63" name="Google Shape;663;p26"/>
            <p:cNvSpPr/>
            <p:nvPr/>
          </p:nvSpPr>
          <p:spPr>
            <a:xfrm>
              <a:off x="9066000" y="482205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64" name="Google Shape;664;p26"/>
            <p:cNvSpPr/>
            <p:nvPr/>
          </p:nvSpPr>
          <p:spPr>
            <a:xfrm>
              <a:off x="9066000" y="32145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65" name="Google Shape;665;p26"/>
            <p:cNvSpPr/>
            <p:nvPr/>
          </p:nvSpPr>
          <p:spPr>
            <a:xfrm>
              <a:off x="9066000" y="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66" name="Google Shape;666;p26"/>
            <p:cNvSpPr/>
            <p:nvPr/>
          </p:nvSpPr>
          <p:spPr>
            <a:xfrm>
              <a:off x="0" y="642938"/>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67" name="Google Shape;667;p26"/>
            <p:cNvSpPr/>
            <p:nvPr/>
          </p:nvSpPr>
          <p:spPr>
            <a:xfrm>
              <a:off x="0" y="964425"/>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68" name="Google Shape;668;p26"/>
            <p:cNvSpPr/>
            <p:nvPr/>
          </p:nvSpPr>
          <p:spPr>
            <a:xfrm>
              <a:off x="0" y="1285863"/>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69" name="Google Shape;669;p26"/>
            <p:cNvSpPr/>
            <p:nvPr/>
          </p:nvSpPr>
          <p:spPr>
            <a:xfrm>
              <a:off x="0" y="1607363"/>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70" name="Google Shape;670;p26"/>
            <p:cNvSpPr/>
            <p:nvPr/>
          </p:nvSpPr>
          <p:spPr>
            <a:xfrm>
              <a:off x="0" y="1928825"/>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71" name="Google Shape;671;p26"/>
            <p:cNvSpPr/>
            <p:nvPr/>
          </p:nvSpPr>
          <p:spPr>
            <a:xfrm>
              <a:off x="0" y="2250288"/>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72" name="Google Shape;672;p26"/>
            <p:cNvSpPr/>
            <p:nvPr/>
          </p:nvSpPr>
          <p:spPr>
            <a:xfrm>
              <a:off x="0" y="257175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73" name="Google Shape;673;p26"/>
            <p:cNvSpPr/>
            <p:nvPr/>
          </p:nvSpPr>
          <p:spPr>
            <a:xfrm>
              <a:off x="0" y="2893213"/>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74" name="Google Shape;674;p26"/>
            <p:cNvSpPr/>
            <p:nvPr/>
          </p:nvSpPr>
          <p:spPr>
            <a:xfrm>
              <a:off x="0" y="321470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75" name="Google Shape;675;p26"/>
            <p:cNvSpPr/>
            <p:nvPr/>
          </p:nvSpPr>
          <p:spPr>
            <a:xfrm>
              <a:off x="0" y="353615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76" name="Google Shape;676;p26"/>
            <p:cNvSpPr/>
            <p:nvPr/>
          </p:nvSpPr>
          <p:spPr>
            <a:xfrm>
              <a:off x="0" y="3857613"/>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77" name="Google Shape;677;p26"/>
            <p:cNvSpPr/>
            <p:nvPr/>
          </p:nvSpPr>
          <p:spPr>
            <a:xfrm>
              <a:off x="0" y="417910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78" name="Google Shape;678;p26"/>
            <p:cNvSpPr/>
            <p:nvPr/>
          </p:nvSpPr>
          <p:spPr>
            <a:xfrm>
              <a:off x="0" y="450055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79" name="Google Shape;679;p26"/>
            <p:cNvSpPr/>
            <p:nvPr/>
          </p:nvSpPr>
          <p:spPr>
            <a:xfrm>
              <a:off x="0" y="482205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80" name="Google Shape;680;p26"/>
            <p:cNvSpPr/>
            <p:nvPr/>
          </p:nvSpPr>
          <p:spPr>
            <a:xfrm>
              <a:off x="0" y="32145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81" name="Google Shape;681;p26"/>
            <p:cNvSpPr/>
            <p:nvPr/>
          </p:nvSpPr>
          <p:spPr>
            <a:xfrm>
              <a:off x="0" y="0"/>
              <a:ext cx="78000" cy="321600"/>
            </a:xfrm>
            <a:prstGeom prst="rect">
              <a:avLst/>
            </a:prstGeom>
            <a:noFill/>
            <a:ln cap="flat" cmpd="sng" w="9525">
              <a:solidFill>
                <a:srgbClr val="E4E2DB">
                  <a:alpha val="6980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grpSp>
      <p:sp>
        <p:nvSpPr>
          <p:cNvPr id="682" name="Google Shape;682;p26"/>
          <p:cNvSpPr/>
          <p:nvPr/>
        </p:nvSpPr>
        <p:spPr>
          <a:xfrm flipH="1">
            <a:off x="15564000" y="-2641268"/>
            <a:ext cx="4819800" cy="4820400"/>
          </a:xfrm>
          <a:prstGeom prst="ellipse">
            <a:avLst/>
          </a:prstGeom>
          <a:solidFill>
            <a:srgbClr val="018146"/>
          </a:solidFill>
          <a:ln>
            <a:noFill/>
          </a:ln>
        </p:spPr>
        <p:txBody>
          <a:bodyPr anchorCtr="0" anchor="ctr" bIns="182850" lIns="182850" spcFirstLastPara="1" rIns="182850" wrap="square" tIns="182850">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83" name="Google Shape;683;p26"/>
          <p:cNvSpPr/>
          <p:nvPr/>
        </p:nvSpPr>
        <p:spPr>
          <a:xfrm>
            <a:off x="5657840" y="9028394"/>
            <a:ext cx="7386600" cy="3223200"/>
          </a:xfrm>
          <a:prstGeom prst="roundRect">
            <a:avLst>
              <a:gd fmla="val 50000" name="adj"/>
            </a:avLst>
          </a:prstGeom>
          <a:solidFill>
            <a:srgbClr val="018146"/>
          </a:solidFill>
          <a:ln>
            <a:noFill/>
          </a:ln>
        </p:spPr>
        <p:txBody>
          <a:bodyPr anchorCtr="0" anchor="ctr" bIns="182850" lIns="182850" spcFirstLastPara="1" rIns="182850" wrap="square" tIns="182850">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grpSp>
        <p:nvGrpSpPr>
          <p:cNvPr id="684" name="Google Shape;684;p26"/>
          <p:cNvGrpSpPr/>
          <p:nvPr/>
        </p:nvGrpSpPr>
        <p:grpSpPr>
          <a:xfrm flipH="1" rot="10800000">
            <a:off x="-788240" y="-877894"/>
            <a:ext cx="8147200" cy="2047107"/>
            <a:chOff x="1073950" y="3718675"/>
            <a:chExt cx="4073600" cy="1023400"/>
          </a:xfrm>
        </p:grpSpPr>
        <p:sp>
          <p:nvSpPr>
            <p:cNvPr id="685" name="Google Shape;685;p26"/>
            <p:cNvSpPr/>
            <p:nvPr/>
          </p:nvSpPr>
          <p:spPr>
            <a:xfrm>
              <a:off x="1073950" y="3718675"/>
              <a:ext cx="4073600" cy="1023400"/>
            </a:xfrm>
            <a:custGeom>
              <a:rect b="b" l="l" r="r" t="t"/>
              <a:pathLst>
                <a:path extrusionOk="0" h="40936" w="162944">
                  <a:moveTo>
                    <a:pt x="4837" y="1"/>
                  </a:moveTo>
                  <a:lnTo>
                    <a:pt x="4357" y="41"/>
                  </a:lnTo>
                  <a:lnTo>
                    <a:pt x="3878" y="81"/>
                  </a:lnTo>
                  <a:lnTo>
                    <a:pt x="3398" y="201"/>
                  </a:lnTo>
                  <a:lnTo>
                    <a:pt x="2958" y="400"/>
                  </a:lnTo>
                  <a:lnTo>
                    <a:pt x="2519" y="600"/>
                  </a:lnTo>
                  <a:lnTo>
                    <a:pt x="2119" y="840"/>
                  </a:lnTo>
                  <a:lnTo>
                    <a:pt x="1759" y="1120"/>
                  </a:lnTo>
                  <a:lnTo>
                    <a:pt x="1399" y="1400"/>
                  </a:lnTo>
                  <a:lnTo>
                    <a:pt x="1119" y="1760"/>
                  </a:lnTo>
                  <a:lnTo>
                    <a:pt x="840" y="2119"/>
                  </a:lnTo>
                  <a:lnTo>
                    <a:pt x="600" y="2519"/>
                  </a:lnTo>
                  <a:lnTo>
                    <a:pt x="400" y="2959"/>
                  </a:lnTo>
                  <a:lnTo>
                    <a:pt x="200" y="3399"/>
                  </a:lnTo>
                  <a:lnTo>
                    <a:pt x="80" y="3878"/>
                  </a:lnTo>
                  <a:lnTo>
                    <a:pt x="40" y="4358"/>
                  </a:lnTo>
                  <a:lnTo>
                    <a:pt x="0" y="4838"/>
                  </a:lnTo>
                  <a:lnTo>
                    <a:pt x="0" y="36099"/>
                  </a:lnTo>
                  <a:lnTo>
                    <a:pt x="40" y="36579"/>
                  </a:lnTo>
                  <a:lnTo>
                    <a:pt x="80" y="37058"/>
                  </a:lnTo>
                  <a:lnTo>
                    <a:pt x="200" y="37538"/>
                  </a:lnTo>
                  <a:lnTo>
                    <a:pt x="400" y="37978"/>
                  </a:lnTo>
                  <a:lnTo>
                    <a:pt x="600" y="38418"/>
                  </a:lnTo>
                  <a:lnTo>
                    <a:pt x="840" y="38817"/>
                  </a:lnTo>
                  <a:lnTo>
                    <a:pt x="1119" y="39177"/>
                  </a:lnTo>
                  <a:lnTo>
                    <a:pt x="1399" y="39537"/>
                  </a:lnTo>
                  <a:lnTo>
                    <a:pt x="1759" y="39817"/>
                  </a:lnTo>
                  <a:lnTo>
                    <a:pt x="2119" y="40097"/>
                  </a:lnTo>
                  <a:lnTo>
                    <a:pt x="2519" y="40336"/>
                  </a:lnTo>
                  <a:lnTo>
                    <a:pt x="2958" y="40536"/>
                  </a:lnTo>
                  <a:lnTo>
                    <a:pt x="3398" y="40736"/>
                  </a:lnTo>
                  <a:lnTo>
                    <a:pt x="3878" y="40856"/>
                  </a:lnTo>
                  <a:lnTo>
                    <a:pt x="4357" y="40896"/>
                  </a:lnTo>
                  <a:lnTo>
                    <a:pt x="4837" y="40936"/>
                  </a:lnTo>
                  <a:lnTo>
                    <a:pt x="158106" y="40936"/>
                  </a:lnTo>
                  <a:lnTo>
                    <a:pt x="158586" y="40896"/>
                  </a:lnTo>
                  <a:lnTo>
                    <a:pt x="159065" y="40856"/>
                  </a:lnTo>
                  <a:lnTo>
                    <a:pt x="159545" y="40736"/>
                  </a:lnTo>
                  <a:lnTo>
                    <a:pt x="159985" y="40536"/>
                  </a:lnTo>
                  <a:lnTo>
                    <a:pt x="160425" y="40336"/>
                  </a:lnTo>
                  <a:lnTo>
                    <a:pt x="160824" y="40097"/>
                  </a:lnTo>
                  <a:lnTo>
                    <a:pt x="161184" y="39817"/>
                  </a:lnTo>
                  <a:lnTo>
                    <a:pt x="161544" y="39537"/>
                  </a:lnTo>
                  <a:lnTo>
                    <a:pt x="161824" y="39177"/>
                  </a:lnTo>
                  <a:lnTo>
                    <a:pt x="162104" y="38817"/>
                  </a:lnTo>
                  <a:lnTo>
                    <a:pt x="162343" y="38418"/>
                  </a:lnTo>
                  <a:lnTo>
                    <a:pt x="162543" y="37978"/>
                  </a:lnTo>
                  <a:lnTo>
                    <a:pt x="162743" y="37538"/>
                  </a:lnTo>
                  <a:lnTo>
                    <a:pt x="162863" y="37058"/>
                  </a:lnTo>
                  <a:lnTo>
                    <a:pt x="162903" y="36579"/>
                  </a:lnTo>
                  <a:lnTo>
                    <a:pt x="162943" y="36099"/>
                  </a:lnTo>
                  <a:lnTo>
                    <a:pt x="162943" y="4838"/>
                  </a:lnTo>
                  <a:lnTo>
                    <a:pt x="162903" y="4358"/>
                  </a:lnTo>
                  <a:lnTo>
                    <a:pt x="162863" y="3878"/>
                  </a:lnTo>
                  <a:lnTo>
                    <a:pt x="162743" y="3399"/>
                  </a:lnTo>
                  <a:lnTo>
                    <a:pt x="162543" y="2959"/>
                  </a:lnTo>
                  <a:lnTo>
                    <a:pt x="162343" y="2519"/>
                  </a:lnTo>
                  <a:lnTo>
                    <a:pt x="162104" y="2119"/>
                  </a:lnTo>
                  <a:lnTo>
                    <a:pt x="161824" y="1760"/>
                  </a:lnTo>
                  <a:lnTo>
                    <a:pt x="161544" y="1400"/>
                  </a:lnTo>
                  <a:lnTo>
                    <a:pt x="161184" y="1120"/>
                  </a:lnTo>
                  <a:lnTo>
                    <a:pt x="160824" y="840"/>
                  </a:lnTo>
                  <a:lnTo>
                    <a:pt x="160425" y="600"/>
                  </a:lnTo>
                  <a:lnTo>
                    <a:pt x="159985" y="400"/>
                  </a:lnTo>
                  <a:lnTo>
                    <a:pt x="159545" y="201"/>
                  </a:lnTo>
                  <a:lnTo>
                    <a:pt x="159065" y="81"/>
                  </a:lnTo>
                  <a:lnTo>
                    <a:pt x="158586" y="41"/>
                  </a:lnTo>
                  <a:lnTo>
                    <a:pt x="158106" y="1"/>
                  </a:lnTo>
                  <a:close/>
                </a:path>
              </a:pathLst>
            </a:custGeom>
            <a:solidFill>
              <a:schemeClr val="accent2"/>
            </a:solidFill>
            <a:ln cap="flat" cmpd="sng" w="9525">
              <a:solidFill>
                <a:schemeClr val="dk1"/>
              </a:solidFill>
              <a:prstDash val="solid"/>
              <a:round/>
              <a:headEnd len="sm" w="sm" type="none"/>
              <a:tailEnd len="sm" w="sm" type="none"/>
            </a:ln>
            <a:effectLst>
              <a:outerShdw rotWithShape="0" algn="bl" dir="2640000" dist="57150">
                <a:schemeClr val="dk1"/>
              </a:outerShdw>
            </a:effectLst>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86" name="Google Shape;686;p26"/>
            <p:cNvSpPr/>
            <p:nvPr/>
          </p:nvSpPr>
          <p:spPr>
            <a:xfrm>
              <a:off x="1073950" y="3718675"/>
              <a:ext cx="4073600" cy="230900"/>
            </a:xfrm>
            <a:custGeom>
              <a:rect b="b" l="l" r="r" t="t"/>
              <a:pathLst>
                <a:path extrusionOk="0" h="9236" w="162944">
                  <a:moveTo>
                    <a:pt x="4837" y="1"/>
                  </a:moveTo>
                  <a:lnTo>
                    <a:pt x="4357" y="41"/>
                  </a:lnTo>
                  <a:lnTo>
                    <a:pt x="3878" y="81"/>
                  </a:lnTo>
                  <a:lnTo>
                    <a:pt x="3398" y="201"/>
                  </a:lnTo>
                  <a:lnTo>
                    <a:pt x="2958" y="400"/>
                  </a:lnTo>
                  <a:lnTo>
                    <a:pt x="2519" y="600"/>
                  </a:lnTo>
                  <a:lnTo>
                    <a:pt x="2119" y="840"/>
                  </a:lnTo>
                  <a:lnTo>
                    <a:pt x="1759" y="1120"/>
                  </a:lnTo>
                  <a:lnTo>
                    <a:pt x="1399" y="1400"/>
                  </a:lnTo>
                  <a:lnTo>
                    <a:pt x="1119" y="1760"/>
                  </a:lnTo>
                  <a:lnTo>
                    <a:pt x="840" y="2119"/>
                  </a:lnTo>
                  <a:lnTo>
                    <a:pt x="600" y="2519"/>
                  </a:lnTo>
                  <a:lnTo>
                    <a:pt x="400" y="2959"/>
                  </a:lnTo>
                  <a:lnTo>
                    <a:pt x="200" y="3399"/>
                  </a:lnTo>
                  <a:lnTo>
                    <a:pt x="80" y="3878"/>
                  </a:lnTo>
                  <a:lnTo>
                    <a:pt x="40" y="4358"/>
                  </a:lnTo>
                  <a:lnTo>
                    <a:pt x="0" y="4838"/>
                  </a:lnTo>
                  <a:lnTo>
                    <a:pt x="0" y="9235"/>
                  </a:lnTo>
                  <a:lnTo>
                    <a:pt x="162943" y="9235"/>
                  </a:lnTo>
                  <a:lnTo>
                    <a:pt x="162943" y="4838"/>
                  </a:lnTo>
                  <a:lnTo>
                    <a:pt x="162903" y="4358"/>
                  </a:lnTo>
                  <a:lnTo>
                    <a:pt x="162863" y="3878"/>
                  </a:lnTo>
                  <a:lnTo>
                    <a:pt x="162743" y="3399"/>
                  </a:lnTo>
                  <a:lnTo>
                    <a:pt x="162543" y="2959"/>
                  </a:lnTo>
                  <a:lnTo>
                    <a:pt x="162343" y="2519"/>
                  </a:lnTo>
                  <a:lnTo>
                    <a:pt x="162104" y="2119"/>
                  </a:lnTo>
                  <a:lnTo>
                    <a:pt x="161824" y="1760"/>
                  </a:lnTo>
                  <a:lnTo>
                    <a:pt x="161544" y="1400"/>
                  </a:lnTo>
                  <a:lnTo>
                    <a:pt x="161184" y="1120"/>
                  </a:lnTo>
                  <a:lnTo>
                    <a:pt x="160824" y="840"/>
                  </a:lnTo>
                  <a:lnTo>
                    <a:pt x="160425" y="600"/>
                  </a:lnTo>
                  <a:lnTo>
                    <a:pt x="159985" y="400"/>
                  </a:lnTo>
                  <a:lnTo>
                    <a:pt x="159545" y="201"/>
                  </a:lnTo>
                  <a:lnTo>
                    <a:pt x="159065" y="81"/>
                  </a:lnTo>
                  <a:lnTo>
                    <a:pt x="158586" y="41"/>
                  </a:lnTo>
                  <a:lnTo>
                    <a:pt x="158106" y="1"/>
                  </a:lnTo>
                  <a:close/>
                </a:path>
              </a:pathLst>
            </a:custGeom>
            <a:solidFill>
              <a:srgbClr val="EB1C2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grpSp>
      <p:grpSp>
        <p:nvGrpSpPr>
          <p:cNvPr id="687" name="Google Shape;687;p26"/>
          <p:cNvGrpSpPr/>
          <p:nvPr/>
        </p:nvGrpSpPr>
        <p:grpSpPr>
          <a:xfrm flipH="1">
            <a:off x="-2795128" y="6985080"/>
            <a:ext cx="5244509" cy="3416559"/>
            <a:chOff x="7686124" y="3128689"/>
            <a:chExt cx="2622254" cy="1708023"/>
          </a:xfrm>
        </p:grpSpPr>
        <p:grpSp>
          <p:nvGrpSpPr>
            <p:cNvPr id="688" name="Google Shape;688;p26"/>
            <p:cNvGrpSpPr/>
            <p:nvPr/>
          </p:nvGrpSpPr>
          <p:grpSpPr>
            <a:xfrm>
              <a:off x="7686124" y="3760914"/>
              <a:ext cx="1979304" cy="1075798"/>
              <a:chOff x="1073950" y="1380100"/>
              <a:chExt cx="1882900" cy="1023400"/>
            </a:xfrm>
          </p:grpSpPr>
          <p:sp>
            <p:nvSpPr>
              <p:cNvPr id="689" name="Google Shape;689;p26"/>
              <p:cNvSpPr/>
              <p:nvPr/>
            </p:nvSpPr>
            <p:spPr>
              <a:xfrm>
                <a:off x="1073950" y="1380100"/>
                <a:ext cx="1882900" cy="1023400"/>
              </a:xfrm>
              <a:custGeom>
                <a:rect b="b" l="l" r="r" t="t"/>
                <a:pathLst>
                  <a:path extrusionOk="0" h="40936" w="75316">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36098"/>
                    </a:lnTo>
                    <a:lnTo>
                      <a:pt x="40" y="36578"/>
                    </a:lnTo>
                    <a:lnTo>
                      <a:pt x="80" y="37058"/>
                    </a:lnTo>
                    <a:lnTo>
                      <a:pt x="200" y="37537"/>
                    </a:lnTo>
                    <a:lnTo>
                      <a:pt x="400" y="37977"/>
                    </a:lnTo>
                    <a:lnTo>
                      <a:pt x="600" y="38417"/>
                    </a:lnTo>
                    <a:lnTo>
                      <a:pt x="840" y="38817"/>
                    </a:lnTo>
                    <a:lnTo>
                      <a:pt x="1119" y="39176"/>
                    </a:lnTo>
                    <a:lnTo>
                      <a:pt x="1399" y="39536"/>
                    </a:lnTo>
                    <a:lnTo>
                      <a:pt x="1759" y="39816"/>
                    </a:lnTo>
                    <a:lnTo>
                      <a:pt x="2119" y="40096"/>
                    </a:lnTo>
                    <a:lnTo>
                      <a:pt x="2519" y="40336"/>
                    </a:lnTo>
                    <a:lnTo>
                      <a:pt x="2958" y="40536"/>
                    </a:lnTo>
                    <a:lnTo>
                      <a:pt x="3398" y="40735"/>
                    </a:lnTo>
                    <a:lnTo>
                      <a:pt x="3878" y="40855"/>
                    </a:lnTo>
                    <a:lnTo>
                      <a:pt x="4357" y="40895"/>
                    </a:lnTo>
                    <a:lnTo>
                      <a:pt x="4837" y="40935"/>
                    </a:lnTo>
                    <a:lnTo>
                      <a:pt x="70478" y="40935"/>
                    </a:lnTo>
                    <a:lnTo>
                      <a:pt x="70958" y="40895"/>
                    </a:lnTo>
                    <a:lnTo>
                      <a:pt x="71438" y="40855"/>
                    </a:lnTo>
                    <a:lnTo>
                      <a:pt x="71917" y="40735"/>
                    </a:lnTo>
                    <a:lnTo>
                      <a:pt x="72357" y="40536"/>
                    </a:lnTo>
                    <a:lnTo>
                      <a:pt x="72797" y="40336"/>
                    </a:lnTo>
                    <a:lnTo>
                      <a:pt x="73196" y="40096"/>
                    </a:lnTo>
                    <a:lnTo>
                      <a:pt x="73556" y="39816"/>
                    </a:lnTo>
                    <a:lnTo>
                      <a:pt x="73916" y="39536"/>
                    </a:lnTo>
                    <a:lnTo>
                      <a:pt x="74196" y="39176"/>
                    </a:lnTo>
                    <a:lnTo>
                      <a:pt x="74476" y="38817"/>
                    </a:lnTo>
                    <a:lnTo>
                      <a:pt x="74716" y="38417"/>
                    </a:lnTo>
                    <a:lnTo>
                      <a:pt x="74915" y="37977"/>
                    </a:lnTo>
                    <a:lnTo>
                      <a:pt x="75115" y="37537"/>
                    </a:lnTo>
                    <a:lnTo>
                      <a:pt x="75235" y="37058"/>
                    </a:lnTo>
                    <a:lnTo>
                      <a:pt x="75275" y="36578"/>
                    </a:lnTo>
                    <a:lnTo>
                      <a:pt x="75315" y="36098"/>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chemeClr val="accent2"/>
              </a:solidFill>
              <a:ln cap="flat" cmpd="sng" w="9525">
                <a:solidFill>
                  <a:schemeClr val="dk1"/>
                </a:solidFill>
                <a:prstDash val="solid"/>
                <a:round/>
                <a:headEnd len="sm" w="sm" type="none"/>
                <a:tailEnd len="sm" w="sm" type="none"/>
              </a:ln>
              <a:effectLst>
                <a:outerShdw rotWithShape="0" algn="bl" dir="2640000" dist="57150">
                  <a:schemeClr val="dk1"/>
                </a:outerShdw>
              </a:effectLst>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90" name="Google Shape;690;p26"/>
              <p:cNvSpPr/>
              <p:nvPr/>
            </p:nvSpPr>
            <p:spPr>
              <a:xfrm>
                <a:off x="1073950" y="1380100"/>
                <a:ext cx="1882900" cy="230875"/>
              </a:xfrm>
              <a:custGeom>
                <a:rect b="b" l="l" r="r" t="t"/>
                <a:pathLst>
                  <a:path extrusionOk="0" h="9235" w="75316">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9234"/>
                    </a:lnTo>
                    <a:lnTo>
                      <a:pt x="75315" y="9234"/>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grpSp>
        <p:grpSp>
          <p:nvGrpSpPr>
            <p:cNvPr id="691" name="Google Shape;691;p26"/>
            <p:cNvGrpSpPr/>
            <p:nvPr/>
          </p:nvGrpSpPr>
          <p:grpSpPr>
            <a:xfrm>
              <a:off x="7986174" y="3428739"/>
              <a:ext cx="1979304" cy="1075798"/>
              <a:chOff x="1073950" y="1380100"/>
              <a:chExt cx="1882900" cy="1023400"/>
            </a:xfrm>
          </p:grpSpPr>
          <p:sp>
            <p:nvSpPr>
              <p:cNvPr id="692" name="Google Shape;692;p26"/>
              <p:cNvSpPr/>
              <p:nvPr/>
            </p:nvSpPr>
            <p:spPr>
              <a:xfrm>
                <a:off x="1073950" y="1380100"/>
                <a:ext cx="1882900" cy="1023400"/>
              </a:xfrm>
              <a:custGeom>
                <a:rect b="b" l="l" r="r" t="t"/>
                <a:pathLst>
                  <a:path extrusionOk="0" h="40936" w="75316">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36098"/>
                    </a:lnTo>
                    <a:lnTo>
                      <a:pt x="40" y="36578"/>
                    </a:lnTo>
                    <a:lnTo>
                      <a:pt x="80" y="37058"/>
                    </a:lnTo>
                    <a:lnTo>
                      <a:pt x="200" y="37537"/>
                    </a:lnTo>
                    <a:lnTo>
                      <a:pt x="400" y="37977"/>
                    </a:lnTo>
                    <a:lnTo>
                      <a:pt x="600" y="38417"/>
                    </a:lnTo>
                    <a:lnTo>
                      <a:pt x="840" y="38817"/>
                    </a:lnTo>
                    <a:lnTo>
                      <a:pt x="1119" y="39176"/>
                    </a:lnTo>
                    <a:lnTo>
                      <a:pt x="1399" y="39536"/>
                    </a:lnTo>
                    <a:lnTo>
                      <a:pt x="1759" y="39816"/>
                    </a:lnTo>
                    <a:lnTo>
                      <a:pt x="2119" y="40096"/>
                    </a:lnTo>
                    <a:lnTo>
                      <a:pt x="2519" y="40336"/>
                    </a:lnTo>
                    <a:lnTo>
                      <a:pt x="2958" y="40536"/>
                    </a:lnTo>
                    <a:lnTo>
                      <a:pt x="3398" y="40735"/>
                    </a:lnTo>
                    <a:lnTo>
                      <a:pt x="3878" y="40855"/>
                    </a:lnTo>
                    <a:lnTo>
                      <a:pt x="4357" y="40895"/>
                    </a:lnTo>
                    <a:lnTo>
                      <a:pt x="4837" y="40935"/>
                    </a:lnTo>
                    <a:lnTo>
                      <a:pt x="70478" y="40935"/>
                    </a:lnTo>
                    <a:lnTo>
                      <a:pt x="70958" y="40895"/>
                    </a:lnTo>
                    <a:lnTo>
                      <a:pt x="71438" y="40855"/>
                    </a:lnTo>
                    <a:lnTo>
                      <a:pt x="71917" y="40735"/>
                    </a:lnTo>
                    <a:lnTo>
                      <a:pt x="72357" y="40536"/>
                    </a:lnTo>
                    <a:lnTo>
                      <a:pt x="72797" y="40336"/>
                    </a:lnTo>
                    <a:lnTo>
                      <a:pt x="73196" y="40096"/>
                    </a:lnTo>
                    <a:lnTo>
                      <a:pt x="73556" y="39816"/>
                    </a:lnTo>
                    <a:lnTo>
                      <a:pt x="73916" y="39536"/>
                    </a:lnTo>
                    <a:lnTo>
                      <a:pt x="74196" y="39176"/>
                    </a:lnTo>
                    <a:lnTo>
                      <a:pt x="74476" y="38817"/>
                    </a:lnTo>
                    <a:lnTo>
                      <a:pt x="74716" y="38417"/>
                    </a:lnTo>
                    <a:lnTo>
                      <a:pt x="74915" y="37977"/>
                    </a:lnTo>
                    <a:lnTo>
                      <a:pt x="75115" y="37537"/>
                    </a:lnTo>
                    <a:lnTo>
                      <a:pt x="75235" y="37058"/>
                    </a:lnTo>
                    <a:lnTo>
                      <a:pt x="75275" y="36578"/>
                    </a:lnTo>
                    <a:lnTo>
                      <a:pt x="75315" y="36098"/>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chemeClr val="accent2"/>
              </a:solidFill>
              <a:ln cap="flat" cmpd="sng" w="9525">
                <a:solidFill>
                  <a:schemeClr val="dk1"/>
                </a:solidFill>
                <a:prstDash val="solid"/>
                <a:round/>
                <a:headEnd len="sm" w="sm" type="none"/>
                <a:tailEnd len="sm" w="sm" type="none"/>
              </a:ln>
              <a:effectLst>
                <a:outerShdw rotWithShape="0" algn="bl" dir="2640000" dist="57150">
                  <a:schemeClr val="dk1"/>
                </a:outerShdw>
              </a:effectLst>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93" name="Google Shape;693;p26"/>
              <p:cNvSpPr/>
              <p:nvPr/>
            </p:nvSpPr>
            <p:spPr>
              <a:xfrm>
                <a:off x="1073950" y="1380100"/>
                <a:ext cx="1882900" cy="230875"/>
              </a:xfrm>
              <a:custGeom>
                <a:rect b="b" l="l" r="r" t="t"/>
                <a:pathLst>
                  <a:path extrusionOk="0" h="9235" w="75316">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9234"/>
                    </a:lnTo>
                    <a:lnTo>
                      <a:pt x="75315" y="9234"/>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rgbClr val="01814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grpSp>
        <p:grpSp>
          <p:nvGrpSpPr>
            <p:cNvPr id="694" name="Google Shape;694;p26"/>
            <p:cNvGrpSpPr/>
            <p:nvPr/>
          </p:nvGrpSpPr>
          <p:grpSpPr>
            <a:xfrm>
              <a:off x="8329074" y="3128689"/>
              <a:ext cx="1979304" cy="1075798"/>
              <a:chOff x="1073950" y="1380100"/>
              <a:chExt cx="1882900" cy="1023400"/>
            </a:xfrm>
          </p:grpSpPr>
          <p:sp>
            <p:nvSpPr>
              <p:cNvPr id="695" name="Google Shape;695;p26"/>
              <p:cNvSpPr/>
              <p:nvPr/>
            </p:nvSpPr>
            <p:spPr>
              <a:xfrm>
                <a:off x="1073950" y="1380100"/>
                <a:ext cx="1882900" cy="1023400"/>
              </a:xfrm>
              <a:custGeom>
                <a:rect b="b" l="l" r="r" t="t"/>
                <a:pathLst>
                  <a:path extrusionOk="0" h="40936" w="75316">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36098"/>
                    </a:lnTo>
                    <a:lnTo>
                      <a:pt x="40" y="36578"/>
                    </a:lnTo>
                    <a:lnTo>
                      <a:pt x="80" y="37058"/>
                    </a:lnTo>
                    <a:lnTo>
                      <a:pt x="200" y="37537"/>
                    </a:lnTo>
                    <a:lnTo>
                      <a:pt x="400" y="37977"/>
                    </a:lnTo>
                    <a:lnTo>
                      <a:pt x="600" y="38417"/>
                    </a:lnTo>
                    <a:lnTo>
                      <a:pt x="840" y="38817"/>
                    </a:lnTo>
                    <a:lnTo>
                      <a:pt x="1119" y="39176"/>
                    </a:lnTo>
                    <a:lnTo>
                      <a:pt x="1399" y="39536"/>
                    </a:lnTo>
                    <a:lnTo>
                      <a:pt x="1759" y="39816"/>
                    </a:lnTo>
                    <a:lnTo>
                      <a:pt x="2119" y="40096"/>
                    </a:lnTo>
                    <a:lnTo>
                      <a:pt x="2519" y="40336"/>
                    </a:lnTo>
                    <a:lnTo>
                      <a:pt x="2958" y="40536"/>
                    </a:lnTo>
                    <a:lnTo>
                      <a:pt x="3398" y="40735"/>
                    </a:lnTo>
                    <a:lnTo>
                      <a:pt x="3878" y="40855"/>
                    </a:lnTo>
                    <a:lnTo>
                      <a:pt x="4357" y="40895"/>
                    </a:lnTo>
                    <a:lnTo>
                      <a:pt x="4837" y="40935"/>
                    </a:lnTo>
                    <a:lnTo>
                      <a:pt x="70478" y="40935"/>
                    </a:lnTo>
                    <a:lnTo>
                      <a:pt x="70958" y="40895"/>
                    </a:lnTo>
                    <a:lnTo>
                      <a:pt x="71438" y="40855"/>
                    </a:lnTo>
                    <a:lnTo>
                      <a:pt x="71917" y="40735"/>
                    </a:lnTo>
                    <a:lnTo>
                      <a:pt x="72357" y="40536"/>
                    </a:lnTo>
                    <a:lnTo>
                      <a:pt x="72797" y="40336"/>
                    </a:lnTo>
                    <a:lnTo>
                      <a:pt x="73196" y="40096"/>
                    </a:lnTo>
                    <a:lnTo>
                      <a:pt x="73556" y="39816"/>
                    </a:lnTo>
                    <a:lnTo>
                      <a:pt x="73916" y="39536"/>
                    </a:lnTo>
                    <a:lnTo>
                      <a:pt x="74196" y="39176"/>
                    </a:lnTo>
                    <a:lnTo>
                      <a:pt x="74476" y="38817"/>
                    </a:lnTo>
                    <a:lnTo>
                      <a:pt x="74716" y="38417"/>
                    </a:lnTo>
                    <a:lnTo>
                      <a:pt x="74915" y="37977"/>
                    </a:lnTo>
                    <a:lnTo>
                      <a:pt x="75115" y="37537"/>
                    </a:lnTo>
                    <a:lnTo>
                      <a:pt x="75235" y="37058"/>
                    </a:lnTo>
                    <a:lnTo>
                      <a:pt x="75275" y="36578"/>
                    </a:lnTo>
                    <a:lnTo>
                      <a:pt x="75315" y="36098"/>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chemeClr val="accent2"/>
              </a:solidFill>
              <a:ln cap="flat" cmpd="sng" w="9525">
                <a:solidFill>
                  <a:schemeClr val="dk1"/>
                </a:solidFill>
                <a:prstDash val="solid"/>
                <a:round/>
                <a:headEnd len="sm" w="sm" type="none"/>
                <a:tailEnd len="sm" w="sm" type="none"/>
              </a:ln>
              <a:effectLst>
                <a:outerShdw rotWithShape="0" algn="bl" dir="2640000" dist="57150">
                  <a:schemeClr val="dk1"/>
                </a:outerShdw>
              </a:effectLst>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96" name="Google Shape;696;p26"/>
              <p:cNvSpPr/>
              <p:nvPr/>
            </p:nvSpPr>
            <p:spPr>
              <a:xfrm>
                <a:off x="1073950" y="1380100"/>
                <a:ext cx="1882900" cy="230875"/>
              </a:xfrm>
              <a:custGeom>
                <a:rect b="b" l="l" r="r" t="t"/>
                <a:pathLst>
                  <a:path extrusionOk="0" h="9235" w="75316">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9234"/>
                    </a:lnTo>
                    <a:lnTo>
                      <a:pt x="75315" y="9234"/>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rgbClr val="EB1C2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grpSp>
      </p:grpSp>
      <p:grpSp>
        <p:nvGrpSpPr>
          <p:cNvPr id="697" name="Google Shape;697;p26"/>
          <p:cNvGrpSpPr/>
          <p:nvPr/>
        </p:nvGrpSpPr>
        <p:grpSpPr>
          <a:xfrm>
            <a:off x="16676575" y="4344566"/>
            <a:ext cx="3958609" cy="2151903"/>
            <a:chOff x="1073950" y="1380100"/>
            <a:chExt cx="1882900" cy="1023400"/>
          </a:xfrm>
        </p:grpSpPr>
        <p:sp>
          <p:nvSpPr>
            <p:cNvPr id="698" name="Google Shape;698;p26"/>
            <p:cNvSpPr/>
            <p:nvPr/>
          </p:nvSpPr>
          <p:spPr>
            <a:xfrm>
              <a:off x="1073950" y="1380100"/>
              <a:ext cx="1882900" cy="1023400"/>
            </a:xfrm>
            <a:custGeom>
              <a:rect b="b" l="l" r="r" t="t"/>
              <a:pathLst>
                <a:path extrusionOk="0" h="40936" w="75316">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36098"/>
                  </a:lnTo>
                  <a:lnTo>
                    <a:pt x="40" y="36578"/>
                  </a:lnTo>
                  <a:lnTo>
                    <a:pt x="80" y="37058"/>
                  </a:lnTo>
                  <a:lnTo>
                    <a:pt x="200" y="37537"/>
                  </a:lnTo>
                  <a:lnTo>
                    <a:pt x="400" y="37977"/>
                  </a:lnTo>
                  <a:lnTo>
                    <a:pt x="600" y="38417"/>
                  </a:lnTo>
                  <a:lnTo>
                    <a:pt x="840" y="38817"/>
                  </a:lnTo>
                  <a:lnTo>
                    <a:pt x="1119" y="39176"/>
                  </a:lnTo>
                  <a:lnTo>
                    <a:pt x="1399" y="39536"/>
                  </a:lnTo>
                  <a:lnTo>
                    <a:pt x="1759" y="39816"/>
                  </a:lnTo>
                  <a:lnTo>
                    <a:pt x="2119" y="40096"/>
                  </a:lnTo>
                  <a:lnTo>
                    <a:pt x="2519" y="40336"/>
                  </a:lnTo>
                  <a:lnTo>
                    <a:pt x="2958" y="40536"/>
                  </a:lnTo>
                  <a:lnTo>
                    <a:pt x="3398" y="40735"/>
                  </a:lnTo>
                  <a:lnTo>
                    <a:pt x="3878" y="40855"/>
                  </a:lnTo>
                  <a:lnTo>
                    <a:pt x="4357" y="40895"/>
                  </a:lnTo>
                  <a:lnTo>
                    <a:pt x="4837" y="40935"/>
                  </a:lnTo>
                  <a:lnTo>
                    <a:pt x="70478" y="40935"/>
                  </a:lnTo>
                  <a:lnTo>
                    <a:pt x="70958" y="40895"/>
                  </a:lnTo>
                  <a:lnTo>
                    <a:pt x="71438" y="40855"/>
                  </a:lnTo>
                  <a:lnTo>
                    <a:pt x="71917" y="40735"/>
                  </a:lnTo>
                  <a:lnTo>
                    <a:pt x="72357" y="40536"/>
                  </a:lnTo>
                  <a:lnTo>
                    <a:pt x="72797" y="40336"/>
                  </a:lnTo>
                  <a:lnTo>
                    <a:pt x="73196" y="40096"/>
                  </a:lnTo>
                  <a:lnTo>
                    <a:pt x="73556" y="39816"/>
                  </a:lnTo>
                  <a:lnTo>
                    <a:pt x="73916" y="39536"/>
                  </a:lnTo>
                  <a:lnTo>
                    <a:pt x="74196" y="39176"/>
                  </a:lnTo>
                  <a:lnTo>
                    <a:pt x="74476" y="38817"/>
                  </a:lnTo>
                  <a:lnTo>
                    <a:pt x="74716" y="38417"/>
                  </a:lnTo>
                  <a:lnTo>
                    <a:pt x="74915" y="37977"/>
                  </a:lnTo>
                  <a:lnTo>
                    <a:pt x="75115" y="37537"/>
                  </a:lnTo>
                  <a:lnTo>
                    <a:pt x="75235" y="37058"/>
                  </a:lnTo>
                  <a:lnTo>
                    <a:pt x="75275" y="36578"/>
                  </a:lnTo>
                  <a:lnTo>
                    <a:pt x="75315" y="36098"/>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chemeClr val="accent2"/>
            </a:solidFill>
            <a:ln cap="flat" cmpd="sng" w="9525">
              <a:solidFill>
                <a:schemeClr val="dk1"/>
              </a:solidFill>
              <a:prstDash val="solid"/>
              <a:round/>
              <a:headEnd len="sm" w="sm" type="none"/>
              <a:tailEnd len="sm" w="sm" type="none"/>
            </a:ln>
            <a:effectLst>
              <a:outerShdw rotWithShape="0" algn="bl" dir="2640000" dist="57150">
                <a:schemeClr val="dk1"/>
              </a:outerShdw>
            </a:effectLst>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699" name="Google Shape;699;p26"/>
            <p:cNvSpPr/>
            <p:nvPr/>
          </p:nvSpPr>
          <p:spPr>
            <a:xfrm>
              <a:off x="1073950" y="1380100"/>
              <a:ext cx="1882900" cy="230875"/>
            </a:xfrm>
            <a:custGeom>
              <a:rect b="b" l="l" r="r" t="t"/>
              <a:pathLst>
                <a:path extrusionOk="0" h="9235" w="75316">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9234"/>
                  </a:lnTo>
                  <a:lnTo>
                    <a:pt x="75315" y="9234"/>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rgbClr val="01814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grpSp>
      <p:grpSp>
        <p:nvGrpSpPr>
          <p:cNvPr id="700" name="Google Shape;700;p26"/>
          <p:cNvGrpSpPr/>
          <p:nvPr/>
        </p:nvGrpSpPr>
        <p:grpSpPr>
          <a:xfrm>
            <a:off x="17276675" y="3680113"/>
            <a:ext cx="3958609" cy="2151903"/>
            <a:chOff x="1073950" y="1380100"/>
            <a:chExt cx="1882900" cy="1023400"/>
          </a:xfrm>
        </p:grpSpPr>
        <p:sp>
          <p:nvSpPr>
            <p:cNvPr id="701" name="Google Shape;701;p26"/>
            <p:cNvSpPr/>
            <p:nvPr/>
          </p:nvSpPr>
          <p:spPr>
            <a:xfrm>
              <a:off x="1073950" y="1380100"/>
              <a:ext cx="1882900" cy="1023400"/>
            </a:xfrm>
            <a:custGeom>
              <a:rect b="b" l="l" r="r" t="t"/>
              <a:pathLst>
                <a:path extrusionOk="0" h="40936" w="75316">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36098"/>
                  </a:lnTo>
                  <a:lnTo>
                    <a:pt x="40" y="36578"/>
                  </a:lnTo>
                  <a:lnTo>
                    <a:pt x="80" y="37058"/>
                  </a:lnTo>
                  <a:lnTo>
                    <a:pt x="200" y="37537"/>
                  </a:lnTo>
                  <a:lnTo>
                    <a:pt x="400" y="37977"/>
                  </a:lnTo>
                  <a:lnTo>
                    <a:pt x="600" y="38417"/>
                  </a:lnTo>
                  <a:lnTo>
                    <a:pt x="840" y="38817"/>
                  </a:lnTo>
                  <a:lnTo>
                    <a:pt x="1119" y="39176"/>
                  </a:lnTo>
                  <a:lnTo>
                    <a:pt x="1399" y="39536"/>
                  </a:lnTo>
                  <a:lnTo>
                    <a:pt x="1759" y="39816"/>
                  </a:lnTo>
                  <a:lnTo>
                    <a:pt x="2119" y="40096"/>
                  </a:lnTo>
                  <a:lnTo>
                    <a:pt x="2519" y="40336"/>
                  </a:lnTo>
                  <a:lnTo>
                    <a:pt x="2958" y="40536"/>
                  </a:lnTo>
                  <a:lnTo>
                    <a:pt x="3398" y="40735"/>
                  </a:lnTo>
                  <a:lnTo>
                    <a:pt x="3878" y="40855"/>
                  </a:lnTo>
                  <a:lnTo>
                    <a:pt x="4357" y="40895"/>
                  </a:lnTo>
                  <a:lnTo>
                    <a:pt x="4837" y="40935"/>
                  </a:lnTo>
                  <a:lnTo>
                    <a:pt x="70478" y="40935"/>
                  </a:lnTo>
                  <a:lnTo>
                    <a:pt x="70958" y="40895"/>
                  </a:lnTo>
                  <a:lnTo>
                    <a:pt x="71438" y="40855"/>
                  </a:lnTo>
                  <a:lnTo>
                    <a:pt x="71917" y="40735"/>
                  </a:lnTo>
                  <a:lnTo>
                    <a:pt x="72357" y="40536"/>
                  </a:lnTo>
                  <a:lnTo>
                    <a:pt x="72797" y="40336"/>
                  </a:lnTo>
                  <a:lnTo>
                    <a:pt x="73196" y="40096"/>
                  </a:lnTo>
                  <a:lnTo>
                    <a:pt x="73556" y="39816"/>
                  </a:lnTo>
                  <a:lnTo>
                    <a:pt x="73916" y="39536"/>
                  </a:lnTo>
                  <a:lnTo>
                    <a:pt x="74196" y="39176"/>
                  </a:lnTo>
                  <a:lnTo>
                    <a:pt x="74476" y="38817"/>
                  </a:lnTo>
                  <a:lnTo>
                    <a:pt x="74716" y="38417"/>
                  </a:lnTo>
                  <a:lnTo>
                    <a:pt x="74915" y="37977"/>
                  </a:lnTo>
                  <a:lnTo>
                    <a:pt x="75115" y="37537"/>
                  </a:lnTo>
                  <a:lnTo>
                    <a:pt x="75235" y="37058"/>
                  </a:lnTo>
                  <a:lnTo>
                    <a:pt x="75275" y="36578"/>
                  </a:lnTo>
                  <a:lnTo>
                    <a:pt x="75315" y="36098"/>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chemeClr val="accent2"/>
            </a:solidFill>
            <a:ln cap="flat" cmpd="sng" w="9525">
              <a:solidFill>
                <a:schemeClr val="dk1"/>
              </a:solidFill>
              <a:prstDash val="solid"/>
              <a:round/>
              <a:headEnd len="sm" w="sm" type="none"/>
              <a:tailEnd len="sm" w="sm" type="none"/>
            </a:ln>
            <a:effectLst>
              <a:outerShdw rotWithShape="0" algn="bl" dir="2640000" dist="57150">
                <a:schemeClr val="dk1"/>
              </a:outerShdw>
            </a:effectLst>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702" name="Google Shape;702;p26"/>
            <p:cNvSpPr/>
            <p:nvPr/>
          </p:nvSpPr>
          <p:spPr>
            <a:xfrm>
              <a:off x="1073950" y="1380100"/>
              <a:ext cx="1882900" cy="230875"/>
            </a:xfrm>
            <a:custGeom>
              <a:rect b="b" l="l" r="r" t="t"/>
              <a:pathLst>
                <a:path extrusionOk="0" h="9235" w="75316">
                  <a:moveTo>
                    <a:pt x="4837" y="0"/>
                  </a:moveTo>
                  <a:lnTo>
                    <a:pt x="4357" y="40"/>
                  </a:lnTo>
                  <a:lnTo>
                    <a:pt x="3878" y="80"/>
                  </a:lnTo>
                  <a:lnTo>
                    <a:pt x="3398" y="200"/>
                  </a:lnTo>
                  <a:lnTo>
                    <a:pt x="2958" y="400"/>
                  </a:lnTo>
                  <a:lnTo>
                    <a:pt x="2519" y="600"/>
                  </a:lnTo>
                  <a:lnTo>
                    <a:pt x="2119" y="839"/>
                  </a:lnTo>
                  <a:lnTo>
                    <a:pt x="1759" y="1119"/>
                  </a:lnTo>
                  <a:lnTo>
                    <a:pt x="1399" y="1399"/>
                  </a:lnTo>
                  <a:lnTo>
                    <a:pt x="1119" y="1759"/>
                  </a:lnTo>
                  <a:lnTo>
                    <a:pt x="840" y="2119"/>
                  </a:lnTo>
                  <a:lnTo>
                    <a:pt x="600" y="2518"/>
                  </a:lnTo>
                  <a:lnTo>
                    <a:pt x="400" y="2958"/>
                  </a:lnTo>
                  <a:lnTo>
                    <a:pt x="200" y="3398"/>
                  </a:lnTo>
                  <a:lnTo>
                    <a:pt x="80" y="3878"/>
                  </a:lnTo>
                  <a:lnTo>
                    <a:pt x="40" y="4357"/>
                  </a:lnTo>
                  <a:lnTo>
                    <a:pt x="0" y="4837"/>
                  </a:lnTo>
                  <a:lnTo>
                    <a:pt x="0" y="9234"/>
                  </a:lnTo>
                  <a:lnTo>
                    <a:pt x="75315" y="9234"/>
                  </a:lnTo>
                  <a:lnTo>
                    <a:pt x="75315" y="4837"/>
                  </a:lnTo>
                  <a:lnTo>
                    <a:pt x="75275" y="4357"/>
                  </a:lnTo>
                  <a:lnTo>
                    <a:pt x="75235" y="3878"/>
                  </a:lnTo>
                  <a:lnTo>
                    <a:pt x="75115" y="3398"/>
                  </a:lnTo>
                  <a:lnTo>
                    <a:pt x="74915" y="2958"/>
                  </a:lnTo>
                  <a:lnTo>
                    <a:pt x="74716" y="2518"/>
                  </a:lnTo>
                  <a:lnTo>
                    <a:pt x="74476" y="2119"/>
                  </a:lnTo>
                  <a:lnTo>
                    <a:pt x="74196" y="1759"/>
                  </a:lnTo>
                  <a:lnTo>
                    <a:pt x="73916" y="1399"/>
                  </a:lnTo>
                  <a:lnTo>
                    <a:pt x="73556" y="1119"/>
                  </a:lnTo>
                  <a:lnTo>
                    <a:pt x="73196" y="839"/>
                  </a:lnTo>
                  <a:lnTo>
                    <a:pt x="72797" y="600"/>
                  </a:lnTo>
                  <a:lnTo>
                    <a:pt x="72357" y="400"/>
                  </a:lnTo>
                  <a:lnTo>
                    <a:pt x="71917" y="200"/>
                  </a:lnTo>
                  <a:lnTo>
                    <a:pt x="71438" y="80"/>
                  </a:lnTo>
                  <a:lnTo>
                    <a:pt x="70958" y="40"/>
                  </a:lnTo>
                  <a:lnTo>
                    <a:pt x="70478" y="0"/>
                  </a:lnTo>
                  <a:close/>
                </a:path>
              </a:pathLst>
            </a:custGeom>
            <a:solidFill>
              <a:srgbClr val="EB1C2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grpSp>
      <p:grpSp>
        <p:nvGrpSpPr>
          <p:cNvPr id="703" name="Google Shape;703;p26"/>
          <p:cNvGrpSpPr/>
          <p:nvPr/>
        </p:nvGrpSpPr>
        <p:grpSpPr>
          <a:xfrm>
            <a:off x="14508833" y="8482378"/>
            <a:ext cx="6610261" cy="4315360"/>
            <a:chOff x="5351400" y="1380100"/>
            <a:chExt cx="2866300" cy="1870875"/>
          </a:xfrm>
        </p:grpSpPr>
        <p:sp>
          <p:nvSpPr>
            <p:cNvPr id="704" name="Google Shape;704;p26"/>
            <p:cNvSpPr/>
            <p:nvPr/>
          </p:nvSpPr>
          <p:spPr>
            <a:xfrm>
              <a:off x="5351400" y="1380100"/>
              <a:ext cx="2866300" cy="1870875"/>
            </a:xfrm>
            <a:custGeom>
              <a:rect b="b" l="l" r="r" t="t"/>
              <a:pathLst>
                <a:path extrusionOk="0" h="74835" w="114652">
                  <a:moveTo>
                    <a:pt x="4837" y="0"/>
                  </a:moveTo>
                  <a:lnTo>
                    <a:pt x="4358" y="40"/>
                  </a:lnTo>
                  <a:lnTo>
                    <a:pt x="3878" y="80"/>
                  </a:lnTo>
                  <a:lnTo>
                    <a:pt x="3398" y="200"/>
                  </a:lnTo>
                  <a:lnTo>
                    <a:pt x="2958" y="400"/>
                  </a:lnTo>
                  <a:lnTo>
                    <a:pt x="2519" y="600"/>
                  </a:lnTo>
                  <a:lnTo>
                    <a:pt x="2119" y="839"/>
                  </a:lnTo>
                  <a:lnTo>
                    <a:pt x="1759" y="1119"/>
                  </a:lnTo>
                  <a:lnTo>
                    <a:pt x="1399" y="1399"/>
                  </a:lnTo>
                  <a:lnTo>
                    <a:pt x="1120" y="1759"/>
                  </a:lnTo>
                  <a:lnTo>
                    <a:pt x="840" y="2119"/>
                  </a:lnTo>
                  <a:lnTo>
                    <a:pt x="600" y="2518"/>
                  </a:lnTo>
                  <a:lnTo>
                    <a:pt x="400" y="2958"/>
                  </a:lnTo>
                  <a:lnTo>
                    <a:pt x="200" y="3398"/>
                  </a:lnTo>
                  <a:lnTo>
                    <a:pt x="80" y="3878"/>
                  </a:lnTo>
                  <a:lnTo>
                    <a:pt x="40" y="4357"/>
                  </a:lnTo>
                  <a:lnTo>
                    <a:pt x="0" y="4837"/>
                  </a:lnTo>
                  <a:lnTo>
                    <a:pt x="0" y="69998"/>
                  </a:lnTo>
                  <a:lnTo>
                    <a:pt x="40" y="70478"/>
                  </a:lnTo>
                  <a:lnTo>
                    <a:pt x="80" y="70957"/>
                  </a:lnTo>
                  <a:lnTo>
                    <a:pt x="200" y="71437"/>
                  </a:lnTo>
                  <a:lnTo>
                    <a:pt x="400" y="71877"/>
                  </a:lnTo>
                  <a:lnTo>
                    <a:pt x="600" y="72316"/>
                  </a:lnTo>
                  <a:lnTo>
                    <a:pt x="840" y="72716"/>
                  </a:lnTo>
                  <a:lnTo>
                    <a:pt x="1120" y="73076"/>
                  </a:lnTo>
                  <a:lnTo>
                    <a:pt x="1399" y="73436"/>
                  </a:lnTo>
                  <a:lnTo>
                    <a:pt x="1759" y="73716"/>
                  </a:lnTo>
                  <a:lnTo>
                    <a:pt x="2119" y="73995"/>
                  </a:lnTo>
                  <a:lnTo>
                    <a:pt x="2519" y="74235"/>
                  </a:lnTo>
                  <a:lnTo>
                    <a:pt x="2958" y="74435"/>
                  </a:lnTo>
                  <a:lnTo>
                    <a:pt x="3398" y="74635"/>
                  </a:lnTo>
                  <a:lnTo>
                    <a:pt x="3878" y="74755"/>
                  </a:lnTo>
                  <a:lnTo>
                    <a:pt x="4358" y="74795"/>
                  </a:lnTo>
                  <a:lnTo>
                    <a:pt x="4837" y="74835"/>
                  </a:lnTo>
                  <a:lnTo>
                    <a:pt x="109815" y="74835"/>
                  </a:lnTo>
                  <a:lnTo>
                    <a:pt x="110295" y="74795"/>
                  </a:lnTo>
                  <a:lnTo>
                    <a:pt x="110774" y="74755"/>
                  </a:lnTo>
                  <a:lnTo>
                    <a:pt x="111254" y="74635"/>
                  </a:lnTo>
                  <a:lnTo>
                    <a:pt x="111694" y="74435"/>
                  </a:lnTo>
                  <a:lnTo>
                    <a:pt x="112134" y="74235"/>
                  </a:lnTo>
                  <a:lnTo>
                    <a:pt x="112533" y="73995"/>
                  </a:lnTo>
                  <a:lnTo>
                    <a:pt x="112893" y="73716"/>
                  </a:lnTo>
                  <a:lnTo>
                    <a:pt x="113253" y="73436"/>
                  </a:lnTo>
                  <a:lnTo>
                    <a:pt x="113533" y="73076"/>
                  </a:lnTo>
                  <a:lnTo>
                    <a:pt x="113813" y="72716"/>
                  </a:lnTo>
                  <a:lnTo>
                    <a:pt x="114052" y="72316"/>
                  </a:lnTo>
                  <a:lnTo>
                    <a:pt x="114252" y="71877"/>
                  </a:lnTo>
                  <a:lnTo>
                    <a:pt x="114452" y="71437"/>
                  </a:lnTo>
                  <a:lnTo>
                    <a:pt x="114572" y="70957"/>
                  </a:lnTo>
                  <a:lnTo>
                    <a:pt x="114612" y="70478"/>
                  </a:lnTo>
                  <a:lnTo>
                    <a:pt x="114652" y="69998"/>
                  </a:lnTo>
                  <a:lnTo>
                    <a:pt x="114652" y="4837"/>
                  </a:lnTo>
                  <a:lnTo>
                    <a:pt x="114612" y="4357"/>
                  </a:lnTo>
                  <a:lnTo>
                    <a:pt x="114572" y="3878"/>
                  </a:lnTo>
                  <a:lnTo>
                    <a:pt x="114452" y="3398"/>
                  </a:lnTo>
                  <a:lnTo>
                    <a:pt x="114252" y="2958"/>
                  </a:lnTo>
                  <a:lnTo>
                    <a:pt x="114052" y="2518"/>
                  </a:lnTo>
                  <a:lnTo>
                    <a:pt x="113813" y="2119"/>
                  </a:lnTo>
                  <a:lnTo>
                    <a:pt x="113533" y="1759"/>
                  </a:lnTo>
                  <a:lnTo>
                    <a:pt x="113253" y="1399"/>
                  </a:lnTo>
                  <a:lnTo>
                    <a:pt x="112893" y="1119"/>
                  </a:lnTo>
                  <a:lnTo>
                    <a:pt x="112533" y="839"/>
                  </a:lnTo>
                  <a:lnTo>
                    <a:pt x="112134" y="600"/>
                  </a:lnTo>
                  <a:lnTo>
                    <a:pt x="111694" y="400"/>
                  </a:lnTo>
                  <a:lnTo>
                    <a:pt x="111254" y="200"/>
                  </a:lnTo>
                  <a:lnTo>
                    <a:pt x="110774" y="80"/>
                  </a:lnTo>
                  <a:lnTo>
                    <a:pt x="110295" y="40"/>
                  </a:lnTo>
                  <a:lnTo>
                    <a:pt x="109815" y="0"/>
                  </a:lnTo>
                  <a:close/>
                </a:path>
              </a:pathLst>
            </a:custGeom>
            <a:solidFill>
              <a:schemeClr val="accent2"/>
            </a:solidFill>
            <a:ln cap="flat" cmpd="sng" w="9525">
              <a:solidFill>
                <a:schemeClr val="dk1"/>
              </a:solidFill>
              <a:prstDash val="solid"/>
              <a:round/>
              <a:headEnd len="sm" w="sm" type="none"/>
              <a:tailEnd len="sm" w="sm" type="none"/>
            </a:ln>
            <a:effectLst>
              <a:outerShdw rotWithShape="0" algn="bl" dir="2640000" dist="57150">
                <a:schemeClr val="dk1"/>
              </a:outerShdw>
            </a:effectLst>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sp>
          <p:nvSpPr>
            <p:cNvPr id="705" name="Google Shape;705;p26"/>
            <p:cNvSpPr/>
            <p:nvPr/>
          </p:nvSpPr>
          <p:spPr>
            <a:xfrm>
              <a:off x="5351400" y="1380100"/>
              <a:ext cx="2866300" cy="230875"/>
            </a:xfrm>
            <a:custGeom>
              <a:rect b="b" l="l" r="r" t="t"/>
              <a:pathLst>
                <a:path extrusionOk="0" h="9235" w="114652">
                  <a:moveTo>
                    <a:pt x="4837" y="0"/>
                  </a:moveTo>
                  <a:lnTo>
                    <a:pt x="4358" y="40"/>
                  </a:lnTo>
                  <a:lnTo>
                    <a:pt x="3878" y="80"/>
                  </a:lnTo>
                  <a:lnTo>
                    <a:pt x="3398" y="200"/>
                  </a:lnTo>
                  <a:lnTo>
                    <a:pt x="2958" y="400"/>
                  </a:lnTo>
                  <a:lnTo>
                    <a:pt x="2519" y="600"/>
                  </a:lnTo>
                  <a:lnTo>
                    <a:pt x="2119" y="839"/>
                  </a:lnTo>
                  <a:lnTo>
                    <a:pt x="1759" y="1119"/>
                  </a:lnTo>
                  <a:lnTo>
                    <a:pt x="1399" y="1399"/>
                  </a:lnTo>
                  <a:lnTo>
                    <a:pt x="1120" y="1759"/>
                  </a:lnTo>
                  <a:lnTo>
                    <a:pt x="840" y="2119"/>
                  </a:lnTo>
                  <a:lnTo>
                    <a:pt x="600" y="2518"/>
                  </a:lnTo>
                  <a:lnTo>
                    <a:pt x="400" y="2958"/>
                  </a:lnTo>
                  <a:lnTo>
                    <a:pt x="200" y="3398"/>
                  </a:lnTo>
                  <a:lnTo>
                    <a:pt x="80" y="3878"/>
                  </a:lnTo>
                  <a:lnTo>
                    <a:pt x="40" y="4357"/>
                  </a:lnTo>
                  <a:lnTo>
                    <a:pt x="0" y="4837"/>
                  </a:lnTo>
                  <a:lnTo>
                    <a:pt x="0" y="9234"/>
                  </a:lnTo>
                  <a:lnTo>
                    <a:pt x="114652" y="9234"/>
                  </a:lnTo>
                  <a:lnTo>
                    <a:pt x="114652" y="4837"/>
                  </a:lnTo>
                  <a:lnTo>
                    <a:pt x="114612" y="4357"/>
                  </a:lnTo>
                  <a:lnTo>
                    <a:pt x="114572" y="3878"/>
                  </a:lnTo>
                  <a:lnTo>
                    <a:pt x="114452" y="3398"/>
                  </a:lnTo>
                  <a:lnTo>
                    <a:pt x="114252" y="2958"/>
                  </a:lnTo>
                  <a:lnTo>
                    <a:pt x="114052" y="2518"/>
                  </a:lnTo>
                  <a:lnTo>
                    <a:pt x="113813" y="2119"/>
                  </a:lnTo>
                  <a:lnTo>
                    <a:pt x="113533" y="1759"/>
                  </a:lnTo>
                  <a:lnTo>
                    <a:pt x="113253" y="1399"/>
                  </a:lnTo>
                  <a:lnTo>
                    <a:pt x="112893" y="1119"/>
                  </a:lnTo>
                  <a:lnTo>
                    <a:pt x="112533" y="839"/>
                  </a:lnTo>
                  <a:lnTo>
                    <a:pt x="112134" y="600"/>
                  </a:lnTo>
                  <a:lnTo>
                    <a:pt x="111694" y="400"/>
                  </a:lnTo>
                  <a:lnTo>
                    <a:pt x="111254" y="200"/>
                  </a:lnTo>
                  <a:lnTo>
                    <a:pt x="110774" y="80"/>
                  </a:lnTo>
                  <a:lnTo>
                    <a:pt x="110295" y="40"/>
                  </a:lnTo>
                  <a:lnTo>
                    <a:pt x="109815" y="0"/>
                  </a:lnTo>
                  <a:close/>
                </a:path>
              </a:pathLst>
            </a:custGeom>
            <a:solidFill>
              <a:srgbClr val="01814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5400"/>
                <a:buFont typeface="Arial"/>
                <a:buNone/>
              </a:pPr>
              <a:r>
                <a:t/>
              </a:r>
              <a:endParaRPr b="0" i="0" sz="5400" u="none" cap="none" strike="noStrike">
                <a:solidFill>
                  <a:schemeClr val="dk1"/>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5"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73529" y="395691"/>
            <a:ext cx="17340900" cy="7914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6600"/>
              <a:buFont typeface="Playfair Display"/>
              <a:buNone/>
              <a:defRPr b="0" i="0" sz="6600" u="none" cap="none" strike="noStrike">
                <a:solidFill>
                  <a:schemeClr val="dk1"/>
                </a:solidFill>
                <a:latin typeface="Playfair Display"/>
                <a:ea typeface="Playfair Display"/>
                <a:cs typeface="Playfair Display"/>
                <a:sym typeface="Playfair Display"/>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p:txBody>
      </p:sp>
      <p:sp>
        <p:nvSpPr>
          <p:cNvPr id="11" name="Google Shape;11;p1"/>
          <p:cNvSpPr txBox="1"/>
          <p:nvPr>
            <p:ph idx="1" type="body"/>
          </p:nvPr>
        </p:nvSpPr>
        <p:spPr>
          <a:xfrm>
            <a:off x="1042988" y="2493893"/>
            <a:ext cx="16771500" cy="6528000"/>
          </a:xfrm>
          <a:prstGeom prst="rect">
            <a:avLst/>
          </a:prstGeom>
          <a:noFill/>
          <a:ln>
            <a:noFill/>
          </a:ln>
        </p:spPr>
        <p:txBody>
          <a:bodyPr anchorCtr="0" anchor="t" bIns="45700" lIns="91425" spcFirstLastPara="1" rIns="91425" wrap="square" tIns="45700">
            <a:normAutofit/>
          </a:bodyPr>
          <a:lstStyle>
            <a:lvl1pPr indent="-495300" lvl="0" marL="457200" marR="0" rtl="0" algn="l">
              <a:lnSpc>
                <a:spcPct val="90000"/>
              </a:lnSpc>
              <a:spcBef>
                <a:spcPts val="1500"/>
              </a:spcBef>
              <a:spcAft>
                <a:spcPts val="0"/>
              </a:spcAft>
              <a:buClr>
                <a:schemeClr val="dk1"/>
              </a:buClr>
              <a:buSzPts val="4200"/>
              <a:buFont typeface="Arial"/>
              <a:buChar char="•"/>
              <a:defRPr b="0" i="0" sz="4200" u="none" cap="none" strike="noStrike">
                <a:solidFill>
                  <a:schemeClr val="dk1"/>
                </a:solidFill>
                <a:latin typeface="Roboto"/>
                <a:ea typeface="Roboto"/>
                <a:cs typeface="Roboto"/>
                <a:sym typeface="Roboto"/>
              </a:defRPr>
            </a:lvl1pPr>
            <a:lvl2pPr indent="-457200" lvl="1" marL="914400" marR="0" rtl="0" algn="l">
              <a:lnSpc>
                <a:spcPct val="90000"/>
              </a:lnSpc>
              <a:spcBef>
                <a:spcPts val="750"/>
              </a:spcBef>
              <a:spcAft>
                <a:spcPts val="0"/>
              </a:spcAft>
              <a:buClr>
                <a:schemeClr val="dk1"/>
              </a:buClr>
              <a:buSzPts val="3600"/>
              <a:buFont typeface="Arial"/>
              <a:buChar char="•"/>
              <a:defRPr b="0" i="0" sz="3600" u="none" cap="none" strike="noStrike">
                <a:solidFill>
                  <a:schemeClr val="dk1"/>
                </a:solidFill>
                <a:latin typeface="Roboto"/>
                <a:ea typeface="Roboto"/>
                <a:cs typeface="Roboto"/>
                <a:sym typeface="Roboto"/>
              </a:defRPr>
            </a:lvl2pPr>
            <a:lvl3pPr indent="-419100" lvl="2" marL="1371600" marR="0" rtl="0" algn="l">
              <a:lnSpc>
                <a:spcPct val="90000"/>
              </a:lnSpc>
              <a:spcBef>
                <a:spcPts val="750"/>
              </a:spcBef>
              <a:spcAft>
                <a:spcPts val="0"/>
              </a:spcAft>
              <a:buClr>
                <a:schemeClr val="dk1"/>
              </a:buClr>
              <a:buSzPts val="3000"/>
              <a:buFont typeface="Arial"/>
              <a:buChar char="•"/>
              <a:defRPr b="0" i="0" sz="3000" u="none" cap="none" strike="noStrike">
                <a:solidFill>
                  <a:schemeClr val="dk1"/>
                </a:solidFill>
                <a:latin typeface="Roboto"/>
                <a:ea typeface="Roboto"/>
                <a:cs typeface="Roboto"/>
                <a:sym typeface="Roboto"/>
              </a:defRPr>
            </a:lvl3pPr>
            <a:lvl4pPr indent="-400050" lvl="3" marL="1828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4pPr>
            <a:lvl5pPr indent="-400050" lvl="4" marL="22860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5pPr>
            <a:lvl6pPr indent="-400050" lvl="5" marL="27432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6pPr>
            <a:lvl7pPr indent="-400050" lvl="6" marL="32004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7pPr>
            <a:lvl8pPr indent="-400050" lvl="7" marL="36576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8pPr>
            <a:lvl9pPr indent="-400050" lvl="8" marL="4114800" marR="0" rtl="0" algn="l">
              <a:lnSpc>
                <a:spcPct val="90000"/>
              </a:lnSpc>
              <a:spcBef>
                <a:spcPts val="750"/>
              </a:spcBef>
              <a:spcAft>
                <a:spcPts val="0"/>
              </a:spcAft>
              <a:buClr>
                <a:schemeClr val="dk1"/>
              </a:buClr>
              <a:buSzPts val="2700"/>
              <a:buFont typeface="Arial"/>
              <a:buChar char="•"/>
              <a:defRPr b="0" i="0" sz="2700" u="none" cap="none" strike="noStrike">
                <a:solidFill>
                  <a:schemeClr val="dk1"/>
                </a:solidFill>
                <a:latin typeface="Roboto"/>
                <a:ea typeface="Roboto"/>
                <a:cs typeface="Roboto"/>
                <a:sym typeface="Roboto"/>
              </a:defRPr>
            </a:lvl9pPr>
          </a:lstStyle>
          <a:p/>
        </p:txBody>
      </p:sp>
      <p:sp>
        <p:nvSpPr>
          <p:cNvPr id="12" name="Google Shape;12;p1"/>
          <p:cNvSpPr txBox="1"/>
          <p:nvPr>
            <p:ph idx="10" type="dt"/>
          </p:nvPr>
        </p:nvSpPr>
        <p:spPr>
          <a:xfrm>
            <a:off x="2547256" y="9535998"/>
            <a:ext cx="2824800" cy="5478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solidFill>
                  <a:srgbClr val="919091"/>
                </a:solidFill>
                <a:latin typeface="Roboto"/>
                <a:ea typeface="Roboto"/>
                <a:cs typeface="Roboto"/>
                <a:sym typeface="Roboto"/>
              </a:defRPr>
            </a:lvl1pPr>
            <a:lvl2pPr lvl="1"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2pPr>
            <a:lvl3pPr lvl="2"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3pPr>
            <a:lvl4pPr lvl="3"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4pPr>
            <a:lvl5pPr lvl="4"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5pPr>
            <a:lvl6pPr lvl="5"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6pPr>
            <a:lvl7pPr lvl="6"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7pPr>
            <a:lvl8pPr lvl="7"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8pPr>
            <a:lvl9pPr lvl="8"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9pPr>
          </a:lstStyle>
          <a:p/>
        </p:txBody>
      </p:sp>
      <p:sp>
        <p:nvSpPr>
          <p:cNvPr id="13" name="Google Shape;13;p1"/>
          <p:cNvSpPr txBox="1"/>
          <p:nvPr>
            <p:ph idx="11" type="ftr"/>
          </p:nvPr>
        </p:nvSpPr>
        <p:spPr>
          <a:xfrm>
            <a:off x="6057900" y="9535998"/>
            <a:ext cx="6172200" cy="5478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800" u="none" cap="none" strike="noStrike">
                <a:solidFill>
                  <a:srgbClr val="919091"/>
                </a:solidFill>
                <a:latin typeface="Roboto"/>
                <a:ea typeface="Roboto"/>
                <a:cs typeface="Roboto"/>
                <a:sym typeface="Roboto"/>
              </a:defRPr>
            </a:lvl1pPr>
            <a:lvl2pPr lvl="1"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2pPr>
            <a:lvl3pPr lvl="2"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3pPr>
            <a:lvl4pPr lvl="3"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4pPr>
            <a:lvl5pPr lvl="4"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5pPr>
            <a:lvl6pPr lvl="5"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6pPr>
            <a:lvl7pPr lvl="6"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7pPr>
            <a:lvl8pPr lvl="7"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8pPr>
            <a:lvl9pPr lvl="8" marR="0" rtl="0" algn="l">
              <a:spcBef>
                <a:spcPts val="0"/>
              </a:spcBef>
              <a:spcAft>
                <a:spcPts val="0"/>
              </a:spcAft>
              <a:buSzPts val="1400"/>
              <a:buNone/>
              <a:defRPr b="0" i="0" sz="2700" u="none" cap="none" strike="noStrike">
                <a:solidFill>
                  <a:schemeClr val="dk1"/>
                </a:solidFill>
                <a:latin typeface="Roboto"/>
                <a:ea typeface="Roboto"/>
                <a:cs typeface="Roboto"/>
                <a:sym typeface="Roboto"/>
              </a:defRPr>
            </a:lvl9pPr>
          </a:lstStyle>
          <a:p/>
        </p:txBody>
      </p:sp>
      <p:sp>
        <p:nvSpPr>
          <p:cNvPr id="14" name="Google Shape;14;p1"/>
          <p:cNvSpPr txBox="1"/>
          <p:nvPr>
            <p:ph idx="12" type="sldNum"/>
          </p:nvPr>
        </p:nvSpPr>
        <p:spPr>
          <a:xfrm>
            <a:off x="17030700" y="9535996"/>
            <a:ext cx="783900" cy="54780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800" u="none" cap="none" strike="noStrike">
                <a:solidFill>
                  <a:srgbClr val="919091"/>
                </a:solidFill>
                <a:latin typeface="Roboto"/>
                <a:ea typeface="Roboto"/>
                <a:cs typeface="Roboto"/>
                <a:sym typeface="Roboto"/>
              </a:defRPr>
            </a:lvl1pPr>
            <a:lvl2pPr indent="0" lvl="1" marL="0" marR="0" rtl="0" algn="r">
              <a:spcBef>
                <a:spcPts val="0"/>
              </a:spcBef>
              <a:buNone/>
              <a:defRPr b="0" i="0" sz="1800" u="none" cap="none" strike="noStrike">
                <a:solidFill>
                  <a:srgbClr val="919091"/>
                </a:solidFill>
                <a:latin typeface="Roboto"/>
                <a:ea typeface="Roboto"/>
                <a:cs typeface="Roboto"/>
                <a:sym typeface="Roboto"/>
              </a:defRPr>
            </a:lvl2pPr>
            <a:lvl3pPr indent="0" lvl="2" marL="0" marR="0" rtl="0" algn="r">
              <a:spcBef>
                <a:spcPts val="0"/>
              </a:spcBef>
              <a:buNone/>
              <a:defRPr b="0" i="0" sz="1800" u="none" cap="none" strike="noStrike">
                <a:solidFill>
                  <a:srgbClr val="919091"/>
                </a:solidFill>
                <a:latin typeface="Roboto"/>
                <a:ea typeface="Roboto"/>
                <a:cs typeface="Roboto"/>
                <a:sym typeface="Roboto"/>
              </a:defRPr>
            </a:lvl3pPr>
            <a:lvl4pPr indent="0" lvl="3" marL="0" marR="0" rtl="0" algn="r">
              <a:spcBef>
                <a:spcPts val="0"/>
              </a:spcBef>
              <a:buNone/>
              <a:defRPr b="0" i="0" sz="1800" u="none" cap="none" strike="noStrike">
                <a:solidFill>
                  <a:srgbClr val="919091"/>
                </a:solidFill>
                <a:latin typeface="Roboto"/>
                <a:ea typeface="Roboto"/>
                <a:cs typeface="Roboto"/>
                <a:sym typeface="Roboto"/>
              </a:defRPr>
            </a:lvl4pPr>
            <a:lvl5pPr indent="0" lvl="4" marL="0" marR="0" rtl="0" algn="r">
              <a:spcBef>
                <a:spcPts val="0"/>
              </a:spcBef>
              <a:buNone/>
              <a:defRPr b="0" i="0" sz="1800" u="none" cap="none" strike="noStrike">
                <a:solidFill>
                  <a:srgbClr val="919091"/>
                </a:solidFill>
                <a:latin typeface="Roboto"/>
                <a:ea typeface="Roboto"/>
                <a:cs typeface="Roboto"/>
                <a:sym typeface="Roboto"/>
              </a:defRPr>
            </a:lvl5pPr>
            <a:lvl6pPr indent="0" lvl="5" marL="0" marR="0" rtl="0" algn="r">
              <a:spcBef>
                <a:spcPts val="0"/>
              </a:spcBef>
              <a:buNone/>
              <a:defRPr b="0" i="0" sz="1800" u="none" cap="none" strike="noStrike">
                <a:solidFill>
                  <a:srgbClr val="919091"/>
                </a:solidFill>
                <a:latin typeface="Roboto"/>
                <a:ea typeface="Roboto"/>
                <a:cs typeface="Roboto"/>
                <a:sym typeface="Roboto"/>
              </a:defRPr>
            </a:lvl6pPr>
            <a:lvl7pPr indent="0" lvl="6" marL="0" marR="0" rtl="0" algn="r">
              <a:spcBef>
                <a:spcPts val="0"/>
              </a:spcBef>
              <a:buNone/>
              <a:defRPr b="0" i="0" sz="1800" u="none" cap="none" strike="noStrike">
                <a:solidFill>
                  <a:srgbClr val="919091"/>
                </a:solidFill>
                <a:latin typeface="Roboto"/>
                <a:ea typeface="Roboto"/>
                <a:cs typeface="Roboto"/>
                <a:sym typeface="Roboto"/>
              </a:defRPr>
            </a:lvl7pPr>
            <a:lvl8pPr indent="0" lvl="7" marL="0" marR="0" rtl="0" algn="r">
              <a:spcBef>
                <a:spcPts val="0"/>
              </a:spcBef>
              <a:buNone/>
              <a:defRPr b="0" i="0" sz="1800" u="none" cap="none" strike="noStrike">
                <a:solidFill>
                  <a:srgbClr val="919091"/>
                </a:solidFill>
                <a:latin typeface="Roboto"/>
                <a:ea typeface="Roboto"/>
                <a:cs typeface="Roboto"/>
                <a:sym typeface="Roboto"/>
              </a:defRPr>
            </a:lvl8pPr>
            <a:lvl9pPr indent="0" lvl="8" marL="0" marR="0" rtl="0" algn="r">
              <a:spcBef>
                <a:spcPts val="0"/>
              </a:spcBef>
              <a:buNone/>
              <a:defRPr b="0" i="0" sz="1800" u="none" cap="none" strike="noStrike">
                <a:solidFill>
                  <a:srgbClr val="91909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cxnSp>
        <p:nvCxnSpPr>
          <p:cNvPr id="15" name="Google Shape;15;p1"/>
          <p:cNvCxnSpPr/>
          <p:nvPr/>
        </p:nvCxnSpPr>
        <p:spPr>
          <a:xfrm>
            <a:off x="473529" y="395691"/>
            <a:ext cx="0" cy="791400"/>
          </a:xfrm>
          <a:prstGeom prst="straightConnector1">
            <a:avLst/>
          </a:prstGeom>
          <a:noFill/>
          <a:ln cap="flat" cmpd="sng" w="57150">
            <a:solidFill>
              <a:schemeClr val="lt2"/>
            </a:solidFill>
            <a:prstDash val="solid"/>
            <a:miter lim="800000"/>
            <a:headEnd len="sm" w="sm" type="none"/>
            <a:tailEnd len="sm" w="sm" type="none"/>
          </a:ln>
        </p:spPr>
      </p:cxnSp>
      <p:grpSp>
        <p:nvGrpSpPr>
          <p:cNvPr id="16" name="Google Shape;16;p1"/>
          <p:cNvGrpSpPr/>
          <p:nvPr/>
        </p:nvGrpSpPr>
        <p:grpSpPr>
          <a:xfrm>
            <a:off x="15035298" y="6804554"/>
            <a:ext cx="3814543" cy="3899555"/>
            <a:chOff x="9414500" y="3211685"/>
            <a:chExt cx="1939368" cy="1982287"/>
          </a:xfrm>
        </p:grpSpPr>
        <p:sp>
          <p:nvSpPr>
            <p:cNvPr id="17" name="Google Shape;17;p1"/>
            <p:cNvSpPr/>
            <p:nvPr/>
          </p:nvSpPr>
          <p:spPr>
            <a:xfrm>
              <a:off x="9414500" y="3673801"/>
              <a:ext cx="924300" cy="924300"/>
            </a:xfrm>
            <a:prstGeom prst="ellipse">
              <a:avLst/>
            </a:prstGeom>
            <a:noFill/>
            <a:ln cap="flat" cmpd="sng" w="28575">
              <a:solidFill>
                <a:schemeClr val="dk2">
                  <a:alpha val="2392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18" name="Google Shape;18;p1"/>
            <p:cNvSpPr/>
            <p:nvPr/>
          </p:nvSpPr>
          <p:spPr>
            <a:xfrm>
              <a:off x="10429568" y="3211685"/>
              <a:ext cx="924300" cy="924300"/>
            </a:xfrm>
            <a:prstGeom prst="ellipse">
              <a:avLst/>
            </a:prstGeom>
            <a:noFill/>
            <a:ln cap="flat" cmpd="sng" w="28575">
              <a:solidFill>
                <a:schemeClr val="dk2">
                  <a:alpha val="2392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sp>
          <p:nvSpPr>
            <p:cNvPr id="19" name="Google Shape;19;p1"/>
            <p:cNvSpPr/>
            <p:nvPr/>
          </p:nvSpPr>
          <p:spPr>
            <a:xfrm>
              <a:off x="10338732" y="4269672"/>
              <a:ext cx="924300" cy="924300"/>
            </a:xfrm>
            <a:prstGeom prst="ellipse">
              <a:avLst/>
            </a:prstGeom>
            <a:noFill/>
            <a:ln cap="flat" cmpd="sng" w="28575">
              <a:solidFill>
                <a:schemeClr val="dk2">
                  <a:alpha val="23920"/>
                </a:scheme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4050" u="none" cap="none" strike="noStrike">
                <a:solidFill>
                  <a:schemeClr val="lt1"/>
                </a:solidFill>
                <a:latin typeface="Roboto"/>
                <a:ea typeface="Roboto"/>
                <a:cs typeface="Roboto"/>
                <a:sym typeface="Roboto"/>
              </a:endParaRPr>
            </a:p>
          </p:txBody>
        </p:sp>
      </p:grpSp>
      <p:pic>
        <p:nvPicPr>
          <p:cNvPr descr="Logo" id="20" name="Google Shape;20;p1"/>
          <p:cNvPicPr preferRelativeResize="0"/>
          <p:nvPr/>
        </p:nvPicPr>
        <p:blipFill rotWithShape="1">
          <a:blip r:embed="rId1">
            <a:alphaModFix/>
          </a:blip>
          <a:srcRect b="0" l="0" r="0" t="0"/>
          <a:stretch/>
        </p:blipFill>
        <p:spPr>
          <a:xfrm>
            <a:off x="15347287" y="204820"/>
            <a:ext cx="2643364" cy="68144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241">
          <p15:clr>
            <a:srgbClr val="F26B43"/>
          </p15:clr>
        </p15:guide>
        <p15:guide id="2" pos="5760">
          <p15:clr>
            <a:srgbClr val="F26B43"/>
          </p15:clr>
        </p15:guide>
        <p15:guide id="3" orient="horz" pos="1574">
          <p15:clr>
            <a:srgbClr val="F26B43"/>
          </p15:clr>
        </p15:guide>
        <p15:guide id="4" pos="284">
          <p15:clr>
            <a:srgbClr val="F26B43"/>
          </p15:clr>
        </p15:guide>
        <p15:guide id="5" pos="7631">
          <p15:clr>
            <a:srgbClr val="F26B43"/>
          </p15:clr>
        </p15:guide>
        <p15:guide id="6" pos="3855">
          <p15:clr>
            <a:srgbClr val="F26B43"/>
          </p15:clr>
        </p15:guide>
        <p15:guide id="7" pos="657">
          <p15:clr>
            <a:srgbClr val="F26B43"/>
          </p15:clr>
        </p15:guide>
        <p15:guide id="8" pos="11226">
          <p15:clr>
            <a:srgbClr val="F26B43"/>
          </p15:clr>
        </p15:guide>
        <p15:guide id="9" pos="1086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197" name="Shape 197"/>
        <p:cNvGrpSpPr/>
        <p:nvPr/>
      </p:nvGrpSpPr>
      <p:grpSpPr>
        <a:xfrm>
          <a:off x="0" y="0"/>
          <a:ext cx="0" cy="0"/>
          <a:chOff x="0" y="0"/>
          <a:chExt cx="0" cy="0"/>
        </a:xfrm>
      </p:grpSpPr>
      <p:sp>
        <p:nvSpPr>
          <p:cNvPr id="198" name="Google Shape;198;p25"/>
          <p:cNvSpPr txBox="1"/>
          <p:nvPr>
            <p:ph type="title"/>
          </p:nvPr>
        </p:nvSpPr>
        <p:spPr>
          <a:xfrm>
            <a:off x="1440000" y="956140"/>
            <a:ext cx="15408000" cy="11301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100"/>
              <a:buFont typeface="Public Sans Black"/>
              <a:buNone/>
              <a:defRPr b="0" i="0" sz="3100" u="none" cap="none" strike="noStrike">
                <a:solidFill>
                  <a:schemeClr val="dk1"/>
                </a:solidFill>
                <a:latin typeface="Public Sans Black"/>
                <a:ea typeface="Public Sans Black"/>
                <a:cs typeface="Public Sans Black"/>
                <a:sym typeface="Public Sans Black"/>
              </a:defRPr>
            </a:lvl1pPr>
            <a:lvl2pPr lvl="1" marR="0" rtl="0" algn="l">
              <a:lnSpc>
                <a:spcPct val="100000"/>
              </a:lnSpc>
              <a:spcBef>
                <a:spcPts val="0"/>
              </a:spcBef>
              <a:spcAft>
                <a:spcPts val="0"/>
              </a:spcAft>
              <a:buClr>
                <a:schemeClr val="dk1"/>
              </a:buClr>
              <a:buSzPts val="3100"/>
              <a:buFont typeface="Public Sans Black"/>
              <a:buNone/>
              <a:defRPr b="0" i="0" sz="3100" u="none" cap="none" strike="noStrike">
                <a:solidFill>
                  <a:schemeClr val="dk1"/>
                </a:solidFill>
                <a:latin typeface="Public Sans Black"/>
                <a:ea typeface="Public Sans Black"/>
                <a:cs typeface="Public Sans Black"/>
                <a:sym typeface="Public Sans Black"/>
              </a:defRPr>
            </a:lvl2pPr>
            <a:lvl3pPr lvl="2" marR="0" rtl="0" algn="l">
              <a:lnSpc>
                <a:spcPct val="100000"/>
              </a:lnSpc>
              <a:spcBef>
                <a:spcPts val="0"/>
              </a:spcBef>
              <a:spcAft>
                <a:spcPts val="0"/>
              </a:spcAft>
              <a:buClr>
                <a:schemeClr val="dk1"/>
              </a:buClr>
              <a:buSzPts val="3100"/>
              <a:buFont typeface="Public Sans Black"/>
              <a:buNone/>
              <a:defRPr b="0" i="0" sz="3100" u="none" cap="none" strike="noStrike">
                <a:solidFill>
                  <a:schemeClr val="dk1"/>
                </a:solidFill>
                <a:latin typeface="Public Sans Black"/>
                <a:ea typeface="Public Sans Black"/>
                <a:cs typeface="Public Sans Black"/>
                <a:sym typeface="Public Sans Black"/>
              </a:defRPr>
            </a:lvl3pPr>
            <a:lvl4pPr lvl="3" marR="0" rtl="0" algn="l">
              <a:lnSpc>
                <a:spcPct val="100000"/>
              </a:lnSpc>
              <a:spcBef>
                <a:spcPts val="0"/>
              </a:spcBef>
              <a:spcAft>
                <a:spcPts val="0"/>
              </a:spcAft>
              <a:buClr>
                <a:schemeClr val="dk1"/>
              </a:buClr>
              <a:buSzPts val="3100"/>
              <a:buFont typeface="Public Sans Black"/>
              <a:buNone/>
              <a:defRPr b="0" i="0" sz="3100" u="none" cap="none" strike="noStrike">
                <a:solidFill>
                  <a:schemeClr val="dk1"/>
                </a:solidFill>
                <a:latin typeface="Public Sans Black"/>
                <a:ea typeface="Public Sans Black"/>
                <a:cs typeface="Public Sans Black"/>
                <a:sym typeface="Public Sans Black"/>
              </a:defRPr>
            </a:lvl4pPr>
            <a:lvl5pPr lvl="4" marR="0" rtl="0" algn="l">
              <a:lnSpc>
                <a:spcPct val="100000"/>
              </a:lnSpc>
              <a:spcBef>
                <a:spcPts val="0"/>
              </a:spcBef>
              <a:spcAft>
                <a:spcPts val="0"/>
              </a:spcAft>
              <a:buClr>
                <a:schemeClr val="dk1"/>
              </a:buClr>
              <a:buSzPts val="3100"/>
              <a:buFont typeface="Public Sans Black"/>
              <a:buNone/>
              <a:defRPr b="0" i="0" sz="3100" u="none" cap="none" strike="noStrike">
                <a:solidFill>
                  <a:schemeClr val="dk1"/>
                </a:solidFill>
                <a:latin typeface="Public Sans Black"/>
                <a:ea typeface="Public Sans Black"/>
                <a:cs typeface="Public Sans Black"/>
                <a:sym typeface="Public Sans Black"/>
              </a:defRPr>
            </a:lvl5pPr>
            <a:lvl6pPr lvl="5" marR="0" rtl="0" algn="l">
              <a:lnSpc>
                <a:spcPct val="100000"/>
              </a:lnSpc>
              <a:spcBef>
                <a:spcPts val="0"/>
              </a:spcBef>
              <a:spcAft>
                <a:spcPts val="0"/>
              </a:spcAft>
              <a:buClr>
                <a:schemeClr val="dk1"/>
              </a:buClr>
              <a:buSzPts val="3100"/>
              <a:buFont typeface="Public Sans Black"/>
              <a:buNone/>
              <a:defRPr b="0" i="0" sz="3100" u="none" cap="none" strike="noStrike">
                <a:solidFill>
                  <a:schemeClr val="dk1"/>
                </a:solidFill>
                <a:latin typeface="Public Sans Black"/>
                <a:ea typeface="Public Sans Black"/>
                <a:cs typeface="Public Sans Black"/>
                <a:sym typeface="Public Sans Black"/>
              </a:defRPr>
            </a:lvl6pPr>
            <a:lvl7pPr lvl="6" marR="0" rtl="0" algn="l">
              <a:lnSpc>
                <a:spcPct val="100000"/>
              </a:lnSpc>
              <a:spcBef>
                <a:spcPts val="0"/>
              </a:spcBef>
              <a:spcAft>
                <a:spcPts val="0"/>
              </a:spcAft>
              <a:buClr>
                <a:schemeClr val="dk1"/>
              </a:buClr>
              <a:buSzPts val="3100"/>
              <a:buFont typeface="Public Sans Black"/>
              <a:buNone/>
              <a:defRPr b="0" i="0" sz="3100" u="none" cap="none" strike="noStrike">
                <a:solidFill>
                  <a:schemeClr val="dk1"/>
                </a:solidFill>
                <a:latin typeface="Public Sans Black"/>
                <a:ea typeface="Public Sans Black"/>
                <a:cs typeface="Public Sans Black"/>
                <a:sym typeface="Public Sans Black"/>
              </a:defRPr>
            </a:lvl7pPr>
            <a:lvl8pPr lvl="7" marR="0" rtl="0" algn="l">
              <a:lnSpc>
                <a:spcPct val="100000"/>
              </a:lnSpc>
              <a:spcBef>
                <a:spcPts val="0"/>
              </a:spcBef>
              <a:spcAft>
                <a:spcPts val="0"/>
              </a:spcAft>
              <a:buClr>
                <a:schemeClr val="dk1"/>
              </a:buClr>
              <a:buSzPts val="3100"/>
              <a:buFont typeface="Public Sans Black"/>
              <a:buNone/>
              <a:defRPr b="0" i="0" sz="3100" u="none" cap="none" strike="noStrike">
                <a:solidFill>
                  <a:schemeClr val="dk1"/>
                </a:solidFill>
                <a:latin typeface="Public Sans Black"/>
                <a:ea typeface="Public Sans Black"/>
                <a:cs typeface="Public Sans Black"/>
                <a:sym typeface="Public Sans Black"/>
              </a:defRPr>
            </a:lvl8pPr>
            <a:lvl9pPr lvl="8" marR="0" rtl="0" algn="l">
              <a:lnSpc>
                <a:spcPct val="100000"/>
              </a:lnSpc>
              <a:spcBef>
                <a:spcPts val="0"/>
              </a:spcBef>
              <a:spcAft>
                <a:spcPts val="0"/>
              </a:spcAft>
              <a:buClr>
                <a:schemeClr val="dk1"/>
              </a:buClr>
              <a:buSzPts val="3100"/>
              <a:buFont typeface="Public Sans Black"/>
              <a:buNone/>
              <a:defRPr b="0" i="0" sz="3100" u="none" cap="none" strike="noStrike">
                <a:solidFill>
                  <a:schemeClr val="dk1"/>
                </a:solidFill>
                <a:latin typeface="Public Sans Black"/>
                <a:ea typeface="Public Sans Black"/>
                <a:cs typeface="Public Sans Black"/>
                <a:sym typeface="Public Sans Black"/>
              </a:defRPr>
            </a:lvl9pPr>
          </a:lstStyle>
          <a:p/>
        </p:txBody>
      </p:sp>
      <p:sp>
        <p:nvSpPr>
          <p:cNvPr id="199" name="Google Shape;199;p25"/>
          <p:cNvSpPr txBox="1"/>
          <p:nvPr>
            <p:ph idx="1" type="body"/>
          </p:nvPr>
        </p:nvSpPr>
        <p:spPr>
          <a:xfrm>
            <a:off x="1440000" y="2286303"/>
            <a:ext cx="15408000" cy="67419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chemeClr val="dk1"/>
              </a:buClr>
              <a:buSzPts val="1400"/>
              <a:buFont typeface="Lexend"/>
              <a:buChar char="●"/>
              <a:defRPr b="0" i="0" sz="2800" u="none" cap="none" strike="noStrike">
                <a:solidFill>
                  <a:schemeClr val="dk1"/>
                </a:solidFill>
                <a:latin typeface="Lexend"/>
                <a:ea typeface="Lexend"/>
                <a:cs typeface="Lexend"/>
                <a:sym typeface="Lexend"/>
              </a:defRPr>
            </a:lvl1pPr>
            <a:lvl2pPr indent="-317500" lvl="1" marL="914400" marR="0" rtl="0" algn="l">
              <a:lnSpc>
                <a:spcPct val="100000"/>
              </a:lnSpc>
              <a:spcBef>
                <a:spcPts val="1600"/>
              </a:spcBef>
              <a:spcAft>
                <a:spcPts val="0"/>
              </a:spcAft>
              <a:buClr>
                <a:schemeClr val="dk1"/>
              </a:buClr>
              <a:buSzPts val="1400"/>
              <a:buFont typeface="Lexend"/>
              <a:buChar char="○"/>
              <a:defRPr b="0" i="0" sz="2800" u="none" cap="none" strike="noStrike">
                <a:solidFill>
                  <a:schemeClr val="dk1"/>
                </a:solidFill>
                <a:latin typeface="Lexend"/>
                <a:ea typeface="Lexend"/>
                <a:cs typeface="Lexend"/>
                <a:sym typeface="Lexend"/>
              </a:defRPr>
            </a:lvl2pPr>
            <a:lvl3pPr indent="-317500" lvl="2" marL="1371600" marR="0" rtl="0" algn="l">
              <a:lnSpc>
                <a:spcPct val="100000"/>
              </a:lnSpc>
              <a:spcBef>
                <a:spcPts val="1600"/>
              </a:spcBef>
              <a:spcAft>
                <a:spcPts val="0"/>
              </a:spcAft>
              <a:buClr>
                <a:schemeClr val="dk1"/>
              </a:buClr>
              <a:buSzPts val="1400"/>
              <a:buFont typeface="Lexend"/>
              <a:buChar char="■"/>
              <a:defRPr b="0" i="0" sz="2800" u="none" cap="none" strike="noStrike">
                <a:solidFill>
                  <a:schemeClr val="dk1"/>
                </a:solidFill>
                <a:latin typeface="Lexend"/>
                <a:ea typeface="Lexend"/>
                <a:cs typeface="Lexend"/>
                <a:sym typeface="Lexend"/>
              </a:defRPr>
            </a:lvl3pPr>
            <a:lvl4pPr indent="-317500" lvl="3" marL="1828800" marR="0" rtl="0" algn="l">
              <a:lnSpc>
                <a:spcPct val="100000"/>
              </a:lnSpc>
              <a:spcBef>
                <a:spcPts val="1600"/>
              </a:spcBef>
              <a:spcAft>
                <a:spcPts val="0"/>
              </a:spcAft>
              <a:buClr>
                <a:schemeClr val="dk1"/>
              </a:buClr>
              <a:buSzPts val="1400"/>
              <a:buFont typeface="Lexend"/>
              <a:buChar char="●"/>
              <a:defRPr b="0" i="0" sz="2800" u="none" cap="none" strike="noStrike">
                <a:solidFill>
                  <a:schemeClr val="dk1"/>
                </a:solidFill>
                <a:latin typeface="Lexend"/>
                <a:ea typeface="Lexend"/>
                <a:cs typeface="Lexend"/>
                <a:sym typeface="Lexend"/>
              </a:defRPr>
            </a:lvl4pPr>
            <a:lvl5pPr indent="-317500" lvl="4" marL="2286000" marR="0" rtl="0" algn="l">
              <a:lnSpc>
                <a:spcPct val="100000"/>
              </a:lnSpc>
              <a:spcBef>
                <a:spcPts val="1600"/>
              </a:spcBef>
              <a:spcAft>
                <a:spcPts val="0"/>
              </a:spcAft>
              <a:buClr>
                <a:schemeClr val="dk1"/>
              </a:buClr>
              <a:buSzPts val="1400"/>
              <a:buFont typeface="Lexend"/>
              <a:buChar char="○"/>
              <a:defRPr b="0" i="0" sz="2800" u="none" cap="none" strike="noStrike">
                <a:solidFill>
                  <a:schemeClr val="dk1"/>
                </a:solidFill>
                <a:latin typeface="Lexend"/>
                <a:ea typeface="Lexend"/>
                <a:cs typeface="Lexend"/>
                <a:sym typeface="Lexend"/>
              </a:defRPr>
            </a:lvl5pPr>
            <a:lvl6pPr indent="-317500" lvl="5" marL="2743200" marR="0" rtl="0" algn="l">
              <a:lnSpc>
                <a:spcPct val="100000"/>
              </a:lnSpc>
              <a:spcBef>
                <a:spcPts val="1600"/>
              </a:spcBef>
              <a:spcAft>
                <a:spcPts val="0"/>
              </a:spcAft>
              <a:buClr>
                <a:schemeClr val="dk1"/>
              </a:buClr>
              <a:buSzPts val="1400"/>
              <a:buFont typeface="Lexend"/>
              <a:buChar char="■"/>
              <a:defRPr b="0" i="0" sz="2800" u="none" cap="none" strike="noStrike">
                <a:solidFill>
                  <a:schemeClr val="dk1"/>
                </a:solidFill>
                <a:latin typeface="Lexend"/>
                <a:ea typeface="Lexend"/>
                <a:cs typeface="Lexend"/>
                <a:sym typeface="Lexend"/>
              </a:defRPr>
            </a:lvl6pPr>
            <a:lvl7pPr indent="-317500" lvl="6" marL="3200400" marR="0" rtl="0" algn="l">
              <a:lnSpc>
                <a:spcPct val="100000"/>
              </a:lnSpc>
              <a:spcBef>
                <a:spcPts val="1600"/>
              </a:spcBef>
              <a:spcAft>
                <a:spcPts val="0"/>
              </a:spcAft>
              <a:buClr>
                <a:schemeClr val="dk1"/>
              </a:buClr>
              <a:buSzPts val="1400"/>
              <a:buFont typeface="Lexend"/>
              <a:buChar char="●"/>
              <a:defRPr b="0" i="0" sz="2800" u="none" cap="none" strike="noStrike">
                <a:solidFill>
                  <a:schemeClr val="dk1"/>
                </a:solidFill>
                <a:latin typeface="Lexend"/>
                <a:ea typeface="Lexend"/>
                <a:cs typeface="Lexend"/>
                <a:sym typeface="Lexend"/>
              </a:defRPr>
            </a:lvl7pPr>
            <a:lvl8pPr indent="-317500" lvl="7" marL="3657600" marR="0" rtl="0" algn="l">
              <a:lnSpc>
                <a:spcPct val="100000"/>
              </a:lnSpc>
              <a:spcBef>
                <a:spcPts val="1600"/>
              </a:spcBef>
              <a:spcAft>
                <a:spcPts val="0"/>
              </a:spcAft>
              <a:buClr>
                <a:schemeClr val="dk1"/>
              </a:buClr>
              <a:buSzPts val="1400"/>
              <a:buFont typeface="Lexend"/>
              <a:buChar char="○"/>
              <a:defRPr b="0" i="0" sz="2800" u="none" cap="none" strike="noStrike">
                <a:solidFill>
                  <a:schemeClr val="dk1"/>
                </a:solidFill>
                <a:latin typeface="Lexend"/>
                <a:ea typeface="Lexend"/>
                <a:cs typeface="Lexend"/>
                <a:sym typeface="Lexend"/>
              </a:defRPr>
            </a:lvl8pPr>
            <a:lvl9pPr indent="-317500" lvl="8" marL="4114800" marR="0" rtl="0" algn="l">
              <a:lnSpc>
                <a:spcPct val="100000"/>
              </a:lnSpc>
              <a:spcBef>
                <a:spcPts val="1600"/>
              </a:spcBef>
              <a:spcAft>
                <a:spcPts val="1600"/>
              </a:spcAft>
              <a:buClr>
                <a:schemeClr val="dk1"/>
              </a:buClr>
              <a:buSzPts val="1400"/>
              <a:buFont typeface="Lexend"/>
              <a:buChar char="■"/>
              <a:defRPr b="0" i="0" sz="2800" u="none" cap="none" strike="noStrike">
                <a:solidFill>
                  <a:schemeClr val="dk1"/>
                </a:solidFill>
                <a:latin typeface="Lexend"/>
                <a:ea typeface="Lexend"/>
                <a:cs typeface="Lexend"/>
                <a:sym typeface="Lexend"/>
              </a:defRPr>
            </a:lvl9pPr>
          </a:lstStyle>
          <a:p/>
        </p:txBody>
      </p:sp>
    </p:spTree>
  </p:cSld>
  <p:clrMap accent1="accent1" accent2="accent2" accent3="accent3" accent4="accent4" accent5="accent5" accent6="accent6" bg1="lt1" bg2="dk2" tx1="dk1" tx2="lt2" folHlink="folHlink" hlink="hlink"/>
  <p:sldLayoutIdLst>
    <p:sldLayoutId id="214748367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7.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8345"/>
        </a:solidFill>
      </p:bgPr>
    </p:bg>
    <p:spTree>
      <p:nvGrpSpPr>
        <p:cNvPr id="709" name="Shape 709"/>
        <p:cNvGrpSpPr/>
        <p:nvPr/>
      </p:nvGrpSpPr>
      <p:grpSpPr>
        <a:xfrm>
          <a:off x="0" y="0"/>
          <a:ext cx="0" cy="0"/>
          <a:chOff x="0" y="0"/>
          <a:chExt cx="0" cy="0"/>
        </a:xfrm>
      </p:grpSpPr>
      <p:sp>
        <p:nvSpPr>
          <p:cNvPr id="710" name="Google Shape;710;p27"/>
          <p:cNvSpPr txBox="1"/>
          <p:nvPr/>
        </p:nvSpPr>
        <p:spPr>
          <a:xfrm>
            <a:off x="2697618" y="1701167"/>
            <a:ext cx="13410900" cy="1280100"/>
          </a:xfrm>
          <a:prstGeom prst="rect">
            <a:avLst/>
          </a:prstGeom>
          <a:noFill/>
          <a:ln>
            <a:noFill/>
          </a:ln>
        </p:spPr>
        <p:txBody>
          <a:bodyPr anchorCtr="0" anchor="t" bIns="0" lIns="0" spcFirstLastPara="1" rIns="0" wrap="square" tIns="0">
            <a:spAutoFit/>
          </a:bodyPr>
          <a:lstStyle/>
          <a:p>
            <a:pPr indent="0" lvl="0" marL="0" marR="0" rtl="0" algn="ctr">
              <a:lnSpc>
                <a:spcPct val="112000"/>
              </a:lnSpc>
              <a:spcBef>
                <a:spcPts val="0"/>
              </a:spcBef>
              <a:spcAft>
                <a:spcPts val="0"/>
              </a:spcAft>
              <a:buClr>
                <a:srgbClr val="000000"/>
              </a:buClr>
              <a:buSzPts val="10416"/>
              <a:buFont typeface="Arial"/>
              <a:buNone/>
            </a:pPr>
            <a:r>
              <a:rPr b="0" i="0" lang="en-US" sz="8316" u="none" cap="none" strike="noStrike">
                <a:solidFill>
                  <a:srgbClr val="FFFFFF"/>
                </a:solidFill>
                <a:latin typeface="Arial"/>
                <a:ea typeface="Arial"/>
                <a:cs typeface="Arial"/>
                <a:sym typeface="Arial"/>
              </a:rPr>
              <a:t>VSTEP </a:t>
            </a:r>
            <a:r>
              <a:rPr lang="en-US" sz="8316">
                <a:solidFill>
                  <a:srgbClr val="FFFFFF"/>
                </a:solidFill>
              </a:rPr>
              <a:t>B1/B2</a:t>
            </a:r>
            <a:r>
              <a:rPr b="0" i="0" lang="en-US" sz="8316" u="none" cap="none" strike="noStrike">
                <a:solidFill>
                  <a:srgbClr val="FFFFFF"/>
                </a:solidFill>
                <a:latin typeface="Arial"/>
                <a:ea typeface="Arial"/>
                <a:cs typeface="Arial"/>
                <a:sym typeface="Arial"/>
              </a:rPr>
              <a:t> – </a:t>
            </a:r>
            <a:r>
              <a:rPr lang="en-US" sz="8316">
                <a:solidFill>
                  <a:srgbClr val="FFFFFF"/>
                </a:solidFill>
              </a:rPr>
              <a:t>LESSON 7</a:t>
            </a:r>
            <a:endParaRPr b="0" i="0" sz="100" u="none" cap="none" strike="noStrike">
              <a:solidFill>
                <a:srgbClr val="000000"/>
              </a:solidFill>
              <a:latin typeface="Arial"/>
              <a:ea typeface="Arial"/>
              <a:cs typeface="Arial"/>
              <a:sym typeface="Arial"/>
            </a:endParaRPr>
          </a:p>
        </p:txBody>
      </p:sp>
      <p:sp>
        <p:nvSpPr>
          <p:cNvPr id="711" name="Google Shape;711;p27"/>
          <p:cNvSpPr/>
          <p:nvPr/>
        </p:nvSpPr>
        <p:spPr>
          <a:xfrm>
            <a:off x="4375600" y="4770675"/>
            <a:ext cx="10156841" cy="2780147"/>
          </a:xfrm>
          <a:custGeom>
            <a:rect b="b" l="l" r="r" t="t"/>
            <a:pathLst>
              <a:path extrusionOk="0" h="547273" w="2263363">
                <a:moveTo>
                  <a:pt x="45945" y="0"/>
                </a:moveTo>
                <a:lnTo>
                  <a:pt x="2217418" y="0"/>
                </a:lnTo>
                <a:cubicBezTo>
                  <a:pt x="2242793" y="0"/>
                  <a:pt x="2263363" y="20570"/>
                  <a:pt x="2263363" y="45945"/>
                </a:cubicBezTo>
                <a:lnTo>
                  <a:pt x="2263363" y="501328"/>
                </a:lnTo>
                <a:cubicBezTo>
                  <a:pt x="2263363" y="526703"/>
                  <a:pt x="2242793" y="547273"/>
                  <a:pt x="2217418" y="547273"/>
                </a:cubicBezTo>
                <a:lnTo>
                  <a:pt x="45945" y="547273"/>
                </a:lnTo>
                <a:cubicBezTo>
                  <a:pt x="20570" y="547273"/>
                  <a:pt x="0" y="526703"/>
                  <a:pt x="0" y="501328"/>
                </a:cubicBezTo>
                <a:lnTo>
                  <a:pt x="0" y="45945"/>
                </a:lnTo>
                <a:cubicBezTo>
                  <a:pt x="0" y="20570"/>
                  <a:pt x="20570" y="0"/>
                  <a:pt x="45945" y="0"/>
                </a:cubicBezTo>
                <a:close/>
              </a:path>
            </a:pathLst>
          </a:custGeom>
          <a:solidFill>
            <a:srgbClr val="FEFEFE"/>
          </a:solidFill>
          <a:ln>
            <a:noFill/>
          </a:ln>
        </p:spPr>
        <p:txBody>
          <a:bodyPr anchorCtr="0" anchor="ctr" bIns="91425" lIns="91425" spcFirstLastPara="1" rIns="91425" wrap="square" tIns="91425">
            <a:noAutofit/>
          </a:bodyPr>
          <a:lstStyle/>
          <a:p>
            <a:pPr indent="0" lvl="0" marL="0" rtl="0" algn="ctr">
              <a:spcBef>
                <a:spcPts val="0"/>
              </a:spcBef>
              <a:spcAft>
                <a:spcPts val="0"/>
              </a:spcAft>
              <a:buClr>
                <a:srgbClr val="000000"/>
              </a:buClr>
              <a:buSzPts val="12460"/>
              <a:buFont typeface="Arial"/>
              <a:buNone/>
            </a:pPr>
            <a:r>
              <a:rPr lang="en-US" sz="9300">
                <a:solidFill>
                  <a:srgbClr val="018345"/>
                </a:solidFill>
              </a:rPr>
              <a:t>WRITING</a:t>
            </a:r>
            <a:endParaRPr sz="9300">
              <a:solidFill>
                <a:srgbClr val="018345"/>
              </a:solidFill>
            </a:endParaRPr>
          </a:p>
          <a:p>
            <a:pPr indent="0" lvl="0" marL="0" rtl="0" algn="ctr">
              <a:spcBef>
                <a:spcPts val="0"/>
              </a:spcBef>
              <a:spcAft>
                <a:spcPts val="0"/>
              </a:spcAft>
              <a:buClr>
                <a:srgbClr val="000000"/>
              </a:buClr>
              <a:buSzPts val="12460"/>
              <a:buFont typeface="Arial"/>
              <a:buNone/>
            </a:pPr>
            <a:r>
              <a:rPr lang="en-US" sz="6000">
                <a:solidFill>
                  <a:schemeClr val="dk2"/>
                </a:solidFill>
              </a:rPr>
              <a:t>Advantages - Disadvantages</a:t>
            </a:r>
            <a:endParaRPr sz="18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a:p>
        </p:txBody>
      </p:sp>
      <p:cxnSp>
        <p:nvCxnSpPr>
          <p:cNvPr id="712" name="Google Shape;712;p27"/>
          <p:cNvCxnSpPr/>
          <p:nvPr/>
        </p:nvCxnSpPr>
        <p:spPr>
          <a:xfrm>
            <a:off x="3381380" y="3702753"/>
            <a:ext cx="11699400"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28"/>
          <p:cNvSpPr/>
          <p:nvPr/>
        </p:nvSpPr>
        <p:spPr>
          <a:xfrm>
            <a:off x="8200450" y="9517200"/>
            <a:ext cx="2235000" cy="77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8" name="Google Shape;718;p28"/>
          <p:cNvSpPr txBox="1"/>
          <p:nvPr/>
        </p:nvSpPr>
        <p:spPr>
          <a:xfrm>
            <a:off x="71525" y="3467950"/>
            <a:ext cx="18159900" cy="142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7000">
                <a:solidFill>
                  <a:schemeClr val="dk1"/>
                </a:solidFill>
                <a:latin typeface="Montserrat Medium"/>
                <a:ea typeface="Montserrat Medium"/>
                <a:cs typeface="Montserrat Medium"/>
                <a:sym typeface="Montserrat Medium"/>
              </a:rPr>
              <a:t>DẤU HIỆU NHẬN BIẾT</a:t>
            </a:r>
            <a:endParaRPr sz="7000">
              <a:solidFill>
                <a:schemeClr val="dk1"/>
              </a:solidFill>
              <a:latin typeface="Montserrat Medium"/>
              <a:ea typeface="Montserrat Medium"/>
              <a:cs typeface="Montserrat Medium"/>
              <a:sym typeface="Montserrat Medium"/>
            </a:endParaRPr>
          </a:p>
        </p:txBody>
      </p:sp>
      <p:sp>
        <p:nvSpPr>
          <p:cNvPr id="719" name="Google Shape;719;p28"/>
          <p:cNvSpPr txBox="1"/>
          <p:nvPr/>
        </p:nvSpPr>
        <p:spPr>
          <a:xfrm>
            <a:off x="8657650" y="29575"/>
            <a:ext cx="1836900" cy="1833000"/>
          </a:xfrm>
          <a:prstGeom prst="rect">
            <a:avLst/>
          </a:prstGeom>
          <a:solidFill>
            <a:srgbClr val="006B3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0">
                <a:solidFill>
                  <a:schemeClr val="lt1"/>
                </a:solidFill>
                <a:latin typeface="Montserrat Medium"/>
                <a:ea typeface="Montserrat Medium"/>
                <a:cs typeface="Montserrat Medium"/>
                <a:sym typeface="Montserrat Medium"/>
              </a:rPr>
              <a:t>01</a:t>
            </a:r>
            <a:endParaRPr sz="100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29"/>
          <p:cNvSpPr/>
          <p:nvPr/>
        </p:nvSpPr>
        <p:spPr>
          <a:xfrm>
            <a:off x="18157088" y="2761613"/>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pic>
        <p:nvPicPr>
          <p:cNvPr id="725" name="Google Shape;725;p29"/>
          <p:cNvPicPr preferRelativeResize="0"/>
          <p:nvPr/>
        </p:nvPicPr>
        <p:blipFill>
          <a:blip r:embed="rId4">
            <a:alphaModFix/>
          </a:blip>
          <a:stretch>
            <a:fillRect/>
          </a:stretch>
        </p:blipFill>
        <p:spPr>
          <a:xfrm>
            <a:off x="16875600" y="0"/>
            <a:ext cx="1281499" cy="1281499"/>
          </a:xfrm>
          <a:prstGeom prst="rect">
            <a:avLst/>
          </a:prstGeom>
          <a:noFill/>
          <a:ln>
            <a:noFill/>
          </a:ln>
        </p:spPr>
      </p:pic>
      <p:graphicFrame>
        <p:nvGraphicFramePr>
          <p:cNvPr id="726" name="Google Shape;726;p29"/>
          <p:cNvGraphicFramePr/>
          <p:nvPr/>
        </p:nvGraphicFramePr>
        <p:xfrm>
          <a:off x="1979875" y="1634413"/>
          <a:ext cx="3000000" cy="3000000"/>
        </p:xfrm>
        <a:graphic>
          <a:graphicData uri="http://schemas.openxmlformats.org/drawingml/2006/table">
            <a:tbl>
              <a:tblPr>
                <a:noFill/>
                <a:tableStyleId>{8B8AE82F-E2C9-4D4B-A445-089795D31883}</a:tableStyleId>
              </a:tblPr>
              <a:tblGrid>
                <a:gridCol w="1158475"/>
                <a:gridCol w="13737250"/>
              </a:tblGrid>
              <a:tr h="1417525">
                <a:tc>
                  <a:txBody>
                    <a:bodyPr/>
                    <a:lstStyle/>
                    <a:p>
                      <a:pPr indent="0" lvl="0" marL="0" rtl="0" algn="ctr">
                        <a:spcBef>
                          <a:spcPts val="0"/>
                        </a:spcBef>
                        <a:spcAft>
                          <a:spcPts val="0"/>
                        </a:spcAft>
                        <a:buNone/>
                      </a:pPr>
                      <a:r>
                        <a:rPr b="1" lang="en-US" sz="2200">
                          <a:solidFill>
                            <a:schemeClr val="lt1"/>
                          </a:solidFill>
                        </a:rPr>
                        <a:t>1</a:t>
                      </a:r>
                      <a:endParaRPr b="1" sz="2200">
                        <a:solidFill>
                          <a:schemeClr val="lt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18146"/>
                    </a:solidFill>
                  </a:tcPr>
                </a:tc>
                <a:tc>
                  <a:txBody>
                    <a:bodyPr/>
                    <a:lstStyle/>
                    <a:p>
                      <a:pPr indent="0" lvl="0" marL="0" rtl="0" algn="just">
                        <a:lnSpc>
                          <a:spcPct val="150000"/>
                        </a:lnSpc>
                        <a:spcBef>
                          <a:spcPts val="0"/>
                        </a:spcBef>
                        <a:spcAft>
                          <a:spcPts val="0"/>
                        </a:spcAft>
                        <a:buNone/>
                      </a:pPr>
                      <a:r>
                        <a:rPr lang="en-US" sz="2200"/>
                        <a:t>In the past lectures were the traditional method of teaching large numbers of students. Nowadays new technology is increasingly being used to teach students.</a:t>
                      </a:r>
                      <a:endParaRPr sz="2200"/>
                    </a:p>
                    <a:p>
                      <a:pPr indent="0" lvl="0" marL="0" rtl="0" algn="just">
                        <a:lnSpc>
                          <a:spcPct val="150000"/>
                        </a:lnSpc>
                        <a:spcBef>
                          <a:spcPts val="1000"/>
                        </a:spcBef>
                        <a:spcAft>
                          <a:spcPts val="1000"/>
                        </a:spcAft>
                        <a:buNone/>
                      </a:pPr>
                      <a:r>
                        <a:rPr lang="en-US" sz="2200"/>
                        <a:t>Do the advantages of this new approach outweigh the disadvantages?</a:t>
                      </a:r>
                      <a:endParaRPr sz="2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4E2DB">
                        <a:alpha val="69800"/>
                      </a:srgbClr>
                    </a:solidFill>
                  </a:tcPr>
                </a:tc>
              </a:tr>
              <a:tr h="1417525">
                <a:tc>
                  <a:txBody>
                    <a:bodyPr/>
                    <a:lstStyle/>
                    <a:p>
                      <a:pPr indent="0" lvl="0" marL="0" rtl="0" algn="ctr">
                        <a:spcBef>
                          <a:spcPts val="0"/>
                        </a:spcBef>
                        <a:spcAft>
                          <a:spcPts val="0"/>
                        </a:spcAft>
                        <a:buNone/>
                      </a:pPr>
                      <a:r>
                        <a:rPr b="1" lang="en-US" sz="2200">
                          <a:solidFill>
                            <a:schemeClr val="lt1"/>
                          </a:solidFill>
                        </a:rPr>
                        <a:t>2</a:t>
                      </a:r>
                      <a:endParaRPr b="1" sz="2200">
                        <a:solidFill>
                          <a:schemeClr val="lt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18146"/>
                    </a:solidFill>
                  </a:tcPr>
                </a:tc>
                <a:tc>
                  <a:txBody>
                    <a:bodyPr/>
                    <a:lstStyle/>
                    <a:p>
                      <a:pPr indent="0" lvl="0" marL="0" rtl="0" algn="just">
                        <a:lnSpc>
                          <a:spcPct val="150000"/>
                        </a:lnSpc>
                        <a:spcBef>
                          <a:spcPts val="1000"/>
                        </a:spcBef>
                        <a:spcAft>
                          <a:spcPts val="0"/>
                        </a:spcAft>
                        <a:buNone/>
                      </a:pPr>
                      <a:r>
                        <a:rPr lang="en-US" sz="2200"/>
                        <a:t>Some people prefer to live in ax house, while others think that there are more advantages living in an apartment. </a:t>
                      </a:r>
                      <a:endParaRPr sz="2200"/>
                    </a:p>
                    <a:p>
                      <a:pPr indent="0" lvl="0" marL="0" rtl="0" algn="just">
                        <a:lnSpc>
                          <a:spcPct val="150000"/>
                        </a:lnSpc>
                        <a:spcBef>
                          <a:spcPts val="1000"/>
                        </a:spcBef>
                        <a:spcAft>
                          <a:spcPts val="0"/>
                        </a:spcAft>
                        <a:buNone/>
                      </a:pPr>
                      <a:r>
                        <a:rPr lang="en-US" sz="2200"/>
                        <a:t>Are there more advantages than disadvantages to living in a house rather than in an apartment?</a:t>
                      </a:r>
                      <a:endParaRPr sz="2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985725">
                <a:tc>
                  <a:txBody>
                    <a:bodyPr/>
                    <a:lstStyle/>
                    <a:p>
                      <a:pPr indent="0" lvl="0" marL="0" rtl="0" algn="ctr">
                        <a:spcBef>
                          <a:spcPts val="0"/>
                        </a:spcBef>
                        <a:spcAft>
                          <a:spcPts val="0"/>
                        </a:spcAft>
                        <a:buNone/>
                      </a:pPr>
                      <a:r>
                        <a:rPr b="1" lang="en-US" sz="2200">
                          <a:solidFill>
                            <a:schemeClr val="lt1"/>
                          </a:solidFill>
                        </a:rPr>
                        <a:t>3</a:t>
                      </a:r>
                      <a:endParaRPr b="1" sz="2200">
                        <a:solidFill>
                          <a:schemeClr val="lt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18146"/>
                    </a:solidFill>
                  </a:tcPr>
                </a:tc>
                <a:tc>
                  <a:txBody>
                    <a:bodyPr/>
                    <a:lstStyle/>
                    <a:p>
                      <a:pPr indent="0" lvl="0" marL="0" rtl="0" algn="just">
                        <a:lnSpc>
                          <a:spcPct val="150000"/>
                        </a:lnSpc>
                        <a:spcBef>
                          <a:spcPts val="0"/>
                        </a:spcBef>
                        <a:spcAft>
                          <a:spcPts val="0"/>
                        </a:spcAft>
                        <a:buNone/>
                      </a:pPr>
                      <a:r>
                        <a:rPr lang="en-US" sz="2200"/>
                        <a:t>Unemployment is one of the most serious problems facing developed nations today. </a:t>
                      </a:r>
                      <a:endParaRPr sz="2200"/>
                    </a:p>
                    <a:p>
                      <a:pPr indent="0" lvl="0" marL="0" rtl="0" algn="just">
                        <a:lnSpc>
                          <a:spcPct val="150000"/>
                        </a:lnSpc>
                        <a:spcBef>
                          <a:spcPts val="1000"/>
                        </a:spcBef>
                        <a:spcAft>
                          <a:spcPts val="0"/>
                        </a:spcAft>
                        <a:buNone/>
                      </a:pPr>
                      <a:r>
                        <a:rPr lang="en-US" sz="2200"/>
                        <a:t>What are the advantages and/or disadvantages of reducing the working week to thirty five hours?</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4E2DB">
                        <a:alpha val="69800"/>
                      </a:srgbClr>
                    </a:solidFill>
                  </a:tcPr>
                </a:tc>
              </a:tr>
              <a:tr h="876700">
                <a:tc>
                  <a:txBody>
                    <a:bodyPr/>
                    <a:lstStyle/>
                    <a:p>
                      <a:pPr indent="0" lvl="0" marL="0" rtl="0" algn="ctr">
                        <a:spcBef>
                          <a:spcPts val="0"/>
                        </a:spcBef>
                        <a:spcAft>
                          <a:spcPts val="0"/>
                        </a:spcAft>
                        <a:buNone/>
                      </a:pPr>
                      <a:r>
                        <a:rPr b="1" lang="en-US" sz="2200">
                          <a:solidFill>
                            <a:schemeClr val="lt1"/>
                          </a:solidFill>
                        </a:rPr>
                        <a:t>4</a:t>
                      </a:r>
                      <a:endParaRPr b="1" sz="2200">
                        <a:solidFill>
                          <a:schemeClr val="lt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18146"/>
                    </a:solidFill>
                  </a:tcPr>
                </a:tc>
                <a:tc>
                  <a:txBody>
                    <a:bodyPr/>
                    <a:lstStyle/>
                    <a:p>
                      <a:pPr indent="0" lvl="0" marL="0" rtl="0" algn="just">
                        <a:lnSpc>
                          <a:spcPct val="150000"/>
                        </a:lnSpc>
                        <a:spcBef>
                          <a:spcPts val="0"/>
                        </a:spcBef>
                        <a:spcAft>
                          <a:spcPts val="0"/>
                        </a:spcAft>
                        <a:buNone/>
                      </a:pPr>
                      <a:r>
                        <a:rPr lang="en-US" sz="2200"/>
                        <a:t>Being a celebrity, such as a famous film star or sports personality, brings problems as well as benefits. </a:t>
                      </a:r>
                      <a:endParaRPr sz="2200"/>
                    </a:p>
                    <a:p>
                      <a:pPr indent="0" lvl="0" marL="0" rtl="0" algn="just">
                        <a:lnSpc>
                          <a:spcPct val="150000"/>
                        </a:lnSpc>
                        <a:spcBef>
                          <a:spcPts val="0"/>
                        </a:spcBef>
                        <a:spcAft>
                          <a:spcPts val="0"/>
                        </a:spcAft>
                        <a:buNone/>
                      </a:pPr>
                      <a:r>
                        <a:rPr lang="en-US" sz="2200"/>
                        <a:t>What are the advantages and disadvantages of being a celebrity?</a:t>
                      </a:r>
                      <a:endParaRPr sz="2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876700">
                <a:tc>
                  <a:txBody>
                    <a:bodyPr/>
                    <a:lstStyle/>
                    <a:p>
                      <a:pPr indent="0" lvl="0" marL="0" rtl="0" algn="ctr">
                        <a:spcBef>
                          <a:spcPts val="0"/>
                        </a:spcBef>
                        <a:spcAft>
                          <a:spcPts val="0"/>
                        </a:spcAft>
                        <a:buNone/>
                      </a:pPr>
                      <a:r>
                        <a:rPr b="1" lang="en-US" sz="2200">
                          <a:solidFill>
                            <a:schemeClr val="lt1"/>
                          </a:solidFill>
                        </a:rPr>
                        <a:t>5</a:t>
                      </a:r>
                      <a:endParaRPr b="1" sz="2200">
                        <a:solidFill>
                          <a:schemeClr val="lt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18146"/>
                    </a:solidFill>
                  </a:tcPr>
                </a:tc>
                <a:tc>
                  <a:txBody>
                    <a:bodyPr/>
                    <a:lstStyle/>
                    <a:p>
                      <a:pPr indent="0" lvl="0" marL="0" rtl="0" algn="just">
                        <a:lnSpc>
                          <a:spcPct val="150000"/>
                        </a:lnSpc>
                        <a:spcBef>
                          <a:spcPts val="0"/>
                        </a:spcBef>
                        <a:spcAft>
                          <a:spcPts val="0"/>
                        </a:spcAft>
                        <a:buNone/>
                      </a:pPr>
                      <a:r>
                        <a:rPr lang="en-US" sz="2200"/>
                        <a:t>These days, more and more people are going to other countries for significant periods of time, either to find a job or to study. There are clearly many benefits to doing this, but people who live abroad can also face some difficulties.</a:t>
                      </a:r>
                      <a:endParaRPr sz="2200"/>
                    </a:p>
                    <a:p>
                      <a:pPr indent="0" lvl="0" marL="0" rtl="0" algn="just">
                        <a:lnSpc>
                          <a:spcPct val="150000"/>
                        </a:lnSpc>
                        <a:spcBef>
                          <a:spcPts val="0"/>
                        </a:spcBef>
                        <a:spcAft>
                          <a:spcPts val="0"/>
                        </a:spcAft>
                        <a:buNone/>
                      </a:pPr>
                      <a:r>
                        <a:rPr lang="en-US" sz="2200"/>
                        <a:t>Discuss the advantages and disadvantages of living and working in a foreign country.</a:t>
                      </a:r>
                      <a:endParaRPr sz="22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727" name="Google Shape;727;p29"/>
          <p:cNvSpPr txBox="1"/>
          <p:nvPr/>
        </p:nvSpPr>
        <p:spPr>
          <a:xfrm>
            <a:off x="5026000" y="665200"/>
            <a:ext cx="9061800" cy="81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800">
                <a:solidFill>
                  <a:srgbClr val="085630"/>
                </a:solidFill>
                <a:latin typeface="Roboto Medium"/>
                <a:ea typeface="Roboto Medium"/>
                <a:cs typeface="Roboto Medium"/>
                <a:sym typeface="Roboto Medium"/>
              </a:rPr>
              <a:t>CÂU HỎI ESSAY PHỔ BIẾN</a:t>
            </a:r>
            <a:endParaRPr sz="3800">
              <a:solidFill>
                <a:srgbClr val="085630"/>
              </a:solidFill>
              <a:latin typeface="Roboto Medium"/>
              <a:ea typeface="Roboto Medium"/>
              <a:cs typeface="Roboto Medium"/>
              <a:sym typeface="Roboto Medium"/>
            </a:endParaRPr>
          </a:p>
        </p:txBody>
      </p:sp>
      <p:sp>
        <p:nvSpPr>
          <p:cNvPr id="728" name="Google Shape;728;p29"/>
          <p:cNvSpPr/>
          <p:nvPr/>
        </p:nvSpPr>
        <p:spPr>
          <a:xfrm>
            <a:off x="3658925" y="2761625"/>
            <a:ext cx="1973100" cy="485400"/>
          </a:xfrm>
          <a:prstGeom prst="rect">
            <a:avLst/>
          </a:prstGeom>
          <a:noFill/>
          <a:ln cap="flat" cmpd="sng" w="3810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9" name="Google Shape;729;p29"/>
          <p:cNvSpPr/>
          <p:nvPr/>
        </p:nvSpPr>
        <p:spPr>
          <a:xfrm>
            <a:off x="8290400" y="2761625"/>
            <a:ext cx="3712800" cy="485400"/>
          </a:xfrm>
          <a:prstGeom prst="rect">
            <a:avLst/>
          </a:prstGeom>
          <a:noFill/>
          <a:ln cap="flat" cmpd="sng" w="3810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0" name="Google Shape;730;p29"/>
          <p:cNvSpPr/>
          <p:nvPr/>
        </p:nvSpPr>
        <p:spPr>
          <a:xfrm>
            <a:off x="4417425" y="4377475"/>
            <a:ext cx="4726500" cy="485400"/>
          </a:xfrm>
          <a:prstGeom prst="rect">
            <a:avLst/>
          </a:prstGeom>
          <a:noFill/>
          <a:ln cap="flat" cmpd="sng" w="3810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1" name="Google Shape;731;p29"/>
          <p:cNvSpPr/>
          <p:nvPr/>
        </p:nvSpPr>
        <p:spPr>
          <a:xfrm>
            <a:off x="3220025" y="5530525"/>
            <a:ext cx="5924100" cy="485400"/>
          </a:xfrm>
          <a:prstGeom prst="rect">
            <a:avLst/>
          </a:prstGeom>
          <a:noFill/>
          <a:ln cap="flat" cmpd="sng" w="3810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2" name="Google Shape;732;p29"/>
          <p:cNvSpPr/>
          <p:nvPr/>
        </p:nvSpPr>
        <p:spPr>
          <a:xfrm>
            <a:off x="3220025" y="6620000"/>
            <a:ext cx="5590200" cy="485400"/>
          </a:xfrm>
          <a:prstGeom prst="rect">
            <a:avLst/>
          </a:prstGeom>
          <a:noFill/>
          <a:ln cap="flat" cmpd="sng" w="3810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3" name="Google Shape;733;p29"/>
          <p:cNvSpPr/>
          <p:nvPr/>
        </p:nvSpPr>
        <p:spPr>
          <a:xfrm>
            <a:off x="3220025" y="8561075"/>
            <a:ext cx="5457300" cy="485400"/>
          </a:xfrm>
          <a:prstGeom prst="rect">
            <a:avLst/>
          </a:prstGeom>
          <a:noFill/>
          <a:ln cap="flat" cmpd="sng" w="38100">
            <a:solidFill>
              <a:srgbClr val="00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30"/>
          <p:cNvSpPr/>
          <p:nvPr/>
        </p:nvSpPr>
        <p:spPr>
          <a:xfrm>
            <a:off x="8200450" y="9517200"/>
            <a:ext cx="2235000" cy="77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9" name="Google Shape;739;p30"/>
          <p:cNvSpPr txBox="1"/>
          <p:nvPr/>
        </p:nvSpPr>
        <p:spPr>
          <a:xfrm>
            <a:off x="71525" y="3467950"/>
            <a:ext cx="18159900" cy="142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7000">
                <a:solidFill>
                  <a:schemeClr val="dk1"/>
                </a:solidFill>
                <a:latin typeface="Montserrat Medium"/>
                <a:ea typeface="Montserrat Medium"/>
                <a:cs typeface="Montserrat Medium"/>
                <a:sym typeface="Montserrat Medium"/>
              </a:rPr>
              <a:t>XÁC ĐỊNH YÊU CẦU ĐỀ BÀI</a:t>
            </a:r>
            <a:endParaRPr sz="7000">
              <a:solidFill>
                <a:schemeClr val="dk1"/>
              </a:solidFill>
              <a:latin typeface="Montserrat Medium"/>
              <a:ea typeface="Montserrat Medium"/>
              <a:cs typeface="Montserrat Medium"/>
              <a:sym typeface="Montserrat Medium"/>
            </a:endParaRPr>
          </a:p>
        </p:txBody>
      </p:sp>
      <p:sp>
        <p:nvSpPr>
          <p:cNvPr id="740" name="Google Shape;740;p30"/>
          <p:cNvSpPr txBox="1"/>
          <p:nvPr/>
        </p:nvSpPr>
        <p:spPr>
          <a:xfrm>
            <a:off x="8657650" y="29575"/>
            <a:ext cx="1836900" cy="1833000"/>
          </a:xfrm>
          <a:prstGeom prst="rect">
            <a:avLst/>
          </a:prstGeom>
          <a:solidFill>
            <a:srgbClr val="006B3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0">
                <a:solidFill>
                  <a:schemeClr val="lt1"/>
                </a:solidFill>
                <a:latin typeface="Montserrat Medium"/>
                <a:ea typeface="Montserrat Medium"/>
                <a:cs typeface="Montserrat Medium"/>
                <a:sym typeface="Montserrat Medium"/>
              </a:rPr>
              <a:t>02</a:t>
            </a:r>
            <a:endParaRPr sz="100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31"/>
          <p:cNvSpPr/>
          <p:nvPr/>
        </p:nvSpPr>
        <p:spPr>
          <a:xfrm>
            <a:off x="18157088" y="2761613"/>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pic>
        <p:nvPicPr>
          <p:cNvPr id="746" name="Google Shape;746;p31"/>
          <p:cNvPicPr preferRelativeResize="0"/>
          <p:nvPr/>
        </p:nvPicPr>
        <p:blipFill>
          <a:blip r:embed="rId4">
            <a:alphaModFix/>
          </a:blip>
          <a:stretch>
            <a:fillRect/>
          </a:stretch>
        </p:blipFill>
        <p:spPr>
          <a:xfrm>
            <a:off x="16875600" y="0"/>
            <a:ext cx="1281499" cy="1281499"/>
          </a:xfrm>
          <a:prstGeom prst="rect">
            <a:avLst/>
          </a:prstGeom>
          <a:noFill/>
          <a:ln>
            <a:noFill/>
          </a:ln>
        </p:spPr>
      </p:pic>
      <p:graphicFrame>
        <p:nvGraphicFramePr>
          <p:cNvPr id="747" name="Google Shape;747;p31"/>
          <p:cNvGraphicFramePr/>
          <p:nvPr/>
        </p:nvGraphicFramePr>
        <p:xfrm>
          <a:off x="1982950" y="3408788"/>
          <a:ext cx="3000000" cy="3000000"/>
        </p:xfrm>
        <a:graphic>
          <a:graphicData uri="http://schemas.openxmlformats.org/drawingml/2006/table">
            <a:tbl>
              <a:tblPr>
                <a:noFill/>
                <a:tableStyleId>{8B8AE82F-E2C9-4D4B-A445-089795D31883}</a:tableStyleId>
              </a:tblPr>
              <a:tblGrid>
                <a:gridCol w="10995175"/>
                <a:gridCol w="3786500"/>
              </a:tblGrid>
              <a:tr h="681650">
                <a:tc>
                  <a:txBody>
                    <a:bodyPr/>
                    <a:lstStyle/>
                    <a:p>
                      <a:pPr indent="0" lvl="0" marL="0" rtl="0" algn="l">
                        <a:lnSpc>
                          <a:spcPct val="150000"/>
                        </a:lnSpc>
                        <a:spcBef>
                          <a:spcPts val="0"/>
                        </a:spcBef>
                        <a:spcAft>
                          <a:spcPts val="0"/>
                        </a:spcAft>
                        <a:buNone/>
                      </a:pPr>
                      <a:r>
                        <a:rPr lang="en-US" sz="2000"/>
                        <a:t>Chủ đề: </a:t>
                      </a:r>
                      <a:r>
                        <a:rPr lang="en-US" sz="2000">
                          <a:solidFill>
                            <a:srgbClr val="0000FF"/>
                          </a:solidFill>
                        </a:rPr>
                        <a:t>Teaching methods</a:t>
                      </a:r>
                      <a:endParaRPr sz="2000">
                        <a:solidFill>
                          <a:srgbClr val="0000FF"/>
                        </a:solidFill>
                      </a:endParaRPr>
                    </a:p>
                  </a:txBody>
                  <a:tcPr marT="91425" marB="91425" marR="91425" marL="91425" anchor="ctr"/>
                </a:tc>
                <a:tc>
                  <a:txBody>
                    <a:bodyPr/>
                    <a:lstStyle/>
                    <a:p>
                      <a:pPr indent="0" lvl="0" marL="0" rtl="0" algn="l">
                        <a:lnSpc>
                          <a:spcPct val="150000"/>
                        </a:lnSpc>
                        <a:spcBef>
                          <a:spcPts val="0"/>
                        </a:spcBef>
                        <a:spcAft>
                          <a:spcPts val="0"/>
                        </a:spcAft>
                        <a:buNone/>
                      </a:pPr>
                      <a:r>
                        <a:rPr lang="en-US" sz="2000"/>
                        <a:t>Themes</a:t>
                      </a:r>
                      <a:endParaRPr sz="2000"/>
                    </a:p>
                  </a:txBody>
                  <a:tcPr marT="91425" marB="91425" marR="91425" marL="91425" anchor="ctr"/>
                </a:tc>
              </a:tr>
              <a:tr h="681650">
                <a:tc>
                  <a:txBody>
                    <a:bodyPr/>
                    <a:lstStyle/>
                    <a:p>
                      <a:pPr indent="0" lvl="0" marL="0" rtl="0" algn="l">
                        <a:lnSpc>
                          <a:spcPct val="150000"/>
                        </a:lnSpc>
                        <a:spcBef>
                          <a:spcPts val="0"/>
                        </a:spcBef>
                        <a:spcAft>
                          <a:spcPts val="0"/>
                        </a:spcAft>
                        <a:buNone/>
                      </a:pPr>
                      <a:r>
                        <a:rPr lang="en-US" sz="2000"/>
                        <a:t>(Khía cạnh) Tập trung: </a:t>
                      </a:r>
                      <a:r>
                        <a:rPr lang="en-US" sz="2000">
                          <a:solidFill>
                            <a:srgbClr val="0000FF"/>
                          </a:solidFill>
                        </a:rPr>
                        <a:t>increasing use of</a:t>
                      </a:r>
                      <a:r>
                        <a:rPr lang="en-US" sz="2000"/>
                        <a:t> </a:t>
                      </a:r>
                      <a:r>
                        <a:rPr lang="en-US" sz="2000">
                          <a:solidFill>
                            <a:srgbClr val="0000FF"/>
                          </a:solidFill>
                        </a:rPr>
                        <a:t>technology in teaching </a:t>
                      </a:r>
                      <a:endParaRPr sz="2000">
                        <a:solidFill>
                          <a:srgbClr val="0000FF"/>
                        </a:solidFill>
                      </a:endParaRPr>
                    </a:p>
                  </a:txBody>
                  <a:tcPr marT="91425" marB="91425" marR="91425" marL="91425" anchor="ctr"/>
                </a:tc>
                <a:tc>
                  <a:txBody>
                    <a:bodyPr/>
                    <a:lstStyle/>
                    <a:p>
                      <a:pPr indent="0" lvl="0" marL="0" rtl="0" algn="l">
                        <a:lnSpc>
                          <a:spcPct val="150000"/>
                        </a:lnSpc>
                        <a:spcBef>
                          <a:spcPts val="0"/>
                        </a:spcBef>
                        <a:spcAft>
                          <a:spcPts val="0"/>
                        </a:spcAft>
                        <a:buNone/>
                      </a:pPr>
                      <a:r>
                        <a:rPr lang="en-US" sz="2000">
                          <a:solidFill>
                            <a:srgbClr val="0000FF"/>
                          </a:solidFill>
                        </a:rPr>
                        <a:t>learning experience</a:t>
                      </a:r>
                      <a:endParaRPr sz="2000">
                        <a:solidFill>
                          <a:srgbClr val="0000FF"/>
                        </a:solidFill>
                      </a:endParaRPr>
                    </a:p>
                  </a:txBody>
                  <a:tcPr marT="91425" marB="91425" marR="91425" marL="91425" anchor="ctr"/>
                </a:tc>
              </a:tr>
              <a:tr h="681650">
                <a:tc>
                  <a:txBody>
                    <a:bodyPr/>
                    <a:lstStyle/>
                    <a:p>
                      <a:pPr indent="0" lvl="0" marL="0" rtl="0" algn="l">
                        <a:lnSpc>
                          <a:spcPct val="150000"/>
                        </a:lnSpc>
                        <a:spcBef>
                          <a:spcPts val="0"/>
                        </a:spcBef>
                        <a:spcAft>
                          <a:spcPts val="0"/>
                        </a:spcAft>
                        <a:buNone/>
                      </a:pPr>
                      <a:r>
                        <a:rPr lang="en-US" sz="2000"/>
                        <a:t>Vấn đề cần trả lời: </a:t>
                      </a:r>
                      <a:r>
                        <a:rPr lang="en-US" sz="2000">
                          <a:solidFill>
                            <a:srgbClr val="0000FF"/>
                          </a:solidFill>
                        </a:rPr>
                        <a:t>Whether the advantages of using new technology in teaching outweigh the disadvantages</a:t>
                      </a:r>
                      <a:endParaRPr sz="2000">
                        <a:solidFill>
                          <a:srgbClr val="0000FF"/>
                        </a:solidFill>
                      </a:endParaRPr>
                    </a:p>
                  </a:txBody>
                  <a:tcPr marT="91425" marB="91425" marR="91425" marL="91425" anchor="ctr"/>
                </a:tc>
                <a:tc>
                  <a:txBody>
                    <a:bodyPr/>
                    <a:lstStyle/>
                    <a:p>
                      <a:pPr indent="0" lvl="0" marL="0" rtl="0" algn="l">
                        <a:lnSpc>
                          <a:spcPct val="150000"/>
                        </a:lnSpc>
                        <a:spcBef>
                          <a:spcPts val="0"/>
                        </a:spcBef>
                        <a:spcAft>
                          <a:spcPts val="0"/>
                        </a:spcAft>
                        <a:buNone/>
                      </a:pPr>
                      <a:r>
                        <a:rPr lang="en-US" sz="2000">
                          <a:solidFill>
                            <a:srgbClr val="0000FF"/>
                          </a:solidFill>
                        </a:rPr>
                        <a:t>time-saving</a:t>
                      </a:r>
                      <a:endParaRPr sz="2000">
                        <a:solidFill>
                          <a:srgbClr val="0000FF"/>
                        </a:solidFill>
                      </a:endParaRPr>
                    </a:p>
                  </a:txBody>
                  <a:tcPr marT="91425" marB="91425" marR="91425" marL="91425" anchor="ctr"/>
                </a:tc>
              </a:tr>
              <a:tr h="681650">
                <a:tc>
                  <a:txBody>
                    <a:bodyPr/>
                    <a:lstStyle/>
                    <a:p>
                      <a:pPr indent="0" lvl="0" marL="0" rtl="0" algn="l">
                        <a:lnSpc>
                          <a:spcPct val="150000"/>
                        </a:lnSpc>
                        <a:spcBef>
                          <a:spcPts val="0"/>
                        </a:spcBef>
                        <a:spcAft>
                          <a:spcPts val="0"/>
                        </a:spcAft>
                        <a:buNone/>
                      </a:pPr>
                      <a:r>
                        <a:rPr lang="en-US" sz="2000"/>
                        <a:t>Quan điểm của tôi: </a:t>
                      </a:r>
                      <a:r>
                        <a:rPr lang="en-US" sz="2000">
                          <a:solidFill>
                            <a:srgbClr val="0000FF"/>
                          </a:solidFill>
                        </a:rPr>
                        <a:t>The advantages of using new technology in education outweigh the disadvantages.</a:t>
                      </a:r>
                      <a:endParaRPr sz="2000">
                        <a:solidFill>
                          <a:srgbClr val="0000FF"/>
                        </a:solidFill>
                      </a:endParaRPr>
                    </a:p>
                  </a:txBody>
                  <a:tcPr marT="91425" marB="91425" marR="91425" marL="91425" anchor="ctr"/>
                </a:tc>
                <a:tc>
                  <a:txBody>
                    <a:bodyPr/>
                    <a:lstStyle/>
                    <a:p>
                      <a:pPr indent="0" lvl="0" marL="0" rtl="0" algn="l">
                        <a:lnSpc>
                          <a:spcPct val="150000"/>
                        </a:lnSpc>
                        <a:spcBef>
                          <a:spcPts val="0"/>
                        </a:spcBef>
                        <a:spcAft>
                          <a:spcPts val="0"/>
                        </a:spcAft>
                        <a:buNone/>
                      </a:pPr>
                      <a:r>
                        <a:rPr lang="en-US" sz="2000">
                          <a:solidFill>
                            <a:srgbClr val="0000FF"/>
                          </a:solidFill>
                        </a:rPr>
                        <a:t>accessibility and flexibility</a:t>
                      </a:r>
                      <a:endParaRPr sz="2000">
                        <a:solidFill>
                          <a:srgbClr val="0000FF"/>
                        </a:solidFill>
                      </a:endParaRPr>
                    </a:p>
                  </a:txBody>
                  <a:tcPr marT="91425" marB="91425" marR="91425" marL="91425" anchor="ctr"/>
                </a:tc>
              </a:tr>
            </a:tbl>
          </a:graphicData>
        </a:graphic>
      </p:graphicFrame>
      <p:sp>
        <p:nvSpPr>
          <p:cNvPr id="748" name="Google Shape;748;p31"/>
          <p:cNvSpPr txBox="1"/>
          <p:nvPr/>
        </p:nvSpPr>
        <p:spPr>
          <a:xfrm>
            <a:off x="2860375" y="1395050"/>
            <a:ext cx="12485400" cy="15324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lang="en-US" sz="2000"/>
              <a:t>In the past lectures were the traditional method of teaching large numbers of students. Nowadays new technology is increasingly being used to teach students.</a:t>
            </a:r>
            <a:endParaRPr sz="2000"/>
          </a:p>
          <a:p>
            <a:pPr indent="0" lvl="0" marL="0" rtl="0" algn="l">
              <a:lnSpc>
                <a:spcPct val="150000"/>
              </a:lnSpc>
              <a:spcBef>
                <a:spcPts val="1000"/>
              </a:spcBef>
              <a:spcAft>
                <a:spcPts val="0"/>
              </a:spcAft>
              <a:buNone/>
            </a:pPr>
            <a:r>
              <a:rPr lang="en-US" sz="2000"/>
              <a:t>Do the advantages of this new approach outweigh the disadvantages?</a:t>
            </a:r>
            <a:endParaRPr sz="2000"/>
          </a:p>
        </p:txBody>
      </p:sp>
      <p:grpSp>
        <p:nvGrpSpPr>
          <p:cNvPr id="749" name="Google Shape;749;p31"/>
          <p:cNvGrpSpPr/>
          <p:nvPr/>
        </p:nvGrpSpPr>
        <p:grpSpPr>
          <a:xfrm>
            <a:off x="2289272" y="1281509"/>
            <a:ext cx="397364" cy="586796"/>
            <a:chOff x="2320861" y="1907271"/>
            <a:chExt cx="399000" cy="586796"/>
          </a:xfrm>
        </p:grpSpPr>
        <p:cxnSp>
          <p:nvCxnSpPr>
            <p:cNvPr id="750" name="Google Shape;750;p31"/>
            <p:cNvCxnSpPr/>
            <p:nvPr/>
          </p:nvCxnSpPr>
          <p:spPr>
            <a:xfrm>
              <a:off x="2320865" y="1908767"/>
              <a:ext cx="0" cy="585300"/>
            </a:xfrm>
            <a:prstGeom prst="straightConnector1">
              <a:avLst/>
            </a:prstGeom>
            <a:noFill/>
            <a:ln cap="flat" cmpd="sng" w="19050">
              <a:solidFill>
                <a:srgbClr val="006B37"/>
              </a:solidFill>
              <a:prstDash val="solid"/>
              <a:round/>
              <a:headEnd len="med" w="med" type="none"/>
              <a:tailEnd len="med" w="med" type="none"/>
            </a:ln>
          </p:spPr>
        </p:cxnSp>
        <p:cxnSp>
          <p:nvCxnSpPr>
            <p:cNvPr id="751" name="Google Shape;751;p31"/>
            <p:cNvCxnSpPr/>
            <p:nvPr/>
          </p:nvCxnSpPr>
          <p:spPr>
            <a:xfrm flipH="1" rot="10800000">
              <a:off x="2320861" y="1907271"/>
              <a:ext cx="399000" cy="1500"/>
            </a:xfrm>
            <a:prstGeom prst="straightConnector1">
              <a:avLst/>
            </a:prstGeom>
            <a:noFill/>
            <a:ln cap="flat" cmpd="sng" w="19050">
              <a:solidFill>
                <a:srgbClr val="006B37"/>
              </a:solidFill>
              <a:prstDash val="solid"/>
              <a:round/>
              <a:headEnd len="med" w="med" type="none"/>
              <a:tailEnd len="med" w="med" type="none"/>
            </a:ln>
          </p:spPr>
        </p:cxnSp>
        <p:cxnSp>
          <p:nvCxnSpPr>
            <p:cNvPr id="752" name="Google Shape;752;p31"/>
            <p:cNvCxnSpPr/>
            <p:nvPr/>
          </p:nvCxnSpPr>
          <p:spPr>
            <a:xfrm>
              <a:off x="2418958" y="2002948"/>
              <a:ext cx="0" cy="313200"/>
            </a:xfrm>
            <a:prstGeom prst="straightConnector1">
              <a:avLst/>
            </a:prstGeom>
            <a:noFill/>
            <a:ln cap="flat" cmpd="sng" w="19050">
              <a:solidFill>
                <a:srgbClr val="006B37"/>
              </a:solidFill>
              <a:prstDash val="solid"/>
              <a:round/>
              <a:headEnd len="med" w="med" type="none"/>
              <a:tailEnd len="med" w="med" type="none"/>
            </a:ln>
          </p:spPr>
        </p:cxnSp>
        <p:cxnSp>
          <p:nvCxnSpPr>
            <p:cNvPr id="753" name="Google Shape;753;p31"/>
            <p:cNvCxnSpPr/>
            <p:nvPr/>
          </p:nvCxnSpPr>
          <p:spPr>
            <a:xfrm flipH="1" rot="10800000">
              <a:off x="2418957" y="2002351"/>
              <a:ext cx="202800" cy="600"/>
            </a:xfrm>
            <a:prstGeom prst="straightConnector1">
              <a:avLst/>
            </a:prstGeom>
            <a:noFill/>
            <a:ln cap="flat" cmpd="sng" w="19050">
              <a:solidFill>
                <a:srgbClr val="006B37"/>
              </a:solidFill>
              <a:prstDash val="solid"/>
              <a:round/>
              <a:headEnd len="med" w="med" type="none"/>
              <a:tailEnd len="med" w="med" type="none"/>
            </a:ln>
          </p:spPr>
        </p:cxnSp>
      </p:grpSp>
      <p:grpSp>
        <p:nvGrpSpPr>
          <p:cNvPr id="754" name="Google Shape;754;p31"/>
          <p:cNvGrpSpPr/>
          <p:nvPr/>
        </p:nvGrpSpPr>
        <p:grpSpPr>
          <a:xfrm>
            <a:off x="15090839" y="2205371"/>
            <a:ext cx="511678" cy="586698"/>
            <a:chOff x="14455939" y="2340721"/>
            <a:chExt cx="511678" cy="586698"/>
          </a:xfrm>
        </p:grpSpPr>
        <p:grpSp>
          <p:nvGrpSpPr>
            <p:cNvPr id="755" name="Google Shape;755;p31"/>
            <p:cNvGrpSpPr/>
            <p:nvPr/>
          </p:nvGrpSpPr>
          <p:grpSpPr>
            <a:xfrm rot="10800000">
              <a:off x="14455939" y="2340721"/>
              <a:ext cx="511678" cy="586698"/>
              <a:chOff x="1909300" y="2572225"/>
              <a:chExt cx="1135800" cy="1172692"/>
            </a:xfrm>
          </p:grpSpPr>
          <p:cxnSp>
            <p:nvCxnSpPr>
              <p:cNvPr id="756" name="Google Shape;756;p31"/>
              <p:cNvCxnSpPr/>
              <p:nvPr/>
            </p:nvCxnSpPr>
            <p:spPr>
              <a:xfrm>
                <a:off x="1909310" y="2574917"/>
                <a:ext cx="0" cy="1170000"/>
              </a:xfrm>
              <a:prstGeom prst="straightConnector1">
                <a:avLst/>
              </a:prstGeom>
              <a:noFill/>
              <a:ln cap="flat" cmpd="sng" w="19050">
                <a:solidFill>
                  <a:srgbClr val="006B37"/>
                </a:solidFill>
                <a:prstDash val="solid"/>
                <a:round/>
                <a:headEnd len="med" w="med" type="none"/>
                <a:tailEnd len="med" w="med" type="none"/>
              </a:ln>
            </p:spPr>
          </p:cxnSp>
          <p:cxnSp>
            <p:nvCxnSpPr>
              <p:cNvPr id="757" name="Google Shape;757;p31"/>
              <p:cNvCxnSpPr/>
              <p:nvPr/>
            </p:nvCxnSpPr>
            <p:spPr>
              <a:xfrm flipH="1" rot="10800000">
                <a:off x="1909300" y="2572225"/>
                <a:ext cx="1135800" cy="2700"/>
              </a:xfrm>
              <a:prstGeom prst="straightConnector1">
                <a:avLst/>
              </a:prstGeom>
              <a:noFill/>
              <a:ln cap="flat" cmpd="sng" w="19050">
                <a:solidFill>
                  <a:srgbClr val="006B37"/>
                </a:solidFill>
                <a:prstDash val="solid"/>
                <a:round/>
                <a:headEnd len="med" w="med" type="none"/>
                <a:tailEnd len="med" w="med" type="none"/>
              </a:ln>
            </p:spPr>
          </p:cxnSp>
        </p:grpSp>
        <p:grpSp>
          <p:nvGrpSpPr>
            <p:cNvPr id="758" name="Google Shape;758;p31"/>
            <p:cNvGrpSpPr/>
            <p:nvPr/>
          </p:nvGrpSpPr>
          <p:grpSpPr>
            <a:xfrm rot="10800000">
              <a:off x="14681280" y="2591839"/>
              <a:ext cx="188543" cy="230317"/>
              <a:chOff x="1909300" y="2572225"/>
              <a:chExt cx="1135800" cy="1172692"/>
            </a:xfrm>
          </p:grpSpPr>
          <p:cxnSp>
            <p:nvCxnSpPr>
              <p:cNvPr id="759" name="Google Shape;759;p31"/>
              <p:cNvCxnSpPr/>
              <p:nvPr/>
            </p:nvCxnSpPr>
            <p:spPr>
              <a:xfrm>
                <a:off x="1909310" y="2574917"/>
                <a:ext cx="0" cy="1170000"/>
              </a:xfrm>
              <a:prstGeom prst="straightConnector1">
                <a:avLst/>
              </a:prstGeom>
              <a:noFill/>
              <a:ln cap="flat" cmpd="sng" w="19050">
                <a:solidFill>
                  <a:srgbClr val="006B37"/>
                </a:solidFill>
                <a:prstDash val="solid"/>
                <a:round/>
                <a:headEnd len="med" w="med" type="none"/>
                <a:tailEnd len="med" w="med" type="none"/>
              </a:ln>
            </p:spPr>
          </p:cxnSp>
          <p:cxnSp>
            <p:nvCxnSpPr>
              <p:cNvPr id="760" name="Google Shape;760;p31"/>
              <p:cNvCxnSpPr/>
              <p:nvPr/>
            </p:nvCxnSpPr>
            <p:spPr>
              <a:xfrm flipH="1" rot="10800000">
                <a:off x="1909300" y="2572225"/>
                <a:ext cx="1135800" cy="2700"/>
              </a:xfrm>
              <a:prstGeom prst="straightConnector1">
                <a:avLst/>
              </a:prstGeom>
              <a:noFill/>
              <a:ln cap="flat" cmpd="sng" w="19050">
                <a:solidFill>
                  <a:srgbClr val="006B37"/>
                </a:solidFill>
                <a:prstDash val="solid"/>
                <a:round/>
                <a:headEnd len="med" w="med" type="none"/>
                <a:tailEnd len="med" w="med" type="none"/>
              </a:ln>
            </p:spPr>
          </p:cxnSp>
        </p:gr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32"/>
          <p:cNvSpPr/>
          <p:nvPr/>
        </p:nvSpPr>
        <p:spPr>
          <a:xfrm>
            <a:off x="18157088" y="2761613"/>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pic>
        <p:nvPicPr>
          <p:cNvPr id="766" name="Google Shape;766;p32"/>
          <p:cNvPicPr preferRelativeResize="0"/>
          <p:nvPr/>
        </p:nvPicPr>
        <p:blipFill>
          <a:blip r:embed="rId4">
            <a:alphaModFix/>
          </a:blip>
          <a:stretch>
            <a:fillRect/>
          </a:stretch>
        </p:blipFill>
        <p:spPr>
          <a:xfrm>
            <a:off x="16875600" y="0"/>
            <a:ext cx="1281499" cy="1281499"/>
          </a:xfrm>
          <a:prstGeom prst="rect">
            <a:avLst/>
          </a:prstGeom>
          <a:noFill/>
          <a:ln>
            <a:noFill/>
          </a:ln>
        </p:spPr>
      </p:pic>
      <p:graphicFrame>
        <p:nvGraphicFramePr>
          <p:cNvPr id="767" name="Google Shape;767;p32"/>
          <p:cNvGraphicFramePr/>
          <p:nvPr/>
        </p:nvGraphicFramePr>
        <p:xfrm>
          <a:off x="1982950" y="3408788"/>
          <a:ext cx="3000000" cy="3000000"/>
        </p:xfrm>
        <a:graphic>
          <a:graphicData uri="http://schemas.openxmlformats.org/drawingml/2006/table">
            <a:tbl>
              <a:tblPr>
                <a:noFill/>
                <a:tableStyleId>{8B8AE82F-E2C9-4D4B-A445-089795D31883}</a:tableStyleId>
              </a:tblPr>
              <a:tblGrid>
                <a:gridCol w="11882950"/>
                <a:gridCol w="2898725"/>
              </a:tblGrid>
              <a:tr h="681650">
                <a:tc>
                  <a:txBody>
                    <a:bodyPr/>
                    <a:lstStyle/>
                    <a:p>
                      <a:pPr indent="0" lvl="0" marL="0" rtl="0" algn="l">
                        <a:spcBef>
                          <a:spcPts val="0"/>
                        </a:spcBef>
                        <a:spcAft>
                          <a:spcPts val="0"/>
                        </a:spcAft>
                        <a:buNone/>
                      </a:pPr>
                      <a:r>
                        <a:rPr lang="en-US" sz="2000"/>
                        <a:t>Chủ đề: </a:t>
                      </a:r>
                      <a:endParaRPr sz="2000">
                        <a:solidFill>
                          <a:srgbClr val="0000FF"/>
                        </a:solidFill>
                      </a:endParaRPr>
                    </a:p>
                  </a:txBody>
                  <a:tcPr marT="91425" marB="91425" marR="91425" marL="91425"/>
                </a:tc>
                <a:tc>
                  <a:txBody>
                    <a:bodyPr/>
                    <a:lstStyle/>
                    <a:p>
                      <a:pPr indent="0" lvl="0" marL="0" rtl="0" algn="l">
                        <a:spcBef>
                          <a:spcPts val="0"/>
                        </a:spcBef>
                        <a:spcAft>
                          <a:spcPts val="0"/>
                        </a:spcAft>
                        <a:buNone/>
                      </a:pPr>
                      <a:r>
                        <a:rPr lang="en-US" sz="2000"/>
                        <a:t>Themes</a:t>
                      </a:r>
                      <a:endParaRPr sz="2000"/>
                    </a:p>
                  </a:txBody>
                  <a:tcPr marT="91425" marB="91425" marR="91425" marL="91425"/>
                </a:tc>
              </a:tr>
              <a:tr h="681650">
                <a:tc>
                  <a:txBody>
                    <a:bodyPr/>
                    <a:lstStyle/>
                    <a:p>
                      <a:pPr indent="0" lvl="0" marL="0" rtl="0" algn="l">
                        <a:spcBef>
                          <a:spcPts val="0"/>
                        </a:spcBef>
                        <a:spcAft>
                          <a:spcPts val="0"/>
                        </a:spcAft>
                        <a:buNone/>
                      </a:pPr>
                      <a:r>
                        <a:rPr lang="en-US" sz="2000"/>
                        <a:t>(Khía cạnh) Tập trung: </a:t>
                      </a:r>
                      <a:endParaRPr sz="2000">
                        <a:solidFill>
                          <a:srgbClr val="0000FF"/>
                        </a:solidFill>
                      </a:endParaRPr>
                    </a:p>
                  </a:txBody>
                  <a:tcPr marT="91425" marB="91425" marR="91425" marL="91425"/>
                </a:tc>
                <a:tc>
                  <a:txBody>
                    <a:bodyPr/>
                    <a:lstStyle/>
                    <a:p>
                      <a:pPr indent="0" lvl="0" marL="0" rtl="0" algn="l">
                        <a:spcBef>
                          <a:spcPts val="0"/>
                        </a:spcBef>
                        <a:spcAft>
                          <a:spcPts val="0"/>
                        </a:spcAft>
                        <a:buNone/>
                      </a:pPr>
                      <a:r>
                        <a:t/>
                      </a:r>
                      <a:endParaRPr sz="2000">
                        <a:solidFill>
                          <a:srgbClr val="0000FF"/>
                        </a:solidFill>
                      </a:endParaRPr>
                    </a:p>
                  </a:txBody>
                  <a:tcPr marT="91425" marB="91425" marR="91425" marL="91425"/>
                </a:tc>
              </a:tr>
              <a:tr h="776775">
                <a:tc>
                  <a:txBody>
                    <a:bodyPr/>
                    <a:lstStyle/>
                    <a:p>
                      <a:pPr indent="0" lvl="0" marL="0" rtl="0" algn="l">
                        <a:spcBef>
                          <a:spcPts val="0"/>
                        </a:spcBef>
                        <a:spcAft>
                          <a:spcPts val="0"/>
                        </a:spcAft>
                        <a:buNone/>
                      </a:pPr>
                      <a:r>
                        <a:rPr lang="en-US" sz="2000"/>
                        <a:t>Vấn đề cần trả lời: </a:t>
                      </a:r>
                      <a:endParaRPr sz="2000">
                        <a:solidFill>
                          <a:srgbClr val="0000FF"/>
                        </a:solidFill>
                      </a:endParaRPr>
                    </a:p>
                  </a:txBody>
                  <a:tcPr marT="91425" marB="91425" marR="91425" marL="91425"/>
                </a:tc>
                <a:tc>
                  <a:txBody>
                    <a:bodyPr/>
                    <a:lstStyle/>
                    <a:p>
                      <a:pPr indent="0" lvl="0" marL="0" rtl="0" algn="l">
                        <a:spcBef>
                          <a:spcPts val="0"/>
                        </a:spcBef>
                        <a:spcAft>
                          <a:spcPts val="0"/>
                        </a:spcAft>
                        <a:buNone/>
                      </a:pPr>
                      <a:r>
                        <a:t/>
                      </a:r>
                      <a:endParaRPr sz="2000">
                        <a:solidFill>
                          <a:srgbClr val="0000FF"/>
                        </a:solidFill>
                      </a:endParaRPr>
                    </a:p>
                  </a:txBody>
                  <a:tcPr marT="91425" marB="91425" marR="91425" marL="91425"/>
                </a:tc>
              </a:tr>
              <a:tr h="681650">
                <a:tc>
                  <a:txBody>
                    <a:bodyPr/>
                    <a:lstStyle/>
                    <a:p>
                      <a:pPr indent="0" lvl="0" marL="0" rtl="0" algn="l">
                        <a:spcBef>
                          <a:spcPts val="0"/>
                        </a:spcBef>
                        <a:spcAft>
                          <a:spcPts val="0"/>
                        </a:spcAft>
                        <a:buNone/>
                      </a:pPr>
                      <a:r>
                        <a:rPr lang="en-US" sz="2000"/>
                        <a:t>Quan điểm của tôi: </a:t>
                      </a:r>
                      <a:endParaRPr sz="2000">
                        <a:solidFill>
                          <a:srgbClr val="0000FF"/>
                        </a:solidFill>
                      </a:endParaRPr>
                    </a:p>
                  </a:txBody>
                  <a:tcPr marT="91425" marB="91425" marR="91425" marL="91425"/>
                </a:tc>
                <a:tc>
                  <a:txBody>
                    <a:bodyPr/>
                    <a:lstStyle/>
                    <a:p>
                      <a:pPr indent="0" lvl="0" marL="0" rtl="0" algn="l">
                        <a:spcBef>
                          <a:spcPts val="0"/>
                        </a:spcBef>
                        <a:spcAft>
                          <a:spcPts val="0"/>
                        </a:spcAft>
                        <a:buNone/>
                      </a:pPr>
                      <a:r>
                        <a:t/>
                      </a:r>
                      <a:endParaRPr sz="2000">
                        <a:solidFill>
                          <a:srgbClr val="0000FF"/>
                        </a:solidFill>
                      </a:endParaRPr>
                    </a:p>
                  </a:txBody>
                  <a:tcPr marT="91425" marB="91425" marR="91425" marL="91425"/>
                </a:tc>
              </a:tr>
            </a:tbl>
          </a:graphicData>
        </a:graphic>
      </p:graphicFrame>
      <p:sp>
        <p:nvSpPr>
          <p:cNvPr id="768" name="Google Shape;768;p32"/>
          <p:cNvSpPr txBox="1"/>
          <p:nvPr/>
        </p:nvSpPr>
        <p:spPr>
          <a:xfrm>
            <a:off x="2596825" y="1395050"/>
            <a:ext cx="13395600" cy="13665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lang="en-US" sz="2000"/>
              <a:t>Some people prefer to live in a house, while others think that there are more advantages living in an apartment. </a:t>
            </a:r>
            <a:endParaRPr sz="2000"/>
          </a:p>
          <a:p>
            <a:pPr indent="0" lvl="0" marL="0" rtl="0" algn="l">
              <a:lnSpc>
                <a:spcPct val="150000"/>
              </a:lnSpc>
              <a:spcBef>
                <a:spcPts val="0"/>
              </a:spcBef>
              <a:spcAft>
                <a:spcPts val="0"/>
              </a:spcAft>
              <a:buNone/>
            </a:pPr>
            <a:r>
              <a:rPr lang="en-US" sz="2000"/>
              <a:t>Are there more advantages than disadvantages to living in a house rather than in an apartment?</a:t>
            </a:r>
            <a:endParaRPr sz="2000"/>
          </a:p>
        </p:txBody>
      </p:sp>
      <p:grpSp>
        <p:nvGrpSpPr>
          <p:cNvPr id="769" name="Google Shape;769;p32"/>
          <p:cNvGrpSpPr/>
          <p:nvPr/>
        </p:nvGrpSpPr>
        <p:grpSpPr>
          <a:xfrm>
            <a:off x="2289272" y="1281509"/>
            <a:ext cx="397364" cy="586796"/>
            <a:chOff x="2320861" y="1907271"/>
            <a:chExt cx="399000" cy="586796"/>
          </a:xfrm>
        </p:grpSpPr>
        <p:cxnSp>
          <p:nvCxnSpPr>
            <p:cNvPr id="770" name="Google Shape;770;p32"/>
            <p:cNvCxnSpPr/>
            <p:nvPr/>
          </p:nvCxnSpPr>
          <p:spPr>
            <a:xfrm>
              <a:off x="2320865" y="1908767"/>
              <a:ext cx="0" cy="585300"/>
            </a:xfrm>
            <a:prstGeom prst="straightConnector1">
              <a:avLst/>
            </a:prstGeom>
            <a:noFill/>
            <a:ln cap="flat" cmpd="sng" w="19050">
              <a:solidFill>
                <a:srgbClr val="006B37"/>
              </a:solidFill>
              <a:prstDash val="solid"/>
              <a:round/>
              <a:headEnd len="med" w="med" type="none"/>
              <a:tailEnd len="med" w="med" type="none"/>
            </a:ln>
          </p:spPr>
        </p:cxnSp>
        <p:cxnSp>
          <p:nvCxnSpPr>
            <p:cNvPr id="771" name="Google Shape;771;p32"/>
            <p:cNvCxnSpPr/>
            <p:nvPr/>
          </p:nvCxnSpPr>
          <p:spPr>
            <a:xfrm flipH="1" rot="10800000">
              <a:off x="2320861" y="1907271"/>
              <a:ext cx="399000" cy="1500"/>
            </a:xfrm>
            <a:prstGeom prst="straightConnector1">
              <a:avLst/>
            </a:prstGeom>
            <a:noFill/>
            <a:ln cap="flat" cmpd="sng" w="19050">
              <a:solidFill>
                <a:srgbClr val="006B37"/>
              </a:solidFill>
              <a:prstDash val="solid"/>
              <a:round/>
              <a:headEnd len="med" w="med" type="none"/>
              <a:tailEnd len="med" w="med" type="none"/>
            </a:ln>
          </p:spPr>
        </p:cxnSp>
        <p:cxnSp>
          <p:nvCxnSpPr>
            <p:cNvPr id="772" name="Google Shape;772;p32"/>
            <p:cNvCxnSpPr/>
            <p:nvPr/>
          </p:nvCxnSpPr>
          <p:spPr>
            <a:xfrm>
              <a:off x="2418958" y="2002948"/>
              <a:ext cx="0" cy="313200"/>
            </a:xfrm>
            <a:prstGeom prst="straightConnector1">
              <a:avLst/>
            </a:prstGeom>
            <a:noFill/>
            <a:ln cap="flat" cmpd="sng" w="19050">
              <a:solidFill>
                <a:srgbClr val="006B37"/>
              </a:solidFill>
              <a:prstDash val="solid"/>
              <a:round/>
              <a:headEnd len="med" w="med" type="none"/>
              <a:tailEnd len="med" w="med" type="none"/>
            </a:ln>
          </p:spPr>
        </p:cxnSp>
        <p:cxnSp>
          <p:nvCxnSpPr>
            <p:cNvPr id="773" name="Google Shape;773;p32"/>
            <p:cNvCxnSpPr/>
            <p:nvPr/>
          </p:nvCxnSpPr>
          <p:spPr>
            <a:xfrm flipH="1" rot="10800000">
              <a:off x="2418957" y="2002351"/>
              <a:ext cx="202800" cy="600"/>
            </a:xfrm>
            <a:prstGeom prst="straightConnector1">
              <a:avLst/>
            </a:prstGeom>
            <a:noFill/>
            <a:ln cap="flat" cmpd="sng" w="19050">
              <a:solidFill>
                <a:srgbClr val="006B37"/>
              </a:solidFill>
              <a:prstDash val="solid"/>
              <a:round/>
              <a:headEnd len="med" w="med" type="none"/>
              <a:tailEnd len="med" w="med" type="none"/>
            </a:ln>
          </p:spPr>
        </p:cxnSp>
      </p:grpSp>
      <p:grpSp>
        <p:nvGrpSpPr>
          <p:cNvPr id="774" name="Google Shape;774;p32"/>
          <p:cNvGrpSpPr/>
          <p:nvPr/>
        </p:nvGrpSpPr>
        <p:grpSpPr>
          <a:xfrm>
            <a:off x="15264664" y="2052971"/>
            <a:ext cx="511678" cy="586698"/>
            <a:chOff x="14455939" y="2340721"/>
            <a:chExt cx="511678" cy="586698"/>
          </a:xfrm>
        </p:grpSpPr>
        <p:grpSp>
          <p:nvGrpSpPr>
            <p:cNvPr id="775" name="Google Shape;775;p32"/>
            <p:cNvGrpSpPr/>
            <p:nvPr/>
          </p:nvGrpSpPr>
          <p:grpSpPr>
            <a:xfrm rot="10800000">
              <a:off x="14455939" y="2340721"/>
              <a:ext cx="511678" cy="586698"/>
              <a:chOff x="1909300" y="2572225"/>
              <a:chExt cx="1135800" cy="1172692"/>
            </a:xfrm>
          </p:grpSpPr>
          <p:cxnSp>
            <p:nvCxnSpPr>
              <p:cNvPr id="776" name="Google Shape;776;p32"/>
              <p:cNvCxnSpPr/>
              <p:nvPr/>
            </p:nvCxnSpPr>
            <p:spPr>
              <a:xfrm>
                <a:off x="1909310" y="2574917"/>
                <a:ext cx="0" cy="1170000"/>
              </a:xfrm>
              <a:prstGeom prst="straightConnector1">
                <a:avLst/>
              </a:prstGeom>
              <a:noFill/>
              <a:ln cap="flat" cmpd="sng" w="19050">
                <a:solidFill>
                  <a:srgbClr val="006B37"/>
                </a:solidFill>
                <a:prstDash val="solid"/>
                <a:round/>
                <a:headEnd len="med" w="med" type="none"/>
                <a:tailEnd len="med" w="med" type="none"/>
              </a:ln>
            </p:spPr>
          </p:cxnSp>
          <p:cxnSp>
            <p:nvCxnSpPr>
              <p:cNvPr id="777" name="Google Shape;777;p32"/>
              <p:cNvCxnSpPr/>
              <p:nvPr/>
            </p:nvCxnSpPr>
            <p:spPr>
              <a:xfrm flipH="1" rot="10800000">
                <a:off x="1909300" y="2572225"/>
                <a:ext cx="1135800" cy="2700"/>
              </a:xfrm>
              <a:prstGeom prst="straightConnector1">
                <a:avLst/>
              </a:prstGeom>
              <a:noFill/>
              <a:ln cap="flat" cmpd="sng" w="19050">
                <a:solidFill>
                  <a:srgbClr val="006B37"/>
                </a:solidFill>
                <a:prstDash val="solid"/>
                <a:round/>
                <a:headEnd len="med" w="med" type="none"/>
                <a:tailEnd len="med" w="med" type="none"/>
              </a:ln>
            </p:spPr>
          </p:cxnSp>
        </p:grpSp>
        <p:grpSp>
          <p:nvGrpSpPr>
            <p:cNvPr id="778" name="Google Shape;778;p32"/>
            <p:cNvGrpSpPr/>
            <p:nvPr/>
          </p:nvGrpSpPr>
          <p:grpSpPr>
            <a:xfrm rot="10800000">
              <a:off x="14681280" y="2591839"/>
              <a:ext cx="188543" cy="230317"/>
              <a:chOff x="1909300" y="2572225"/>
              <a:chExt cx="1135800" cy="1172692"/>
            </a:xfrm>
          </p:grpSpPr>
          <p:cxnSp>
            <p:nvCxnSpPr>
              <p:cNvPr id="779" name="Google Shape;779;p32"/>
              <p:cNvCxnSpPr/>
              <p:nvPr/>
            </p:nvCxnSpPr>
            <p:spPr>
              <a:xfrm>
                <a:off x="1909310" y="2574917"/>
                <a:ext cx="0" cy="1170000"/>
              </a:xfrm>
              <a:prstGeom prst="straightConnector1">
                <a:avLst/>
              </a:prstGeom>
              <a:noFill/>
              <a:ln cap="flat" cmpd="sng" w="19050">
                <a:solidFill>
                  <a:srgbClr val="006B37"/>
                </a:solidFill>
                <a:prstDash val="solid"/>
                <a:round/>
                <a:headEnd len="med" w="med" type="none"/>
                <a:tailEnd len="med" w="med" type="none"/>
              </a:ln>
            </p:spPr>
          </p:cxnSp>
          <p:cxnSp>
            <p:nvCxnSpPr>
              <p:cNvPr id="780" name="Google Shape;780;p32"/>
              <p:cNvCxnSpPr/>
              <p:nvPr/>
            </p:nvCxnSpPr>
            <p:spPr>
              <a:xfrm flipH="1" rot="10800000">
                <a:off x="1909300" y="2572225"/>
                <a:ext cx="1135800" cy="2700"/>
              </a:xfrm>
              <a:prstGeom prst="straightConnector1">
                <a:avLst/>
              </a:prstGeom>
              <a:noFill/>
              <a:ln cap="flat" cmpd="sng" w="19050">
                <a:solidFill>
                  <a:srgbClr val="006B37"/>
                </a:solidFill>
                <a:prstDash val="solid"/>
                <a:round/>
                <a:headEnd len="med" w="med" type="none"/>
                <a:tailEnd len="med" w="med" type="none"/>
              </a:ln>
            </p:spPr>
          </p:cxnSp>
        </p:grpSp>
      </p:grpSp>
      <p:sp>
        <p:nvSpPr>
          <p:cNvPr id="781" name="Google Shape;781;p32"/>
          <p:cNvSpPr txBox="1"/>
          <p:nvPr/>
        </p:nvSpPr>
        <p:spPr>
          <a:xfrm>
            <a:off x="3043775" y="3411450"/>
            <a:ext cx="38046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0000FF"/>
                </a:solidFill>
              </a:rPr>
              <a:t>Types of house</a:t>
            </a:r>
            <a:endParaRPr sz="2000">
              <a:solidFill>
                <a:srgbClr val="0000FF"/>
              </a:solidFill>
            </a:endParaRPr>
          </a:p>
        </p:txBody>
      </p:sp>
      <p:sp>
        <p:nvSpPr>
          <p:cNvPr id="782" name="Google Shape;782;p32"/>
          <p:cNvSpPr txBox="1"/>
          <p:nvPr/>
        </p:nvSpPr>
        <p:spPr>
          <a:xfrm>
            <a:off x="4628000" y="4090450"/>
            <a:ext cx="89424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0000FF"/>
                </a:solidFill>
              </a:rPr>
              <a:t>The pros and cons of living in a house compared to living in an apartment</a:t>
            </a:r>
            <a:endParaRPr sz="2000">
              <a:solidFill>
                <a:srgbClr val="0000FF"/>
              </a:solidFill>
            </a:endParaRPr>
          </a:p>
        </p:txBody>
      </p:sp>
      <p:sp>
        <p:nvSpPr>
          <p:cNvPr id="783" name="Google Shape;783;p32"/>
          <p:cNvSpPr txBox="1"/>
          <p:nvPr/>
        </p:nvSpPr>
        <p:spPr>
          <a:xfrm>
            <a:off x="4204650" y="4769450"/>
            <a:ext cx="9524100" cy="647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2000">
                <a:solidFill>
                  <a:srgbClr val="0000FF"/>
                </a:solidFill>
              </a:rPr>
              <a:t>Whether living in a house offers more advantages than living in an apartment</a:t>
            </a:r>
            <a:endParaRPr sz="2000">
              <a:solidFill>
                <a:srgbClr val="0000FF"/>
              </a:solidFill>
            </a:endParaRPr>
          </a:p>
        </p:txBody>
      </p:sp>
      <p:sp>
        <p:nvSpPr>
          <p:cNvPr id="784" name="Google Shape;784;p32"/>
          <p:cNvSpPr txBox="1"/>
          <p:nvPr/>
        </p:nvSpPr>
        <p:spPr>
          <a:xfrm>
            <a:off x="4204650" y="5529950"/>
            <a:ext cx="9736200" cy="64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0000FF"/>
                </a:solidFill>
              </a:rPr>
              <a:t>Living in a house provides more advantages than living in an apartment</a:t>
            </a:r>
            <a:endParaRPr sz="2000">
              <a:solidFill>
                <a:srgbClr val="0000FF"/>
              </a:solidFill>
            </a:endParaRPr>
          </a:p>
        </p:txBody>
      </p:sp>
      <p:sp>
        <p:nvSpPr>
          <p:cNvPr id="785" name="Google Shape;785;p32"/>
          <p:cNvSpPr txBox="1"/>
          <p:nvPr/>
        </p:nvSpPr>
        <p:spPr>
          <a:xfrm>
            <a:off x="13906225" y="4153475"/>
            <a:ext cx="2738700" cy="51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0000FF"/>
                </a:solidFill>
              </a:rPr>
              <a:t>space and privacy</a:t>
            </a:r>
            <a:endParaRPr sz="2000">
              <a:solidFill>
                <a:srgbClr val="0000FF"/>
              </a:solidFill>
            </a:endParaRPr>
          </a:p>
        </p:txBody>
      </p:sp>
      <p:sp>
        <p:nvSpPr>
          <p:cNvPr id="786" name="Google Shape;786;p32"/>
          <p:cNvSpPr txBox="1"/>
          <p:nvPr/>
        </p:nvSpPr>
        <p:spPr>
          <a:xfrm>
            <a:off x="13906225" y="4772100"/>
            <a:ext cx="2858400" cy="64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0000FF"/>
                </a:solidFill>
              </a:rPr>
              <a:t>cost</a:t>
            </a:r>
            <a:endParaRPr sz="2000">
              <a:solidFill>
                <a:srgbClr val="0000FF"/>
              </a:solidFill>
            </a:endParaRPr>
          </a:p>
        </p:txBody>
      </p:sp>
      <p:sp>
        <p:nvSpPr>
          <p:cNvPr id="787" name="Google Shape;787;p32"/>
          <p:cNvSpPr txBox="1"/>
          <p:nvPr/>
        </p:nvSpPr>
        <p:spPr>
          <a:xfrm>
            <a:off x="13864650" y="5526650"/>
            <a:ext cx="2858400" cy="34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0000FF"/>
                </a:solidFill>
              </a:rPr>
              <a:t>serving family demands</a:t>
            </a:r>
            <a:endParaRPr sz="2000">
              <a:solidFill>
                <a:srgbClr val="0000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33"/>
          <p:cNvSpPr/>
          <p:nvPr/>
        </p:nvSpPr>
        <p:spPr>
          <a:xfrm>
            <a:off x="8200450" y="9517200"/>
            <a:ext cx="2235000" cy="77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93" name="Google Shape;793;p33"/>
          <p:cNvSpPr txBox="1"/>
          <p:nvPr/>
        </p:nvSpPr>
        <p:spPr>
          <a:xfrm>
            <a:off x="4366225" y="3467950"/>
            <a:ext cx="10573800" cy="142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7000">
                <a:solidFill>
                  <a:schemeClr val="dk1"/>
                </a:solidFill>
                <a:latin typeface="Montserrat Medium"/>
                <a:ea typeface="Montserrat Medium"/>
                <a:cs typeface="Montserrat Medium"/>
                <a:sym typeface="Montserrat Medium"/>
              </a:rPr>
              <a:t>LẬP DÀN Ý</a:t>
            </a:r>
            <a:endParaRPr sz="7000">
              <a:solidFill>
                <a:schemeClr val="dk1"/>
              </a:solidFill>
              <a:latin typeface="Montserrat Medium"/>
              <a:ea typeface="Montserrat Medium"/>
              <a:cs typeface="Montserrat Medium"/>
              <a:sym typeface="Montserrat Medium"/>
            </a:endParaRPr>
          </a:p>
        </p:txBody>
      </p:sp>
      <p:sp>
        <p:nvSpPr>
          <p:cNvPr id="794" name="Google Shape;794;p33"/>
          <p:cNvSpPr txBox="1"/>
          <p:nvPr/>
        </p:nvSpPr>
        <p:spPr>
          <a:xfrm>
            <a:off x="8657650" y="29575"/>
            <a:ext cx="1836900" cy="1833000"/>
          </a:xfrm>
          <a:prstGeom prst="rect">
            <a:avLst/>
          </a:prstGeom>
          <a:solidFill>
            <a:srgbClr val="006B3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0">
                <a:solidFill>
                  <a:schemeClr val="lt1"/>
                </a:solidFill>
                <a:latin typeface="Montserrat Medium"/>
                <a:ea typeface="Montserrat Medium"/>
                <a:cs typeface="Montserrat Medium"/>
                <a:sym typeface="Montserrat Medium"/>
              </a:rPr>
              <a:t>03</a:t>
            </a:r>
            <a:endParaRPr sz="100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34"/>
          <p:cNvSpPr/>
          <p:nvPr/>
        </p:nvSpPr>
        <p:spPr>
          <a:xfrm>
            <a:off x="18157088" y="2761613"/>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pic>
        <p:nvPicPr>
          <p:cNvPr id="800" name="Google Shape;800;p34"/>
          <p:cNvPicPr preferRelativeResize="0"/>
          <p:nvPr/>
        </p:nvPicPr>
        <p:blipFill>
          <a:blip r:embed="rId4">
            <a:alphaModFix/>
          </a:blip>
          <a:stretch>
            <a:fillRect/>
          </a:stretch>
        </p:blipFill>
        <p:spPr>
          <a:xfrm>
            <a:off x="16875600" y="0"/>
            <a:ext cx="1281499" cy="1281499"/>
          </a:xfrm>
          <a:prstGeom prst="rect">
            <a:avLst/>
          </a:prstGeom>
          <a:noFill/>
          <a:ln>
            <a:noFill/>
          </a:ln>
        </p:spPr>
      </p:pic>
      <p:sp>
        <p:nvSpPr>
          <p:cNvPr id="801" name="Google Shape;801;p34"/>
          <p:cNvSpPr txBox="1"/>
          <p:nvPr/>
        </p:nvSpPr>
        <p:spPr>
          <a:xfrm>
            <a:off x="1043000" y="1094375"/>
            <a:ext cx="16202100" cy="81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800">
                <a:solidFill>
                  <a:srgbClr val="085630"/>
                </a:solidFill>
                <a:latin typeface="Roboto Medium"/>
                <a:ea typeface="Roboto Medium"/>
                <a:cs typeface="Roboto Medium"/>
                <a:sym typeface="Roboto Medium"/>
              </a:rPr>
              <a:t>CÁC BƯỚC LẬP DÀN Ý CHO BÀI LUẬN ADVANTAGES - DISADVANTAGES</a:t>
            </a:r>
            <a:endParaRPr sz="3800">
              <a:solidFill>
                <a:srgbClr val="085630"/>
              </a:solidFill>
              <a:latin typeface="Roboto Medium"/>
              <a:ea typeface="Roboto Medium"/>
              <a:cs typeface="Roboto Medium"/>
              <a:sym typeface="Roboto Medium"/>
            </a:endParaRPr>
          </a:p>
        </p:txBody>
      </p:sp>
      <p:graphicFrame>
        <p:nvGraphicFramePr>
          <p:cNvPr id="802" name="Google Shape;802;p34"/>
          <p:cNvGraphicFramePr/>
          <p:nvPr/>
        </p:nvGraphicFramePr>
        <p:xfrm>
          <a:off x="1380525" y="2369213"/>
          <a:ext cx="3000000" cy="3000000"/>
        </p:xfrm>
        <a:graphic>
          <a:graphicData uri="http://schemas.openxmlformats.org/drawingml/2006/table">
            <a:tbl>
              <a:tblPr>
                <a:noFill/>
                <a:tableStyleId>{8B8AE82F-E2C9-4D4B-A445-089795D31883}</a:tableStyleId>
              </a:tblPr>
              <a:tblGrid>
                <a:gridCol w="4224925"/>
                <a:gridCol w="11730050"/>
              </a:tblGrid>
              <a:tr h="935225">
                <a:tc>
                  <a:txBody>
                    <a:bodyPr/>
                    <a:lstStyle/>
                    <a:p>
                      <a:pPr indent="0" lvl="0" marL="0" rtl="0" algn="l">
                        <a:spcBef>
                          <a:spcPts val="0"/>
                        </a:spcBef>
                        <a:spcAft>
                          <a:spcPts val="0"/>
                        </a:spcAft>
                        <a:buNone/>
                      </a:pPr>
                      <a:r>
                        <a:rPr lang="en-US" sz="2000"/>
                        <a:t>Phân tích đề và xác định các yếu tố</a:t>
                      </a:r>
                      <a:endParaRPr sz="2000"/>
                    </a:p>
                  </a:txBody>
                  <a:tcPr marT="91425" marB="91425" marR="91425" marL="91425" anchor="ctr"/>
                </a:tc>
                <a:tc>
                  <a:txBody>
                    <a:bodyPr/>
                    <a:lstStyle/>
                    <a:p>
                      <a:pPr indent="-355600" lvl="0" marL="457200" rtl="0" algn="l">
                        <a:lnSpc>
                          <a:spcPct val="150000"/>
                        </a:lnSpc>
                        <a:spcBef>
                          <a:spcPts val="0"/>
                        </a:spcBef>
                        <a:spcAft>
                          <a:spcPts val="0"/>
                        </a:spcAft>
                        <a:buSzPts val="2000"/>
                        <a:buChar char="●"/>
                      </a:pPr>
                      <a:r>
                        <a:rPr lang="en-US" sz="2000"/>
                        <a:t>Chủ đề chung (general topic)</a:t>
                      </a:r>
                      <a:endParaRPr sz="2000"/>
                    </a:p>
                    <a:p>
                      <a:pPr indent="-355600" lvl="0" marL="457200" rtl="0" algn="l">
                        <a:lnSpc>
                          <a:spcPct val="150000"/>
                        </a:lnSpc>
                        <a:spcBef>
                          <a:spcPts val="0"/>
                        </a:spcBef>
                        <a:spcAft>
                          <a:spcPts val="0"/>
                        </a:spcAft>
                        <a:buSzPts val="2000"/>
                        <a:buChar char="●"/>
                      </a:pPr>
                      <a:r>
                        <a:rPr lang="en-US" sz="2000"/>
                        <a:t>Khía cạnh đề bài tập trung vào (Focus): ai/điều gì mà chủ đề ảnh hướng tới</a:t>
                      </a:r>
                      <a:endParaRPr sz="2000"/>
                    </a:p>
                    <a:p>
                      <a:pPr indent="-355600" lvl="0" marL="457200" rtl="0" algn="l">
                        <a:lnSpc>
                          <a:spcPct val="150000"/>
                        </a:lnSpc>
                        <a:spcBef>
                          <a:spcPts val="0"/>
                        </a:spcBef>
                        <a:spcAft>
                          <a:spcPts val="0"/>
                        </a:spcAft>
                        <a:buSzPts val="2000"/>
                        <a:buChar char="●"/>
                      </a:pPr>
                      <a:r>
                        <a:rPr lang="en-US" sz="2000"/>
                        <a:t>Vấn đề cần trả lời: xác định câu hỏi mà đề bài đưa ra</a:t>
                      </a:r>
                      <a:endParaRPr sz="2000"/>
                    </a:p>
                    <a:p>
                      <a:pPr indent="-355600" lvl="0" marL="457200" rtl="0" algn="l">
                        <a:lnSpc>
                          <a:spcPct val="150000"/>
                        </a:lnSpc>
                        <a:spcBef>
                          <a:spcPts val="0"/>
                        </a:spcBef>
                        <a:spcAft>
                          <a:spcPts val="0"/>
                        </a:spcAft>
                        <a:buSzPts val="2000"/>
                        <a:buChar char="●"/>
                      </a:pPr>
                      <a:r>
                        <a:rPr lang="en-US" sz="2000"/>
                        <a:t>Quan điểm của tôi: trả lời câu hỏi đề bài đưa ra</a:t>
                      </a:r>
                      <a:endParaRPr sz="2000"/>
                    </a:p>
                  </a:txBody>
                  <a:tcPr marT="91425" marB="91425" marR="91425" marL="91425"/>
                </a:tc>
              </a:tr>
              <a:tr h="1012550">
                <a:tc>
                  <a:txBody>
                    <a:bodyPr/>
                    <a:lstStyle/>
                    <a:p>
                      <a:pPr indent="0" lvl="0" marL="0" rtl="0" algn="l">
                        <a:spcBef>
                          <a:spcPts val="0"/>
                        </a:spcBef>
                        <a:spcAft>
                          <a:spcPts val="0"/>
                        </a:spcAft>
                        <a:buNone/>
                      </a:pPr>
                      <a:r>
                        <a:rPr lang="en-US" sz="2000"/>
                        <a:t>Nêu ra các lợi ích </a:t>
                      </a:r>
                      <a:endParaRPr sz="2000"/>
                    </a:p>
                  </a:txBody>
                  <a:tcPr marT="91425" marB="91425" marR="91425" marL="91425" anchor="ctr"/>
                </a:tc>
                <a:tc>
                  <a:txBody>
                    <a:bodyPr/>
                    <a:lstStyle/>
                    <a:p>
                      <a:pPr indent="-355600" lvl="0" marL="457200" rtl="0" algn="l">
                        <a:lnSpc>
                          <a:spcPct val="150000"/>
                        </a:lnSpc>
                        <a:spcBef>
                          <a:spcPts val="0"/>
                        </a:spcBef>
                        <a:spcAft>
                          <a:spcPts val="0"/>
                        </a:spcAft>
                        <a:buSzPts val="2000"/>
                        <a:buChar char="●"/>
                      </a:pPr>
                      <a:r>
                        <a:rPr lang="en-US" sz="2000"/>
                        <a:t>Xác định 1-3 lợi ích: liệt kê lợi ích, lập luận (giải thích, so sánh hoặc ví dụ có liên quan)</a:t>
                      </a:r>
                      <a:endParaRPr sz="2000"/>
                    </a:p>
                  </a:txBody>
                  <a:tcPr marT="91425" marB="91425" marR="91425" marL="91425" anchor="ctr"/>
                </a:tc>
              </a:tr>
              <a:tr h="1016625">
                <a:tc>
                  <a:txBody>
                    <a:bodyPr/>
                    <a:lstStyle/>
                    <a:p>
                      <a:pPr indent="0" lvl="0" marL="0" rtl="0" algn="l">
                        <a:spcBef>
                          <a:spcPts val="0"/>
                        </a:spcBef>
                        <a:spcAft>
                          <a:spcPts val="0"/>
                        </a:spcAft>
                        <a:buNone/>
                      </a:pPr>
                      <a:r>
                        <a:rPr lang="en-US" sz="2000"/>
                        <a:t>Nêu ra các bất lợi</a:t>
                      </a:r>
                      <a:endParaRPr sz="2000"/>
                    </a:p>
                  </a:txBody>
                  <a:tcPr marT="91425" marB="91425" marR="91425" marL="91425" anchor="ctr"/>
                </a:tc>
                <a:tc>
                  <a:txBody>
                    <a:bodyPr/>
                    <a:lstStyle/>
                    <a:p>
                      <a:pPr indent="-355600" lvl="0" marL="457200" rtl="0" algn="l">
                        <a:lnSpc>
                          <a:spcPct val="150000"/>
                        </a:lnSpc>
                        <a:spcBef>
                          <a:spcPts val="0"/>
                        </a:spcBef>
                        <a:spcAft>
                          <a:spcPts val="0"/>
                        </a:spcAft>
                        <a:buSzPts val="2000"/>
                        <a:buChar char="●"/>
                      </a:pPr>
                      <a:r>
                        <a:rPr lang="en-US" sz="2000"/>
                        <a:t>Xác định 1-2 bất lợi: liệt kê bất lợi, lập luận (giải thích, so sánh hoặc ví dụ có liên quan)</a:t>
                      </a:r>
                      <a:endParaRPr sz="2000"/>
                    </a:p>
                  </a:txBody>
                  <a:tcPr marT="91425" marB="91425" marR="91425" marL="91425" anchor="ctr"/>
                </a:tc>
              </a:tr>
              <a:tr h="1000425">
                <a:tc>
                  <a:txBody>
                    <a:bodyPr/>
                    <a:lstStyle/>
                    <a:p>
                      <a:pPr indent="0" lvl="0" marL="0" rtl="0" algn="l">
                        <a:spcBef>
                          <a:spcPts val="0"/>
                        </a:spcBef>
                        <a:spcAft>
                          <a:spcPts val="0"/>
                        </a:spcAft>
                        <a:buNone/>
                      </a:pPr>
                      <a:r>
                        <a:rPr lang="en-US" sz="2000"/>
                        <a:t>Đưa ra quan điểm của bản thân</a:t>
                      </a:r>
                      <a:endParaRPr sz="2000"/>
                    </a:p>
                  </a:txBody>
                  <a:tcPr marT="91425" marB="91425" marR="91425" marL="91425" anchor="ctr"/>
                </a:tc>
                <a:tc>
                  <a:txBody>
                    <a:bodyPr/>
                    <a:lstStyle/>
                    <a:p>
                      <a:pPr indent="-355600" lvl="0" marL="457200" rtl="0" algn="l">
                        <a:lnSpc>
                          <a:spcPct val="150000"/>
                        </a:lnSpc>
                        <a:spcBef>
                          <a:spcPts val="0"/>
                        </a:spcBef>
                        <a:spcAft>
                          <a:spcPts val="0"/>
                        </a:spcAft>
                        <a:buSzPts val="2000"/>
                        <a:buChar char="●"/>
                      </a:pPr>
                      <a:r>
                        <a:rPr lang="en-US" sz="2000"/>
                        <a:t>Dựa vào phần liệt kê luận điểm để kết luận ý kiến của bản thân</a:t>
                      </a:r>
                      <a:endParaRPr/>
                    </a:p>
                  </a:txBody>
                  <a:tcPr marT="91425" marB="91425" marR="91425" marL="91425" anchor="ct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35"/>
          <p:cNvSpPr/>
          <p:nvPr/>
        </p:nvSpPr>
        <p:spPr>
          <a:xfrm>
            <a:off x="18157088" y="2761613"/>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pic>
        <p:nvPicPr>
          <p:cNvPr id="808" name="Google Shape;808;p35"/>
          <p:cNvPicPr preferRelativeResize="0"/>
          <p:nvPr/>
        </p:nvPicPr>
        <p:blipFill>
          <a:blip r:embed="rId4">
            <a:alphaModFix/>
          </a:blip>
          <a:stretch>
            <a:fillRect/>
          </a:stretch>
        </p:blipFill>
        <p:spPr>
          <a:xfrm>
            <a:off x="16875600" y="0"/>
            <a:ext cx="1281499" cy="1281499"/>
          </a:xfrm>
          <a:prstGeom prst="rect">
            <a:avLst/>
          </a:prstGeom>
          <a:noFill/>
          <a:ln>
            <a:noFill/>
          </a:ln>
        </p:spPr>
      </p:pic>
      <p:sp>
        <p:nvSpPr>
          <p:cNvPr id="809" name="Google Shape;809;p35"/>
          <p:cNvSpPr txBox="1"/>
          <p:nvPr/>
        </p:nvSpPr>
        <p:spPr>
          <a:xfrm>
            <a:off x="2812825" y="335900"/>
            <a:ext cx="13137300" cy="15324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lang="en-US" sz="2000"/>
              <a:t>In the past lectures were the traditional method of teaching large numbers of students. Nowadays new technology is increasingly being used to teach students.</a:t>
            </a:r>
            <a:endParaRPr sz="2000"/>
          </a:p>
          <a:p>
            <a:pPr indent="0" lvl="0" marL="0" rtl="0" algn="l">
              <a:lnSpc>
                <a:spcPct val="150000"/>
              </a:lnSpc>
              <a:spcBef>
                <a:spcPts val="0"/>
              </a:spcBef>
              <a:spcAft>
                <a:spcPts val="0"/>
              </a:spcAft>
              <a:buNone/>
            </a:pPr>
            <a:r>
              <a:rPr lang="en-US" sz="2000"/>
              <a:t>Do the advantages of this new approach outweigh the disadvantages?</a:t>
            </a:r>
            <a:endParaRPr sz="2000"/>
          </a:p>
        </p:txBody>
      </p:sp>
      <p:grpSp>
        <p:nvGrpSpPr>
          <p:cNvPr id="810" name="Google Shape;810;p35"/>
          <p:cNvGrpSpPr/>
          <p:nvPr/>
        </p:nvGrpSpPr>
        <p:grpSpPr>
          <a:xfrm>
            <a:off x="2273422" y="235209"/>
            <a:ext cx="397364" cy="586796"/>
            <a:chOff x="2320861" y="1907271"/>
            <a:chExt cx="399000" cy="586796"/>
          </a:xfrm>
        </p:grpSpPr>
        <p:cxnSp>
          <p:nvCxnSpPr>
            <p:cNvPr id="811" name="Google Shape;811;p35"/>
            <p:cNvCxnSpPr/>
            <p:nvPr/>
          </p:nvCxnSpPr>
          <p:spPr>
            <a:xfrm>
              <a:off x="2320865" y="1908767"/>
              <a:ext cx="0" cy="585300"/>
            </a:xfrm>
            <a:prstGeom prst="straightConnector1">
              <a:avLst/>
            </a:prstGeom>
            <a:noFill/>
            <a:ln cap="flat" cmpd="sng" w="19050">
              <a:solidFill>
                <a:srgbClr val="006B37"/>
              </a:solidFill>
              <a:prstDash val="solid"/>
              <a:round/>
              <a:headEnd len="med" w="med" type="none"/>
              <a:tailEnd len="med" w="med" type="none"/>
            </a:ln>
          </p:spPr>
        </p:cxnSp>
        <p:cxnSp>
          <p:nvCxnSpPr>
            <p:cNvPr id="812" name="Google Shape;812;p35"/>
            <p:cNvCxnSpPr/>
            <p:nvPr/>
          </p:nvCxnSpPr>
          <p:spPr>
            <a:xfrm flipH="1" rot="10800000">
              <a:off x="2320861" y="1907271"/>
              <a:ext cx="399000" cy="1500"/>
            </a:xfrm>
            <a:prstGeom prst="straightConnector1">
              <a:avLst/>
            </a:prstGeom>
            <a:noFill/>
            <a:ln cap="flat" cmpd="sng" w="19050">
              <a:solidFill>
                <a:srgbClr val="006B37"/>
              </a:solidFill>
              <a:prstDash val="solid"/>
              <a:round/>
              <a:headEnd len="med" w="med" type="none"/>
              <a:tailEnd len="med" w="med" type="none"/>
            </a:ln>
          </p:spPr>
        </p:cxnSp>
        <p:cxnSp>
          <p:nvCxnSpPr>
            <p:cNvPr id="813" name="Google Shape;813;p35"/>
            <p:cNvCxnSpPr/>
            <p:nvPr/>
          </p:nvCxnSpPr>
          <p:spPr>
            <a:xfrm>
              <a:off x="2418958" y="2002948"/>
              <a:ext cx="0" cy="313200"/>
            </a:xfrm>
            <a:prstGeom prst="straightConnector1">
              <a:avLst/>
            </a:prstGeom>
            <a:noFill/>
            <a:ln cap="flat" cmpd="sng" w="19050">
              <a:solidFill>
                <a:srgbClr val="006B37"/>
              </a:solidFill>
              <a:prstDash val="solid"/>
              <a:round/>
              <a:headEnd len="med" w="med" type="none"/>
              <a:tailEnd len="med" w="med" type="none"/>
            </a:ln>
          </p:spPr>
        </p:cxnSp>
        <p:cxnSp>
          <p:nvCxnSpPr>
            <p:cNvPr id="814" name="Google Shape;814;p35"/>
            <p:cNvCxnSpPr/>
            <p:nvPr/>
          </p:nvCxnSpPr>
          <p:spPr>
            <a:xfrm flipH="1" rot="10800000">
              <a:off x="2418957" y="2002351"/>
              <a:ext cx="202800" cy="600"/>
            </a:xfrm>
            <a:prstGeom prst="straightConnector1">
              <a:avLst/>
            </a:prstGeom>
            <a:noFill/>
            <a:ln cap="flat" cmpd="sng" w="19050">
              <a:solidFill>
                <a:srgbClr val="006B37"/>
              </a:solidFill>
              <a:prstDash val="solid"/>
              <a:round/>
              <a:headEnd len="med" w="med" type="none"/>
              <a:tailEnd len="med" w="med" type="none"/>
            </a:ln>
          </p:spPr>
        </p:cxnSp>
      </p:grpSp>
      <p:grpSp>
        <p:nvGrpSpPr>
          <p:cNvPr id="815" name="Google Shape;815;p35"/>
          <p:cNvGrpSpPr/>
          <p:nvPr/>
        </p:nvGrpSpPr>
        <p:grpSpPr>
          <a:xfrm>
            <a:off x="15154239" y="1000546"/>
            <a:ext cx="511678" cy="586698"/>
            <a:chOff x="14455939" y="2340721"/>
            <a:chExt cx="511678" cy="586698"/>
          </a:xfrm>
        </p:grpSpPr>
        <p:grpSp>
          <p:nvGrpSpPr>
            <p:cNvPr id="816" name="Google Shape;816;p35"/>
            <p:cNvGrpSpPr/>
            <p:nvPr/>
          </p:nvGrpSpPr>
          <p:grpSpPr>
            <a:xfrm rot="10800000">
              <a:off x="14455939" y="2340721"/>
              <a:ext cx="511678" cy="586698"/>
              <a:chOff x="1909300" y="2572225"/>
              <a:chExt cx="1135800" cy="1172692"/>
            </a:xfrm>
          </p:grpSpPr>
          <p:cxnSp>
            <p:nvCxnSpPr>
              <p:cNvPr id="817" name="Google Shape;817;p35"/>
              <p:cNvCxnSpPr/>
              <p:nvPr/>
            </p:nvCxnSpPr>
            <p:spPr>
              <a:xfrm>
                <a:off x="1909310" y="2574917"/>
                <a:ext cx="0" cy="1170000"/>
              </a:xfrm>
              <a:prstGeom prst="straightConnector1">
                <a:avLst/>
              </a:prstGeom>
              <a:noFill/>
              <a:ln cap="flat" cmpd="sng" w="19050">
                <a:solidFill>
                  <a:srgbClr val="006B37"/>
                </a:solidFill>
                <a:prstDash val="solid"/>
                <a:round/>
                <a:headEnd len="med" w="med" type="none"/>
                <a:tailEnd len="med" w="med" type="none"/>
              </a:ln>
            </p:spPr>
          </p:cxnSp>
          <p:cxnSp>
            <p:nvCxnSpPr>
              <p:cNvPr id="818" name="Google Shape;818;p35"/>
              <p:cNvCxnSpPr/>
              <p:nvPr/>
            </p:nvCxnSpPr>
            <p:spPr>
              <a:xfrm flipH="1" rot="10800000">
                <a:off x="1909300" y="2572225"/>
                <a:ext cx="1135800" cy="2700"/>
              </a:xfrm>
              <a:prstGeom prst="straightConnector1">
                <a:avLst/>
              </a:prstGeom>
              <a:noFill/>
              <a:ln cap="flat" cmpd="sng" w="19050">
                <a:solidFill>
                  <a:srgbClr val="006B37"/>
                </a:solidFill>
                <a:prstDash val="solid"/>
                <a:round/>
                <a:headEnd len="med" w="med" type="none"/>
                <a:tailEnd len="med" w="med" type="none"/>
              </a:ln>
            </p:spPr>
          </p:cxnSp>
        </p:grpSp>
        <p:grpSp>
          <p:nvGrpSpPr>
            <p:cNvPr id="819" name="Google Shape;819;p35"/>
            <p:cNvGrpSpPr/>
            <p:nvPr/>
          </p:nvGrpSpPr>
          <p:grpSpPr>
            <a:xfrm rot="10800000">
              <a:off x="14681280" y="2591839"/>
              <a:ext cx="188543" cy="230317"/>
              <a:chOff x="1909300" y="2572225"/>
              <a:chExt cx="1135800" cy="1172692"/>
            </a:xfrm>
          </p:grpSpPr>
          <p:cxnSp>
            <p:nvCxnSpPr>
              <p:cNvPr id="820" name="Google Shape;820;p35"/>
              <p:cNvCxnSpPr/>
              <p:nvPr/>
            </p:nvCxnSpPr>
            <p:spPr>
              <a:xfrm>
                <a:off x="1909310" y="2574917"/>
                <a:ext cx="0" cy="1170000"/>
              </a:xfrm>
              <a:prstGeom prst="straightConnector1">
                <a:avLst/>
              </a:prstGeom>
              <a:noFill/>
              <a:ln cap="flat" cmpd="sng" w="19050">
                <a:solidFill>
                  <a:srgbClr val="006B37"/>
                </a:solidFill>
                <a:prstDash val="solid"/>
                <a:round/>
                <a:headEnd len="med" w="med" type="none"/>
                <a:tailEnd len="med" w="med" type="none"/>
              </a:ln>
            </p:spPr>
          </p:cxnSp>
          <p:cxnSp>
            <p:nvCxnSpPr>
              <p:cNvPr id="821" name="Google Shape;821;p35"/>
              <p:cNvCxnSpPr/>
              <p:nvPr/>
            </p:nvCxnSpPr>
            <p:spPr>
              <a:xfrm flipH="1" rot="10800000">
                <a:off x="1909300" y="2572225"/>
                <a:ext cx="1135800" cy="2700"/>
              </a:xfrm>
              <a:prstGeom prst="straightConnector1">
                <a:avLst/>
              </a:prstGeom>
              <a:noFill/>
              <a:ln cap="flat" cmpd="sng" w="19050">
                <a:solidFill>
                  <a:srgbClr val="006B37"/>
                </a:solidFill>
                <a:prstDash val="solid"/>
                <a:round/>
                <a:headEnd len="med" w="med" type="none"/>
                <a:tailEnd len="med" w="med" type="none"/>
              </a:ln>
            </p:spPr>
          </p:cxnSp>
        </p:grpSp>
      </p:grpSp>
      <p:graphicFrame>
        <p:nvGraphicFramePr>
          <p:cNvPr id="822" name="Google Shape;822;p35"/>
          <p:cNvGraphicFramePr/>
          <p:nvPr/>
        </p:nvGraphicFramePr>
        <p:xfrm>
          <a:off x="290863" y="1868300"/>
          <a:ext cx="3000000" cy="3000000"/>
        </p:xfrm>
        <a:graphic>
          <a:graphicData uri="http://schemas.openxmlformats.org/drawingml/2006/table">
            <a:tbl>
              <a:tblPr>
                <a:noFill/>
                <a:tableStyleId>{8B8AE82F-E2C9-4D4B-A445-089795D31883}</a:tableStyleId>
              </a:tblPr>
              <a:tblGrid>
                <a:gridCol w="3792750"/>
                <a:gridCol w="5492675"/>
                <a:gridCol w="4080750"/>
                <a:gridCol w="4046000"/>
              </a:tblGrid>
              <a:tr h="381000">
                <a:tc gridSpan="4">
                  <a:txBody>
                    <a:bodyPr/>
                    <a:lstStyle/>
                    <a:p>
                      <a:pPr indent="0" lvl="0" marL="0" rtl="0" algn="ctr">
                        <a:spcBef>
                          <a:spcPts val="0"/>
                        </a:spcBef>
                        <a:spcAft>
                          <a:spcPts val="0"/>
                        </a:spcAft>
                        <a:buNone/>
                      </a:pPr>
                      <a:r>
                        <a:rPr b="1" lang="en-US" sz="2300"/>
                        <a:t>ESSAY PLANNER</a:t>
                      </a:r>
                      <a:endParaRPr b="1" sz="2300"/>
                    </a:p>
                  </a:txBody>
                  <a:tcPr marT="91425" marB="91425" marR="91425" marL="91425"/>
                </a:tc>
                <a:tc hMerge="1"/>
                <a:tc hMerge="1"/>
                <a:tc hMerge="1"/>
              </a:tr>
              <a:tr h="457775">
                <a:tc gridSpan="3">
                  <a:txBody>
                    <a:bodyPr/>
                    <a:lstStyle/>
                    <a:p>
                      <a:pPr indent="0" lvl="0" marL="0" rtl="0" algn="l">
                        <a:lnSpc>
                          <a:spcPct val="150000"/>
                        </a:lnSpc>
                        <a:spcBef>
                          <a:spcPts val="0"/>
                        </a:spcBef>
                        <a:spcAft>
                          <a:spcPts val="0"/>
                        </a:spcAft>
                        <a:buNone/>
                      </a:pPr>
                      <a:r>
                        <a:rPr b="1" lang="en-US" sz="1700"/>
                        <a:t>Introduction</a:t>
                      </a:r>
                      <a:endParaRPr b="1" sz="1700"/>
                    </a:p>
                  </a:txBody>
                  <a:tcPr marT="91425" marB="91425" marR="91425" marL="91425">
                    <a:lnB cap="flat" cmpd="sng" w="9525">
                      <a:solidFill>
                        <a:srgbClr val="9E9E9E">
                          <a:alpha val="0"/>
                        </a:srgbClr>
                      </a:solidFill>
                      <a:prstDash val="solid"/>
                      <a:round/>
                      <a:headEnd len="sm" w="sm" type="none"/>
                      <a:tailEnd len="sm" w="sm" type="none"/>
                    </a:lnB>
                  </a:tcPr>
                </a:tc>
                <a:tc hMerge="1"/>
                <a:tc hMerge="1"/>
                <a:tc>
                  <a:txBody>
                    <a:bodyPr/>
                    <a:lstStyle/>
                    <a:p>
                      <a:pPr indent="0" lvl="0" marL="0" rtl="0" algn="l">
                        <a:lnSpc>
                          <a:spcPct val="150000"/>
                        </a:lnSpc>
                        <a:spcBef>
                          <a:spcPts val="0"/>
                        </a:spcBef>
                        <a:spcAft>
                          <a:spcPts val="0"/>
                        </a:spcAft>
                        <a:buNone/>
                      </a:pPr>
                      <a:r>
                        <a:rPr lang="en-US" sz="1700"/>
                        <a:t>Themes</a:t>
                      </a:r>
                      <a:endParaRPr sz="1700"/>
                    </a:p>
                  </a:txBody>
                  <a:tcPr marT="91425" marB="91425" marR="91425" marL="91425">
                    <a:lnB cap="flat" cmpd="sng" w="9525">
                      <a:solidFill>
                        <a:srgbClr val="9E9E9E">
                          <a:alpha val="0"/>
                        </a:srgbClr>
                      </a:solidFill>
                      <a:prstDash val="solid"/>
                      <a:round/>
                      <a:headEnd len="sm" w="sm" type="none"/>
                      <a:tailEnd len="sm" w="sm" type="none"/>
                    </a:lnB>
                  </a:tcPr>
                </a:tc>
              </a:tr>
              <a:tr h="381000">
                <a:tc gridSpan="3">
                  <a:txBody>
                    <a:bodyPr/>
                    <a:lstStyle/>
                    <a:p>
                      <a:pPr indent="0" lvl="0" marL="0" rtl="0" algn="l">
                        <a:lnSpc>
                          <a:spcPct val="150000"/>
                        </a:lnSpc>
                        <a:spcBef>
                          <a:spcPts val="0"/>
                        </a:spcBef>
                        <a:spcAft>
                          <a:spcPts val="0"/>
                        </a:spcAft>
                        <a:buNone/>
                      </a:pPr>
                      <a:r>
                        <a:rPr lang="en-US" sz="1700"/>
                        <a:t>General topic: </a:t>
                      </a:r>
                      <a:r>
                        <a:rPr lang="en-US" sz="1700">
                          <a:solidFill>
                            <a:srgbClr val="0000FF"/>
                          </a:solidFill>
                        </a:rPr>
                        <a:t>Teaching method</a:t>
                      </a:r>
                      <a:endParaRPr sz="1700">
                        <a:solidFill>
                          <a:srgbClr val="0000FF"/>
                        </a:solidFill>
                      </a:endParaRPr>
                    </a:p>
                    <a:p>
                      <a:pPr indent="0" lvl="0" marL="0" rtl="0" algn="l">
                        <a:lnSpc>
                          <a:spcPct val="150000"/>
                        </a:lnSpc>
                        <a:spcBef>
                          <a:spcPts val="0"/>
                        </a:spcBef>
                        <a:spcAft>
                          <a:spcPts val="0"/>
                        </a:spcAft>
                        <a:buNone/>
                      </a:pPr>
                      <a:r>
                        <a:rPr lang="en-US" sz="1700"/>
                        <a:t>Focus: </a:t>
                      </a:r>
                      <a:r>
                        <a:rPr lang="en-US" sz="1700">
                          <a:solidFill>
                            <a:srgbClr val="0000FF"/>
                          </a:solidFill>
                        </a:rPr>
                        <a:t>increasing use of technology in teaching </a:t>
                      </a:r>
                      <a:endParaRPr sz="1700">
                        <a:solidFill>
                          <a:srgbClr val="0000FF"/>
                        </a:solidFill>
                      </a:endParaRPr>
                    </a:p>
                  </a:txBody>
                  <a:tcPr marT="91425" marB="91425" marR="91425" marL="91425">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rowSpan="3">
                  <a:txBody>
                    <a:bodyPr/>
                    <a:lstStyle/>
                    <a:p>
                      <a:pPr indent="-336550" lvl="0" marL="457200" rtl="0" algn="l">
                        <a:lnSpc>
                          <a:spcPct val="150000"/>
                        </a:lnSpc>
                        <a:spcBef>
                          <a:spcPts val="0"/>
                        </a:spcBef>
                        <a:spcAft>
                          <a:spcPts val="0"/>
                        </a:spcAft>
                        <a:buClr>
                          <a:srgbClr val="0000FF"/>
                        </a:buClr>
                        <a:buSzPts val="1700"/>
                        <a:buChar char="●"/>
                      </a:pPr>
                      <a:r>
                        <a:rPr lang="en-US" sz="1700">
                          <a:solidFill>
                            <a:srgbClr val="0000FF"/>
                          </a:solidFill>
                        </a:rPr>
                        <a:t>learning experience</a:t>
                      </a:r>
                      <a:endParaRPr sz="1700">
                        <a:solidFill>
                          <a:srgbClr val="0000FF"/>
                        </a:solidFill>
                      </a:endParaRPr>
                    </a:p>
                    <a:p>
                      <a:pPr indent="-336550" lvl="0" marL="457200" rtl="0" algn="l">
                        <a:lnSpc>
                          <a:spcPct val="150000"/>
                        </a:lnSpc>
                        <a:spcBef>
                          <a:spcPts val="0"/>
                        </a:spcBef>
                        <a:spcAft>
                          <a:spcPts val="0"/>
                        </a:spcAft>
                        <a:buClr>
                          <a:srgbClr val="0000FF"/>
                        </a:buClr>
                        <a:buSzPts val="1700"/>
                        <a:buChar char="●"/>
                      </a:pPr>
                      <a:r>
                        <a:rPr lang="en-US" sz="1700">
                          <a:solidFill>
                            <a:srgbClr val="0000FF"/>
                          </a:solidFill>
                        </a:rPr>
                        <a:t>accessibility</a:t>
                      </a:r>
                      <a:endParaRPr sz="1700">
                        <a:solidFill>
                          <a:srgbClr val="0000FF"/>
                        </a:solidFill>
                      </a:endParaRPr>
                    </a:p>
                    <a:p>
                      <a:pPr indent="-336550" lvl="0" marL="457200" rtl="0" algn="l">
                        <a:lnSpc>
                          <a:spcPct val="150000"/>
                        </a:lnSpc>
                        <a:spcBef>
                          <a:spcPts val="0"/>
                        </a:spcBef>
                        <a:spcAft>
                          <a:spcPts val="0"/>
                        </a:spcAft>
                        <a:buClr>
                          <a:srgbClr val="0000FF"/>
                        </a:buClr>
                        <a:buSzPts val="1700"/>
                        <a:buChar char="●"/>
                      </a:pPr>
                      <a:r>
                        <a:rPr lang="en-US" sz="1700">
                          <a:solidFill>
                            <a:srgbClr val="0000FF"/>
                          </a:solidFill>
                        </a:rPr>
                        <a:t>personalized learning</a:t>
                      </a:r>
                      <a:endParaRPr sz="1700">
                        <a:solidFill>
                          <a:srgbClr val="0000FF"/>
                        </a:solidFill>
                      </a:endParaRPr>
                    </a:p>
                  </a:txBody>
                  <a:tcPr marT="91425" marB="91425" marR="91425" marL="91425">
                    <a:lnT cap="flat" cmpd="sng" w="9525">
                      <a:solidFill>
                        <a:srgbClr val="9E9E9E">
                          <a:alpha val="0"/>
                        </a:srgbClr>
                      </a:solidFill>
                      <a:prstDash val="solid"/>
                      <a:round/>
                      <a:headEnd len="sm" w="sm" type="none"/>
                      <a:tailEnd len="sm" w="sm" type="none"/>
                    </a:lnT>
                  </a:tcPr>
                </a:tc>
              </a:tr>
              <a:tr h="381000">
                <a:tc gridSpan="3">
                  <a:txBody>
                    <a:bodyPr/>
                    <a:lstStyle/>
                    <a:p>
                      <a:pPr indent="0" lvl="0" marL="0" rtl="0" algn="l">
                        <a:lnSpc>
                          <a:spcPct val="150000"/>
                        </a:lnSpc>
                        <a:spcBef>
                          <a:spcPts val="0"/>
                        </a:spcBef>
                        <a:spcAft>
                          <a:spcPts val="0"/>
                        </a:spcAft>
                        <a:buNone/>
                      </a:pPr>
                      <a:r>
                        <a:rPr lang="en-US" sz="1700"/>
                        <a:t>Issue to discuss: </a:t>
                      </a:r>
                      <a:r>
                        <a:rPr lang="en-US" sz="1700">
                          <a:solidFill>
                            <a:srgbClr val="0000FF"/>
                          </a:solidFill>
                        </a:rPr>
                        <a:t>Whether the advantages of using new technology in teaching outweigh the disadvantages</a:t>
                      </a:r>
                      <a:endParaRPr sz="1700">
                        <a:solidFill>
                          <a:srgbClr val="0000FF"/>
                        </a:solidFill>
                      </a:endParaRPr>
                    </a:p>
                  </a:txBody>
                  <a:tcPr marT="91425" marB="91425" marR="91425" marL="91425">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hMerge="1"/>
                <a:tc hMerge="1"/>
                <a:tc vMerge="1"/>
              </a:tr>
              <a:tr h="381000">
                <a:tc gridSpan="3">
                  <a:txBody>
                    <a:bodyPr/>
                    <a:lstStyle/>
                    <a:p>
                      <a:pPr indent="0" lvl="0" marL="0" rtl="0" algn="l">
                        <a:lnSpc>
                          <a:spcPct val="150000"/>
                        </a:lnSpc>
                        <a:spcBef>
                          <a:spcPts val="0"/>
                        </a:spcBef>
                        <a:spcAft>
                          <a:spcPts val="0"/>
                        </a:spcAft>
                        <a:buNone/>
                      </a:pPr>
                      <a:r>
                        <a:rPr lang="en-US" sz="1700"/>
                        <a:t>My initial position: </a:t>
                      </a:r>
                      <a:r>
                        <a:rPr lang="en-US" sz="1700">
                          <a:solidFill>
                            <a:srgbClr val="0000FF"/>
                          </a:solidFill>
                        </a:rPr>
                        <a:t>The advantages of using new technology in education outweigh the disadvantages.</a:t>
                      </a:r>
                      <a:endParaRPr sz="1700">
                        <a:solidFill>
                          <a:srgbClr val="0000FF"/>
                        </a:solidFill>
                      </a:endParaRPr>
                    </a:p>
                  </a:txBody>
                  <a:tcPr marT="91425" marB="91425" marR="91425" marL="91425">
                    <a:lnT cap="flat" cmpd="sng" w="9525">
                      <a:solidFill>
                        <a:srgbClr val="9E9E9E">
                          <a:alpha val="0"/>
                        </a:srgbClr>
                      </a:solidFill>
                      <a:prstDash val="solid"/>
                      <a:round/>
                      <a:headEnd len="sm" w="sm" type="none"/>
                      <a:tailEnd len="sm" w="sm" type="none"/>
                    </a:lnT>
                  </a:tcPr>
                </a:tc>
                <a:tc hMerge="1"/>
                <a:tc hMerge="1"/>
                <a:tc vMerge="1"/>
              </a:tr>
              <a:tr h="381425">
                <a:tc gridSpan="2">
                  <a:txBody>
                    <a:bodyPr/>
                    <a:lstStyle/>
                    <a:p>
                      <a:pPr indent="0" lvl="0" marL="0" rtl="0" algn="l">
                        <a:lnSpc>
                          <a:spcPct val="115000"/>
                        </a:lnSpc>
                        <a:spcBef>
                          <a:spcPts val="0"/>
                        </a:spcBef>
                        <a:spcAft>
                          <a:spcPts val="0"/>
                        </a:spcAft>
                        <a:buNone/>
                      </a:pPr>
                      <a:r>
                        <a:rPr b="1" lang="en-US" sz="1700"/>
                        <a:t>Side A: </a:t>
                      </a:r>
                      <a:r>
                        <a:rPr lang="en-US" sz="1700">
                          <a:solidFill>
                            <a:srgbClr val="0000FF"/>
                          </a:solidFill>
                        </a:rPr>
                        <a:t>The advantages of applying technology in education</a:t>
                      </a:r>
                      <a:endParaRPr sz="1700">
                        <a:solidFill>
                          <a:srgbClr val="0000FF"/>
                        </a:solidFill>
                      </a:endParaRPr>
                    </a:p>
                  </a:txBody>
                  <a:tcPr marT="91425" marB="91425" marR="91425" marL="91425"/>
                </a:tc>
                <a:tc hMerge="1"/>
                <a:tc gridSpan="2">
                  <a:txBody>
                    <a:bodyPr/>
                    <a:lstStyle/>
                    <a:p>
                      <a:pPr indent="0" lvl="0" marL="0" rtl="0" algn="l">
                        <a:lnSpc>
                          <a:spcPct val="115000"/>
                        </a:lnSpc>
                        <a:spcBef>
                          <a:spcPts val="0"/>
                        </a:spcBef>
                        <a:spcAft>
                          <a:spcPts val="0"/>
                        </a:spcAft>
                        <a:buNone/>
                      </a:pPr>
                      <a:r>
                        <a:rPr b="1" lang="en-US" sz="1700"/>
                        <a:t>Side B: </a:t>
                      </a:r>
                      <a:r>
                        <a:rPr lang="en-US" sz="1700">
                          <a:solidFill>
                            <a:srgbClr val="0000FF"/>
                          </a:solidFill>
                        </a:rPr>
                        <a:t>The disadvantages of overuse technology in education</a:t>
                      </a:r>
                      <a:endParaRPr sz="1700">
                        <a:solidFill>
                          <a:srgbClr val="0000FF"/>
                        </a:solidFill>
                      </a:endParaRPr>
                    </a:p>
                  </a:txBody>
                  <a:tcPr marT="91425" marB="91425" marR="91425" marL="91425"/>
                </a:tc>
                <a:tc hMerge="1"/>
              </a:tr>
              <a:tr h="381425">
                <a:tc gridSpan="2">
                  <a:txBody>
                    <a:bodyPr/>
                    <a:lstStyle/>
                    <a:p>
                      <a:pPr indent="0" lvl="0" marL="0" rtl="0" algn="l">
                        <a:lnSpc>
                          <a:spcPct val="115000"/>
                        </a:lnSpc>
                        <a:spcBef>
                          <a:spcPts val="0"/>
                        </a:spcBef>
                        <a:spcAft>
                          <a:spcPts val="0"/>
                        </a:spcAft>
                        <a:buNone/>
                      </a:pPr>
                      <a:r>
                        <a:rPr b="1" lang="en-US" sz="1700"/>
                        <a:t>Main topic: </a:t>
                      </a:r>
                      <a:r>
                        <a:rPr lang="en-US" sz="1700">
                          <a:solidFill>
                            <a:srgbClr val="0000FF"/>
                          </a:solidFill>
                        </a:rPr>
                        <a:t>How new technology improves the teaching and learning experience</a:t>
                      </a:r>
                      <a:endParaRPr sz="1700">
                        <a:solidFill>
                          <a:srgbClr val="0000FF"/>
                        </a:solidFill>
                      </a:endParaRPr>
                    </a:p>
                  </a:txBody>
                  <a:tcPr marT="91425" marB="91425" marR="91425" marL="91425"/>
                </a:tc>
                <a:tc hMerge="1"/>
                <a:tc gridSpan="2">
                  <a:txBody>
                    <a:bodyPr/>
                    <a:lstStyle/>
                    <a:p>
                      <a:pPr indent="0" lvl="0" marL="0" rtl="0" algn="l">
                        <a:lnSpc>
                          <a:spcPct val="115000"/>
                        </a:lnSpc>
                        <a:spcBef>
                          <a:spcPts val="0"/>
                        </a:spcBef>
                        <a:spcAft>
                          <a:spcPts val="0"/>
                        </a:spcAft>
                        <a:buNone/>
                      </a:pPr>
                      <a:r>
                        <a:rPr b="1" lang="en-US" sz="1700"/>
                        <a:t>Main topic: </a:t>
                      </a:r>
                      <a:r>
                        <a:rPr lang="en-US" sz="1700">
                          <a:solidFill>
                            <a:srgbClr val="0000FF"/>
                          </a:solidFill>
                        </a:rPr>
                        <a:t>The potential drawbacks of relying heavily on technology in education</a:t>
                      </a:r>
                      <a:endParaRPr b="1" sz="1700"/>
                    </a:p>
                  </a:txBody>
                  <a:tcPr marT="91425" marB="91425" marR="91425" marL="91425">
                    <a:lnB cap="flat" cmpd="sng" w="9525">
                      <a:solidFill>
                        <a:srgbClr val="9E9E9E"/>
                      </a:solidFill>
                      <a:prstDash val="solid"/>
                      <a:round/>
                      <a:headEnd len="sm" w="sm" type="none"/>
                      <a:tailEnd len="sm" w="sm" type="none"/>
                    </a:lnB>
                  </a:tcPr>
                </a:tc>
                <a:tc hMerge="1"/>
              </a:tr>
              <a:tr h="514650">
                <a:tc gridSpan="2">
                  <a:txBody>
                    <a:bodyPr/>
                    <a:lstStyle/>
                    <a:p>
                      <a:pPr indent="0" lvl="0" marL="0" rtl="0" algn="l">
                        <a:lnSpc>
                          <a:spcPct val="115000"/>
                        </a:lnSpc>
                        <a:spcBef>
                          <a:spcPts val="0"/>
                        </a:spcBef>
                        <a:spcAft>
                          <a:spcPts val="0"/>
                        </a:spcAft>
                        <a:buNone/>
                      </a:pPr>
                      <a:r>
                        <a:rPr lang="en-US" sz="1700"/>
                        <a:t>1. Learning experience: </a:t>
                      </a:r>
                      <a:r>
                        <a:rPr lang="en-US" sz="1700">
                          <a:solidFill>
                            <a:srgbClr val="0000FF"/>
                          </a:solidFill>
                        </a:rPr>
                        <a:t>Technology (e.g., online platforms, apps) encourages interactive and engaging learning, improving student participation.</a:t>
                      </a:r>
                      <a:endParaRPr sz="1700">
                        <a:solidFill>
                          <a:srgbClr val="0000FF"/>
                        </a:solidFill>
                      </a:endParaRPr>
                    </a:p>
                  </a:txBody>
                  <a:tcPr marT="91425" marB="91425" marR="91425" marL="91425">
                    <a:lnR cap="flat" cmpd="sng" w="9525">
                      <a:solidFill>
                        <a:srgbClr val="9E9E9E"/>
                      </a:solidFill>
                      <a:prstDash val="solid"/>
                      <a:round/>
                      <a:headEnd len="sm" w="sm" type="none"/>
                      <a:tailEnd len="sm" w="sm" type="none"/>
                    </a:lnR>
                  </a:tcPr>
                </a:tc>
                <a:tc hMerge="1"/>
                <a:tc gridSpan="2">
                  <a:txBody>
                    <a:bodyPr/>
                    <a:lstStyle/>
                    <a:p>
                      <a:pPr indent="0" lvl="0" marL="0" rtl="0" algn="l">
                        <a:lnSpc>
                          <a:spcPct val="115000"/>
                        </a:lnSpc>
                        <a:spcBef>
                          <a:spcPts val="0"/>
                        </a:spcBef>
                        <a:spcAft>
                          <a:spcPts val="0"/>
                        </a:spcAft>
                        <a:buNone/>
                      </a:pPr>
                      <a:r>
                        <a:rPr lang="en-US" sz="1700"/>
                        <a:t>1. </a:t>
                      </a:r>
                      <a:r>
                        <a:rPr lang="en-US" sz="1700"/>
                        <a:t>Learning experience: </a:t>
                      </a:r>
                      <a:r>
                        <a:rPr lang="en-US" sz="1700">
                          <a:solidFill>
                            <a:srgbClr val="0000FF"/>
                          </a:solidFill>
                        </a:rPr>
                        <a:t>rely too much on computers and the Internet.</a:t>
                      </a:r>
                      <a:endParaRPr sz="1700">
                        <a:solidFill>
                          <a:srgbClr val="0000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hMerge="1"/>
              </a:tr>
              <a:tr h="381425">
                <a:tc gridSpan="2">
                  <a:txBody>
                    <a:bodyPr/>
                    <a:lstStyle/>
                    <a:p>
                      <a:pPr indent="0" lvl="0" marL="0" rtl="0" algn="l">
                        <a:lnSpc>
                          <a:spcPct val="115000"/>
                        </a:lnSpc>
                        <a:spcBef>
                          <a:spcPts val="0"/>
                        </a:spcBef>
                        <a:spcAft>
                          <a:spcPts val="0"/>
                        </a:spcAft>
                        <a:buNone/>
                      </a:pPr>
                      <a:r>
                        <a:rPr lang="en-US" sz="1700"/>
                        <a:t>2. </a:t>
                      </a:r>
                      <a:r>
                        <a:rPr lang="en-US" sz="1700"/>
                        <a:t>Accessibility: </a:t>
                      </a:r>
                      <a:r>
                        <a:rPr lang="en-US" sz="1700">
                          <a:solidFill>
                            <a:srgbClr val="0000FF"/>
                          </a:solidFill>
                        </a:rPr>
                        <a:t>Students can access materials anytime, anywhere, improving flexibility and convenience.</a:t>
                      </a:r>
                      <a:endParaRPr sz="1700">
                        <a:solidFill>
                          <a:srgbClr val="0000FF"/>
                        </a:solidFill>
                      </a:endParaRPr>
                    </a:p>
                  </a:txBody>
                  <a:tcPr marT="91425" marB="91425" marR="91425" marL="91425"/>
                </a:tc>
                <a:tc hMerge="1"/>
                <a:tc gridSpan="2">
                  <a:txBody>
                    <a:bodyPr/>
                    <a:lstStyle/>
                    <a:p>
                      <a:pPr indent="0" lvl="0" marL="0" rtl="0" algn="l">
                        <a:lnSpc>
                          <a:spcPct val="115000"/>
                        </a:lnSpc>
                        <a:spcBef>
                          <a:spcPts val="0"/>
                        </a:spcBef>
                        <a:spcAft>
                          <a:spcPts val="0"/>
                        </a:spcAft>
                        <a:buNone/>
                      </a:pPr>
                      <a:r>
                        <a:rPr lang="en-US" sz="1700"/>
                        <a:t>2. </a:t>
                      </a:r>
                      <a:r>
                        <a:rPr lang="en-US" sz="1700"/>
                        <a:t>Accessibility: </a:t>
                      </a:r>
                      <a:r>
                        <a:rPr lang="en-US" sz="1700">
                          <a:solidFill>
                            <a:srgbClr val="0000FF"/>
                          </a:solidFill>
                        </a:rPr>
                        <a:t>not all schools and students can afford latest technology</a:t>
                      </a:r>
                      <a:endParaRPr>
                        <a:solidFill>
                          <a:srgbClr val="0000FF"/>
                        </a:solidFill>
                      </a:endParaRPr>
                    </a:p>
                  </a:txBody>
                  <a:tcPr marT="91425" marB="91425" marR="91425" marL="91425">
                    <a:lnT cap="flat" cmpd="sng" w="9525">
                      <a:solidFill>
                        <a:srgbClr val="9E9E9E"/>
                      </a:solidFill>
                      <a:prstDash val="solid"/>
                      <a:round/>
                      <a:headEnd len="sm" w="sm" type="none"/>
                      <a:tailEnd len="sm" w="sm" type="none"/>
                    </a:lnT>
                  </a:tcPr>
                </a:tc>
                <a:tc hMerge="1"/>
              </a:tr>
              <a:tr h="381425">
                <a:tc gridSpan="2">
                  <a:txBody>
                    <a:bodyPr/>
                    <a:lstStyle/>
                    <a:p>
                      <a:pPr indent="0" lvl="0" marL="0" rtl="0" algn="l">
                        <a:lnSpc>
                          <a:spcPct val="115000"/>
                        </a:lnSpc>
                        <a:spcBef>
                          <a:spcPts val="0"/>
                        </a:spcBef>
                        <a:spcAft>
                          <a:spcPts val="0"/>
                        </a:spcAft>
                        <a:buNone/>
                      </a:pPr>
                      <a:r>
                        <a:rPr lang="en-US" sz="1700"/>
                        <a:t>3. </a:t>
                      </a:r>
                      <a:r>
                        <a:rPr lang="en-US" sz="1700"/>
                        <a:t>Personalized learning: </a:t>
                      </a:r>
                      <a:r>
                        <a:rPr lang="en-US" sz="1700">
                          <a:solidFill>
                            <a:srgbClr val="0000FF"/>
                          </a:solidFill>
                        </a:rPr>
                        <a:t>Adaptive learning software tailors content to individual students' needs and learning paces</a:t>
                      </a:r>
                      <a:endParaRPr sz="1700">
                        <a:solidFill>
                          <a:srgbClr val="0000FF"/>
                        </a:solidFill>
                      </a:endParaRPr>
                    </a:p>
                  </a:txBody>
                  <a:tcPr marT="91425" marB="91425" marR="91425" marL="91425"/>
                </a:tc>
                <a:tc hMerge="1"/>
                <a:tc gridSpan="2">
                  <a:txBody>
                    <a:bodyPr/>
                    <a:lstStyle/>
                    <a:p>
                      <a:pPr indent="0" lvl="0" marL="0" rtl="0" algn="l">
                        <a:lnSpc>
                          <a:spcPct val="115000"/>
                        </a:lnSpc>
                        <a:spcBef>
                          <a:spcPts val="0"/>
                        </a:spcBef>
                        <a:spcAft>
                          <a:spcPts val="0"/>
                        </a:spcAft>
                        <a:buNone/>
                      </a:pPr>
                      <a:r>
                        <a:rPr lang="en-US" sz="1700"/>
                        <a:t>3. Personalized learning: 0</a:t>
                      </a:r>
                      <a:endParaRPr sz="1700">
                        <a:solidFill>
                          <a:srgbClr val="0000FF"/>
                        </a:solidFill>
                      </a:endParaRPr>
                    </a:p>
                  </a:txBody>
                  <a:tcPr marT="91425" marB="91425" marR="91425" marL="91425"/>
                </a:tc>
                <a:tc hMerge="1"/>
              </a:tr>
              <a:tr h="381425">
                <a:tc gridSpan="2">
                  <a:txBody>
                    <a:bodyPr/>
                    <a:lstStyle/>
                    <a:p>
                      <a:pPr indent="0" lvl="0" marL="0" rtl="0" algn="l">
                        <a:lnSpc>
                          <a:spcPct val="115000"/>
                        </a:lnSpc>
                        <a:spcBef>
                          <a:spcPts val="0"/>
                        </a:spcBef>
                        <a:spcAft>
                          <a:spcPts val="0"/>
                        </a:spcAft>
                        <a:buNone/>
                      </a:pPr>
                      <a:r>
                        <a:rPr lang="en-US" sz="1700"/>
                        <a:t>What did I show or prove? </a:t>
                      </a:r>
                      <a:r>
                        <a:rPr lang="en-US" sz="1700">
                          <a:solidFill>
                            <a:srgbClr val="0000FF"/>
                          </a:solidFill>
                        </a:rPr>
                        <a:t>Using technology creates a more engaging, accessible, and customized learning experience, improving educational outcomes.</a:t>
                      </a:r>
                      <a:endParaRPr sz="1700">
                        <a:solidFill>
                          <a:srgbClr val="0000FF"/>
                        </a:solidFill>
                      </a:endParaRPr>
                    </a:p>
                  </a:txBody>
                  <a:tcPr marT="91425" marB="91425" marR="91425" marL="91425"/>
                </a:tc>
                <a:tc hMerge="1"/>
                <a:tc gridSpan="2">
                  <a:txBody>
                    <a:bodyPr/>
                    <a:lstStyle/>
                    <a:p>
                      <a:pPr indent="0" lvl="0" marL="0" rtl="0" algn="l">
                        <a:lnSpc>
                          <a:spcPct val="115000"/>
                        </a:lnSpc>
                        <a:spcBef>
                          <a:spcPts val="0"/>
                        </a:spcBef>
                        <a:spcAft>
                          <a:spcPts val="0"/>
                        </a:spcAft>
                        <a:buNone/>
                      </a:pPr>
                      <a:r>
                        <a:rPr lang="en-US" sz="1700"/>
                        <a:t>What did I show or prove? </a:t>
                      </a:r>
                      <a:r>
                        <a:rPr lang="en-US" sz="1700">
                          <a:solidFill>
                            <a:srgbClr val="0000FF"/>
                          </a:solidFill>
                        </a:rPr>
                        <a:t>While technology enhances education, it can create technical difficulties, reduce personal interaction, and increase inequality.</a:t>
                      </a:r>
                      <a:endParaRPr sz="1700"/>
                    </a:p>
                  </a:txBody>
                  <a:tcPr marT="91425" marB="91425" marR="91425" marL="91425"/>
                </a:tc>
                <a:tc hMerge="1"/>
              </a:tr>
              <a:tr h="381425">
                <a:tc gridSpan="4">
                  <a:txBody>
                    <a:bodyPr/>
                    <a:lstStyle/>
                    <a:p>
                      <a:pPr indent="0" lvl="0" marL="0" rtl="0" algn="l">
                        <a:lnSpc>
                          <a:spcPct val="115000"/>
                        </a:lnSpc>
                        <a:spcBef>
                          <a:spcPts val="0"/>
                        </a:spcBef>
                        <a:spcAft>
                          <a:spcPts val="0"/>
                        </a:spcAft>
                        <a:buNone/>
                      </a:pPr>
                      <a:r>
                        <a:rPr b="1" lang="en-US" sz="1700"/>
                        <a:t>Conclusion </a:t>
                      </a:r>
                      <a:endParaRPr sz="1700"/>
                    </a:p>
                    <a:p>
                      <a:pPr indent="0" lvl="0" marL="0" rtl="0" algn="l">
                        <a:lnSpc>
                          <a:spcPct val="115000"/>
                        </a:lnSpc>
                        <a:spcBef>
                          <a:spcPts val="1000"/>
                        </a:spcBef>
                        <a:spcAft>
                          <a:spcPts val="0"/>
                        </a:spcAft>
                        <a:buNone/>
                      </a:pPr>
                      <a:r>
                        <a:rPr lang="en-US" sz="1700"/>
                        <a:t>Summary my main points: </a:t>
                      </a:r>
                      <a:r>
                        <a:rPr lang="en-US" sz="1700">
                          <a:solidFill>
                            <a:srgbClr val="0000FF"/>
                          </a:solidFill>
                        </a:rPr>
                        <a:t>Although technology in education has some drawbacks, it offers significant advantages, including enhanced engagement, accessibility, and personalized learning.</a:t>
                      </a:r>
                      <a:endParaRPr sz="1700">
                        <a:solidFill>
                          <a:srgbClr val="0000FF"/>
                        </a:solidFill>
                      </a:endParaRPr>
                    </a:p>
                    <a:p>
                      <a:pPr indent="0" lvl="0" marL="0" rtl="0" algn="l">
                        <a:lnSpc>
                          <a:spcPct val="115000"/>
                        </a:lnSpc>
                        <a:spcBef>
                          <a:spcPts val="1000"/>
                        </a:spcBef>
                        <a:spcAft>
                          <a:spcPts val="0"/>
                        </a:spcAft>
                        <a:buNone/>
                      </a:pPr>
                      <a:r>
                        <a:rPr lang="en-US" sz="1700"/>
                        <a:t>My final point:</a:t>
                      </a:r>
                      <a:r>
                        <a:rPr lang="en-US" sz="1700">
                          <a:solidFill>
                            <a:srgbClr val="0000FF"/>
                          </a:solidFill>
                        </a:rPr>
                        <a:t> </a:t>
                      </a:r>
                      <a:r>
                        <a:rPr lang="en-US" sz="1700">
                          <a:solidFill>
                            <a:srgbClr val="0000FF"/>
                          </a:solidFill>
                        </a:rPr>
                        <a:t>I believe the advantages of using technology in education outweigh the disadvantages.</a:t>
                      </a:r>
                      <a:endParaRPr sz="1700">
                        <a:solidFill>
                          <a:srgbClr val="0000FF"/>
                        </a:solidFill>
                      </a:endParaRPr>
                    </a:p>
                  </a:txBody>
                  <a:tcPr marT="91425" marB="91425" marR="91425" marL="91425"/>
                </a:tc>
                <a:tc hMerge="1"/>
                <a:tc hMerge="1"/>
                <a:tc hMerge="1"/>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36"/>
          <p:cNvSpPr/>
          <p:nvPr/>
        </p:nvSpPr>
        <p:spPr>
          <a:xfrm>
            <a:off x="18157088" y="2761613"/>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pic>
        <p:nvPicPr>
          <p:cNvPr id="828" name="Google Shape;828;p36"/>
          <p:cNvPicPr preferRelativeResize="0"/>
          <p:nvPr/>
        </p:nvPicPr>
        <p:blipFill>
          <a:blip r:embed="rId4">
            <a:alphaModFix/>
          </a:blip>
          <a:stretch>
            <a:fillRect/>
          </a:stretch>
        </p:blipFill>
        <p:spPr>
          <a:xfrm>
            <a:off x="16875600" y="0"/>
            <a:ext cx="1281499" cy="1281499"/>
          </a:xfrm>
          <a:prstGeom prst="rect">
            <a:avLst/>
          </a:prstGeom>
          <a:noFill/>
          <a:ln>
            <a:noFill/>
          </a:ln>
        </p:spPr>
      </p:pic>
      <p:sp>
        <p:nvSpPr>
          <p:cNvPr id="829" name="Google Shape;829;p36"/>
          <p:cNvSpPr txBox="1"/>
          <p:nvPr/>
        </p:nvSpPr>
        <p:spPr>
          <a:xfrm>
            <a:off x="3091325" y="1140825"/>
            <a:ext cx="12095700" cy="81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800">
                <a:solidFill>
                  <a:srgbClr val="085630"/>
                </a:solidFill>
                <a:latin typeface="Roboto Medium"/>
                <a:ea typeface="Roboto Medium"/>
                <a:cs typeface="Roboto Medium"/>
                <a:sym typeface="Roboto Medium"/>
              </a:rPr>
              <a:t>CÁCH TRIỂN KHAI BÀI LUẬN TRÌNH BÀY QUAN ĐIỂM</a:t>
            </a:r>
            <a:endParaRPr sz="3800">
              <a:solidFill>
                <a:srgbClr val="085630"/>
              </a:solidFill>
              <a:latin typeface="Roboto Medium"/>
              <a:ea typeface="Roboto Medium"/>
              <a:cs typeface="Roboto Medium"/>
              <a:sym typeface="Roboto Medium"/>
            </a:endParaRPr>
          </a:p>
        </p:txBody>
      </p:sp>
      <p:graphicFrame>
        <p:nvGraphicFramePr>
          <p:cNvPr id="830" name="Google Shape;830;p36"/>
          <p:cNvGraphicFramePr/>
          <p:nvPr/>
        </p:nvGraphicFramePr>
        <p:xfrm>
          <a:off x="952500" y="2369213"/>
          <a:ext cx="3000000" cy="3000000"/>
        </p:xfrm>
        <a:graphic>
          <a:graphicData uri="http://schemas.openxmlformats.org/drawingml/2006/table">
            <a:tbl>
              <a:tblPr>
                <a:noFill/>
                <a:tableStyleId>{8B8AE82F-E2C9-4D4B-A445-089795D31883}</a:tableStyleId>
              </a:tblPr>
              <a:tblGrid>
                <a:gridCol w="1977175"/>
                <a:gridCol w="14405825"/>
              </a:tblGrid>
              <a:tr h="935225">
                <a:tc>
                  <a:txBody>
                    <a:bodyPr/>
                    <a:lstStyle/>
                    <a:p>
                      <a:pPr indent="0" lvl="0" marL="0" rtl="0" algn="l">
                        <a:spcBef>
                          <a:spcPts val="0"/>
                        </a:spcBef>
                        <a:spcAft>
                          <a:spcPts val="0"/>
                        </a:spcAft>
                        <a:buNone/>
                      </a:pPr>
                      <a:r>
                        <a:rPr lang="en-US" sz="2000"/>
                        <a:t>Introduction</a:t>
                      </a:r>
                      <a:endParaRPr sz="2000"/>
                    </a:p>
                  </a:txBody>
                  <a:tcPr marT="91425" marB="91425" marR="91425" marL="91425" anchor="ctr"/>
                </a:tc>
                <a:tc>
                  <a:txBody>
                    <a:bodyPr/>
                    <a:lstStyle/>
                    <a:p>
                      <a:pPr indent="-355600" lvl="0" marL="457200" rtl="0" algn="l">
                        <a:lnSpc>
                          <a:spcPct val="150000"/>
                        </a:lnSpc>
                        <a:spcBef>
                          <a:spcPts val="0"/>
                        </a:spcBef>
                        <a:spcAft>
                          <a:spcPts val="0"/>
                        </a:spcAft>
                        <a:buSzPts val="2000"/>
                        <a:buChar char="●"/>
                      </a:pPr>
                      <a:r>
                        <a:rPr lang="en-US" sz="2000"/>
                        <a:t>Paraphrase Question: </a:t>
                      </a:r>
                      <a:r>
                        <a:rPr lang="en-US" sz="2000">
                          <a:solidFill>
                            <a:srgbClr val="0000FF"/>
                          </a:solidFill>
                        </a:rPr>
                        <a:t>Diễn giải lại câu hỏi bằng cách dùng từ khác nhưng giữ nguyên ý nghĩa</a:t>
                      </a:r>
                      <a:endParaRPr sz="2000">
                        <a:solidFill>
                          <a:srgbClr val="0000FF"/>
                        </a:solidFill>
                      </a:endParaRPr>
                    </a:p>
                    <a:p>
                      <a:pPr indent="-355600" lvl="0" marL="457200" rtl="0" algn="l">
                        <a:lnSpc>
                          <a:spcPct val="150000"/>
                        </a:lnSpc>
                        <a:spcBef>
                          <a:spcPts val="0"/>
                        </a:spcBef>
                        <a:spcAft>
                          <a:spcPts val="0"/>
                        </a:spcAft>
                        <a:buSzPts val="2000"/>
                        <a:buChar char="●"/>
                      </a:pPr>
                      <a:r>
                        <a:rPr lang="en-US" sz="2000"/>
                        <a:t>Thesis Statement: </a:t>
                      </a:r>
                      <a:r>
                        <a:rPr lang="en-US" sz="2000">
                          <a:solidFill>
                            <a:srgbClr val="0000FF"/>
                          </a:solidFill>
                        </a:rPr>
                        <a:t>Câu luận điểm chính thể hiện rõ quan điểm hoặc lập trường của bạn.</a:t>
                      </a:r>
                      <a:endParaRPr sz="2000">
                        <a:solidFill>
                          <a:srgbClr val="0000FF"/>
                        </a:solidFill>
                      </a:endParaRPr>
                    </a:p>
                  </a:txBody>
                  <a:tcPr marT="91425" marB="91425" marR="91425" marL="91425"/>
                </a:tc>
              </a:tr>
              <a:tr h="1012550">
                <a:tc>
                  <a:txBody>
                    <a:bodyPr/>
                    <a:lstStyle/>
                    <a:p>
                      <a:pPr indent="0" lvl="0" marL="0" rtl="0" algn="l">
                        <a:spcBef>
                          <a:spcPts val="0"/>
                        </a:spcBef>
                        <a:spcAft>
                          <a:spcPts val="0"/>
                        </a:spcAft>
                        <a:buNone/>
                      </a:pPr>
                      <a:r>
                        <a:rPr lang="en-US" sz="2000"/>
                        <a:t>Body A (B)</a:t>
                      </a:r>
                      <a:endParaRPr sz="2000"/>
                    </a:p>
                  </a:txBody>
                  <a:tcPr marT="91425" marB="91425" marR="91425" marL="91425" anchor="ctr"/>
                </a:tc>
                <a:tc>
                  <a:txBody>
                    <a:bodyPr/>
                    <a:lstStyle/>
                    <a:p>
                      <a:pPr indent="-355600" lvl="0" marL="457200" rtl="0" algn="l">
                        <a:lnSpc>
                          <a:spcPct val="150000"/>
                        </a:lnSpc>
                        <a:spcBef>
                          <a:spcPts val="0"/>
                        </a:spcBef>
                        <a:spcAft>
                          <a:spcPts val="0"/>
                        </a:spcAft>
                        <a:buSzPts val="2000"/>
                        <a:buChar char="●"/>
                      </a:pPr>
                      <a:r>
                        <a:rPr lang="en-US" sz="2000"/>
                        <a:t>Topic Sentence 1-2(-3): </a:t>
                      </a:r>
                      <a:r>
                        <a:rPr lang="en-US" sz="2000">
                          <a:solidFill>
                            <a:srgbClr val="0000FF"/>
                          </a:solidFill>
                        </a:rPr>
                        <a:t>lợi ích 1-2(-3)</a:t>
                      </a:r>
                      <a:endParaRPr sz="2000">
                        <a:solidFill>
                          <a:srgbClr val="0000FF"/>
                        </a:solidFill>
                      </a:endParaRPr>
                    </a:p>
                    <a:p>
                      <a:pPr indent="-355600" lvl="0" marL="457200" rtl="0" algn="l">
                        <a:lnSpc>
                          <a:spcPct val="150000"/>
                        </a:lnSpc>
                        <a:spcBef>
                          <a:spcPts val="0"/>
                        </a:spcBef>
                        <a:spcAft>
                          <a:spcPts val="0"/>
                        </a:spcAft>
                        <a:buSzPts val="2000"/>
                        <a:buChar char="●"/>
                      </a:pPr>
                      <a:r>
                        <a:rPr lang="en-US" sz="2000"/>
                        <a:t>Explanation: </a:t>
                      </a:r>
                      <a:r>
                        <a:rPr lang="en-US" sz="2000">
                          <a:solidFill>
                            <a:srgbClr val="0000FF"/>
                          </a:solidFill>
                        </a:rPr>
                        <a:t>giải thích từng lợi ích</a:t>
                      </a:r>
                      <a:endParaRPr sz="2000">
                        <a:solidFill>
                          <a:srgbClr val="0000FF"/>
                        </a:solidFill>
                      </a:endParaRPr>
                    </a:p>
                    <a:p>
                      <a:pPr indent="-355600" lvl="0" marL="457200" rtl="0" algn="l">
                        <a:lnSpc>
                          <a:spcPct val="150000"/>
                        </a:lnSpc>
                        <a:spcBef>
                          <a:spcPts val="0"/>
                        </a:spcBef>
                        <a:spcAft>
                          <a:spcPts val="0"/>
                        </a:spcAft>
                        <a:buSzPts val="2000"/>
                        <a:buChar char="●"/>
                      </a:pPr>
                      <a:r>
                        <a:rPr lang="en-US" sz="2000"/>
                        <a:t>Example:</a:t>
                      </a:r>
                      <a:r>
                        <a:rPr lang="en-US" sz="2000"/>
                        <a:t> </a:t>
                      </a:r>
                      <a:r>
                        <a:rPr lang="en-US" sz="2000">
                          <a:solidFill>
                            <a:srgbClr val="0000FF"/>
                          </a:solidFill>
                        </a:rPr>
                        <a:t>đưa ra một ví dụ cho lợi ích 2</a:t>
                      </a:r>
                      <a:endParaRPr sz="2000">
                        <a:solidFill>
                          <a:srgbClr val="0000FF"/>
                        </a:solidFill>
                      </a:endParaRPr>
                    </a:p>
                  </a:txBody>
                  <a:tcPr marT="91425" marB="91425" marR="91425" marL="91425"/>
                </a:tc>
              </a:tr>
              <a:tr h="1016625">
                <a:tc>
                  <a:txBody>
                    <a:bodyPr/>
                    <a:lstStyle/>
                    <a:p>
                      <a:pPr indent="0" lvl="0" marL="0" rtl="0" algn="l">
                        <a:spcBef>
                          <a:spcPts val="0"/>
                        </a:spcBef>
                        <a:spcAft>
                          <a:spcPts val="0"/>
                        </a:spcAft>
                        <a:buNone/>
                      </a:pPr>
                      <a:r>
                        <a:rPr lang="en-US" sz="2000"/>
                        <a:t>Body C</a:t>
                      </a:r>
                      <a:endParaRPr sz="2000"/>
                    </a:p>
                  </a:txBody>
                  <a:tcPr marT="91425" marB="91425" marR="91425" marL="91425" anchor="ctr"/>
                </a:tc>
                <a:tc>
                  <a:txBody>
                    <a:bodyPr/>
                    <a:lstStyle/>
                    <a:p>
                      <a:pPr indent="-355600" lvl="0" marL="457200" rtl="0" algn="l">
                        <a:lnSpc>
                          <a:spcPct val="150000"/>
                        </a:lnSpc>
                        <a:spcBef>
                          <a:spcPts val="0"/>
                        </a:spcBef>
                        <a:spcAft>
                          <a:spcPts val="0"/>
                        </a:spcAft>
                        <a:buSzPts val="2000"/>
                        <a:buChar char="●"/>
                      </a:pPr>
                      <a:r>
                        <a:rPr lang="en-US" sz="2000"/>
                        <a:t>Topic Sentence: </a:t>
                      </a:r>
                      <a:r>
                        <a:rPr lang="en-US" sz="2000">
                          <a:solidFill>
                            <a:srgbClr val="0000FF"/>
                          </a:solidFill>
                        </a:rPr>
                        <a:t>2-3 bất lợi</a:t>
                      </a:r>
                      <a:endParaRPr sz="2000">
                        <a:solidFill>
                          <a:srgbClr val="0000FF"/>
                        </a:solidFill>
                      </a:endParaRPr>
                    </a:p>
                    <a:p>
                      <a:pPr indent="-355600" lvl="0" marL="457200" rtl="0" algn="l">
                        <a:lnSpc>
                          <a:spcPct val="150000"/>
                        </a:lnSpc>
                        <a:spcBef>
                          <a:spcPts val="0"/>
                        </a:spcBef>
                        <a:spcAft>
                          <a:spcPts val="0"/>
                        </a:spcAft>
                        <a:buSzPts val="2000"/>
                        <a:buChar char="●"/>
                      </a:pPr>
                      <a:r>
                        <a:rPr lang="en-US" sz="2000"/>
                        <a:t>Explanation: </a:t>
                      </a:r>
                      <a:r>
                        <a:rPr lang="en-US" sz="2000">
                          <a:solidFill>
                            <a:srgbClr val="0000FF"/>
                          </a:solidFill>
                        </a:rPr>
                        <a:t>giải thích từng bất lợi</a:t>
                      </a:r>
                      <a:endParaRPr sz="2000">
                        <a:solidFill>
                          <a:srgbClr val="0000FF"/>
                        </a:solidFill>
                      </a:endParaRPr>
                    </a:p>
                    <a:p>
                      <a:pPr indent="-355600" lvl="0" marL="457200" rtl="0" algn="l">
                        <a:lnSpc>
                          <a:spcPct val="150000"/>
                        </a:lnSpc>
                        <a:spcBef>
                          <a:spcPts val="0"/>
                        </a:spcBef>
                        <a:spcAft>
                          <a:spcPts val="0"/>
                        </a:spcAft>
                        <a:buSzPts val="2000"/>
                        <a:buChar char="●"/>
                      </a:pPr>
                      <a:r>
                        <a:rPr lang="en-US" sz="2000"/>
                        <a:t>Counter-argument: </a:t>
                      </a:r>
                      <a:r>
                        <a:rPr lang="en-US" sz="2000">
                          <a:solidFill>
                            <a:srgbClr val="0000FF"/>
                          </a:solidFill>
                        </a:rPr>
                        <a:t>đưa ra một ví dụ cho bất lợi 2</a:t>
                      </a:r>
                      <a:endParaRPr sz="2000">
                        <a:solidFill>
                          <a:srgbClr val="0000FF"/>
                        </a:solidFill>
                      </a:endParaRPr>
                    </a:p>
                  </a:txBody>
                  <a:tcPr marT="91425" marB="91425" marR="91425" marL="91425"/>
                </a:tc>
              </a:tr>
              <a:tr h="1000425">
                <a:tc>
                  <a:txBody>
                    <a:bodyPr/>
                    <a:lstStyle/>
                    <a:p>
                      <a:pPr indent="0" lvl="0" marL="0" rtl="0" algn="l">
                        <a:spcBef>
                          <a:spcPts val="0"/>
                        </a:spcBef>
                        <a:spcAft>
                          <a:spcPts val="0"/>
                        </a:spcAft>
                        <a:buNone/>
                      </a:pPr>
                      <a:r>
                        <a:rPr lang="en-US" sz="2000"/>
                        <a:t>Conclusion</a:t>
                      </a:r>
                      <a:endParaRPr sz="2000"/>
                    </a:p>
                  </a:txBody>
                  <a:tcPr marT="91425" marB="91425" marR="91425" marL="91425" anchor="ctr"/>
                </a:tc>
                <a:tc>
                  <a:txBody>
                    <a:bodyPr/>
                    <a:lstStyle/>
                    <a:p>
                      <a:pPr indent="-355600" lvl="0" marL="457200" rtl="0" algn="l">
                        <a:lnSpc>
                          <a:spcPct val="150000"/>
                        </a:lnSpc>
                        <a:spcBef>
                          <a:spcPts val="0"/>
                        </a:spcBef>
                        <a:spcAft>
                          <a:spcPts val="0"/>
                        </a:spcAft>
                        <a:buSzPts val="2000"/>
                        <a:buChar char="●"/>
                      </a:pPr>
                      <a:r>
                        <a:rPr lang="en-US" sz="2000"/>
                        <a:t>Summary of main points: </a:t>
                      </a:r>
                      <a:r>
                        <a:rPr lang="en-US" sz="2000">
                          <a:solidFill>
                            <a:srgbClr val="0000FF"/>
                          </a:solidFill>
                        </a:rPr>
                        <a:t>tóm tắt lại ý chính của bài.</a:t>
                      </a:r>
                      <a:endParaRPr sz="2000">
                        <a:solidFill>
                          <a:srgbClr val="0000FF"/>
                        </a:solidFill>
                      </a:endParaRPr>
                    </a:p>
                    <a:p>
                      <a:pPr indent="-355600" lvl="0" marL="457200" rtl="0" algn="l">
                        <a:lnSpc>
                          <a:spcPct val="150000"/>
                        </a:lnSpc>
                        <a:spcBef>
                          <a:spcPts val="0"/>
                        </a:spcBef>
                        <a:spcAft>
                          <a:spcPts val="0"/>
                        </a:spcAft>
                        <a:buSzPts val="2000"/>
                        <a:buChar char="●"/>
                      </a:pPr>
                      <a:r>
                        <a:rPr lang="en-US" sz="2000"/>
                        <a:t>Your opinion: </a:t>
                      </a:r>
                      <a:r>
                        <a:rPr lang="en-US" sz="2000">
                          <a:solidFill>
                            <a:srgbClr val="0000FF"/>
                          </a:solidFill>
                        </a:rPr>
                        <a:t>khẳng định lại quan điểm của bạn.</a:t>
                      </a:r>
                      <a:endParaRPr sz="2000">
                        <a:solidFill>
                          <a:srgbClr val="0000FF"/>
                        </a:solidFill>
                      </a:endParaRPr>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37"/>
          <p:cNvSpPr/>
          <p:nvPr/>
        </p:nvSpPr>
        <p:spPr>
          <a:xfrm>
            <a:off x="8200450" y="9517200"/>
            <a:ext cx="2235000" cy="77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36" name="Google Shape;836;p37"/>
          <p:cNvSpPr txBox="1"/>
          <p:nvPr/>
        </p:nvSpPr>
        <p:spPr>
          <a:xfrm>
            <a:off x="945050" y="3467950"/>
            <a:ext cx="16170000" cy="1421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7000">
                <a:solidFill>
                  <a:schemeClr val="dk1"/>
                </a:solidFill>
                <a:latin typeface="Montserrat Medium"/>
                <a:ea typeface="Montserrat Medium"/>
                <a:cs typeface="Montserrat Medium"/>
                <a:sym typeface="Montserrat Medium"/>
              </a:rPr>
              <a:t>VIẾT BÀI &amp; KIỂM TRA SAU KHI VIẾT </a:t>
            </a:r>
            <a:endParaRPr sz="7000">
              <a:solidFill>
                <a:schemeClr val="dk1"/>
              </a:solidFill>
              <a:latin typeface="Montserrat Medium"/>
              <a:ea typeface="Montserrat Medium"/>
              <a:cs typeface="Montserrat Medium"/>
              <a:sym typeface="Montserrat Medium"/>
            </a:endParaRPr>
          </a:p>
        </p:txBody>
      </p:sp>
      <p:sp>
        <p:nvSpPr>
          <p:cNvPr id="837" name="Google Shape;837;p37"/>
          <p:cNvSpPr txBox="1"/>
          <p:nvPr/>
        </p:nvSpPr>
        <p:spPr>
          <a:xfrm>
            <a:off x="8200450" y="29575"/>
            <a:ext cx="2090700" cy="1833000"/>
          </a:xfrm>
          <a:prstGeom prst="rect">
            <a:avLst/>
          </a:prstGeom>
          <a:solidFill>
            <a:srgbClr val="006B3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0">
                <a:solidFill>
                  <a:schemeClr val="lt1"/>
                </a:solidFill>
                <a:latin typeface="Montserrat Medium"/>
                <a:ea typeface="Montserrat Medium"/>
                <a:cs typeface="Montserrat Medium"/>
                <a:sym typeface="Montserrat Medium"/>
              </a:rPr>
              <a:t>04</a:t>
            </a:r>
            <a:endParaRPr sz="100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38"/>
          <p:cNvSpPr/>
          <p:nvPr/>
        </p:nvSpPr>
        <p:spPr>
          <a:xfrm>
            <a:off x="18157088" y="2761613"/>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843" name="Google Shape;843;p38"/>
          <p:cNvSpPr txBox="1"/>
          <p:nvPr/>
        </p:nvSpPr>
        <p:spPr>
          <a:xfrm>
            <a:off x="1043000" y="513000"/>
            <a:ext cx="15543000" cy="677400"/>
          </a:xfrm>
          <a:prstGeom prst="rect">
            <a:avLst/>
          </a:prstGeom>
          <a:noFill/>
          <a:ln>
            <a:noFill/>
          </a:ln>
        </p:spPr>
        <p:txBody>
          <a:bodyPr anchorCtr="0" anchor="t" bIns="0" lIns="0" spcFirstLastPara="1" rIns="0" wrap="square" tIns="0">
            <a:spAutoFit/>
          </a:bodyPr>
          <a:lstStyle/>
          <a:p>
            <a:pPr indent="0" lvl="0" marL="0" marR="0" rtl="0" algn="l">
              <a:lnSpc>
                <a:spcPct val="162083"/>
              </a:lnSpc>
              <a:spcBef>
                <a:spcPts val="0"/>
              </a:spcBef>
              <a:spcAft>
                <a:spcPts val="0"/>
              </a:spcAft>
              <a:buNone/>
            </a:pPr>
            <a:r>
              <a:rPr lang="en-US" sz="4400">
                <a:solidFill>
                  <a:srgbClr val="018345"/>
                </a:solidFill>
                <a:latin typeface="Montserrat SemiBold"/>
                <a:ea typeface="Montserrat SemiBold"/>
                <a:cs typeface="Montserrat SemiBold"/>
                <a:sym typeface="Montserrat SemiBold"/>
              </a:rPr>
              <a:t>TEMPLATE: (LIỆT KÊ) ADVANTAGES/</a:t>
            </a:r>
            <a:r>
              <a:rPr lang="en-US" sz="4400">
                <a:solidFill>
                  <a:srgbClr val="018345"/>
                </a:solidFill>
                <a:latin typeface="Montserrat SemiBold"/>
                <a:ea typeface="Montserrat SemiBold"/>
                <a:cs typeface="Montserrat SemiBold"/>
                <a:sym typeface="Montserrat SemiBold"/>
              </a:rPr>
              <a:t>DISADVANTAGES</a:t>
            </a:r>
            <a:endParaRPr sz="4400">
              <a:solidFill>
                <a:srgbClr val="018345"/>
              </a:solidFill>
              <a:latin typeface="Montserrat SemiBold"/>
              <a:ea typeface="Montserrat SemiBold"/>
              <a:cs typeface="Montserrat SemiBold"/>
              <a:sym typeface="Montserrat SemiBold"/>
            </a:endParaRPr>
          </a:p>
        </p:txBody>
      </p:sp>
      <p:pic>
        <p:nvPicPr>
          <p:cNvPr id="844" name="Google Shape;844;p38"/>
          <p:cNvPicPr preferRelativeResize="0"/>
          <p:nvPr/>
        </p:nvPicPr>
        <p:blipFill>
          <a:blip r:embed="rId4">
            <a:alphaModFix/>
          </a:blip>
          <a:stretch>
            <a:fillRect/>
          </a:stretch>
        </p:blipFill>
        <p:spPr>
          <a:xfrm>
            <a:off x="16966704" y="0"/>
            <a:ext cx="1190400" cy="1190400"/>
          </a:xfrm>
          <a:prstGeom prst="rect">
            <a:avLst/>
          </a:prstGeom>
          <a:noFill/>
          <a:ln>
            <a:noFill/>
          </a:ln>
        </p:spPr>
      </p:pic>
      <p:graphicFrame>
        <p:nvGraphicFramePr>
          <p:cNvPr id="845" name="Google Shape;845;p38"/>
          <p:cNvGraphicFramePr/>
          <p:nvPr/>
        </p:nvGraphicFramePr>
        <p:xfrm>
          <a:off x="169975" y="1697263"/>
          <a:ext cx="3000000" cy="3000000"/>
        </p:xfrm>
        <a:graphic>
          <a:graphicData uri="http://schemas.openxmlformats.org/drawingml/2006/table">
            <a:tbl>
              <a:tblPr>
                <a:noFill/>
                <a:tableStyleId>{8B8AE82F-E2C9-4D4B-A445-089795D31883}</a:tableStyleId>
              </a:tblPr>
              <a:tblGrid>
                <a:gridCol w="1343350"/>
                <a:gridCol w="16643775"/>
              </a:tblGrid>
              <a:tr h="813225">
                <a:tc>
                  <a:txBody>
                    <a:bodyPr/>
                    <a:lstStyle/>
                    <a:p>
                      <a:pPr indent="0" lvl="0" marL="0" rtl="0" algn="ctr">
                        <a:lnSpc>
                          <a:spcPct val="200000"/>
                        </a:lnSpc>
                        <a:spcBef>
                          <a:spcPts val="0"/>
                        </a:spcBef>
                        <a:spcAft>
                          <a:spcPts val="0"/>
                        </a:spcAft>
                        <a:buNone/>
                      </a:pPr>
                      <a:r>
                        <a:rPr b="1" lang="en-US" sz="2100">
                          <a:solidFill>
                            <a:schemeClr val="lt1"/>
                          </a:solidFill>
                        </a:rPr>
                        <a:t>Mở bài</a:t>
                      </a:r>
                      <a:endParaRPr b="1" sz="2100">
                        <a:solidFill>
                          <a:schemeClr val="lt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18146"/>
                    </a:solidFill>
                  </a:tcPr>
                </a:tc>
                <a:tc>
                  <a:txBody>
                    <a:bodyPr/>
                    <a:lstStyle/>
                    <a:p>
                      <a:pPr indent="0" lvl="0" marL="0" rtl="0" algn="l">
                        <a:lnSpc>
                          <a:spcPct val="200000"/>
                        </a:lnSpc>
                        <a:spcBef>
                          <a:spcPts val="0"/>
                        </a:spcBef>
                        <a:spcAft>
                          <a:spcPts val="0"/>
                        </a:spcAft>
                        <a:buNone/>
                      </a:pPr>
                      <a:r>
                        <a:rPr lang="en-US" sz="2500"/>
                        <a:t>In recent years, there has been growing concern about [</a:t>
                      </a:r>
                      <a:r>
                        <a:rPr lang="en-US" sz="2500">
                          <a:solidFill>
                            <a:srgbClr val="0000FF"/>
                          </a:solidFill>
                        </a:rPr>
                        <a:t>chủ đề</a:t>
                      </a:r>
                      <a:r>
                        <a:rPr lang="en-US" sz="2500"/>
                        <a:t>]. Some people believe it offers significant advantages, while others argue it may also bring certain drawbacks. This essay will explore both the benefits and potential downsides in more detail.</a:t>
                      </a:r>
                      <a:endParaRPr sz="2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4E2DB">
                        <a:alpha val="69800"/>
                      </a:srgbClr>
                    </a:solidFill>
                  </a:tcPr>
                </a:tc>
              </a:tr>
              <a:tr h="1520425">
                <a:tc>
                  <a:txBody>
                    <a:bodyPr/>
                    <a:lstStyle/>
                    <a:p>
                      <a:pPr indent="0" lvl="0" marL="0" rtl="0" algn="ctr">
                        <a:lnSpc>
                          <a:spcPct val="200000"/>
                        </a:lnSpc>
                        <a:spcBef>
                          <a:spcPts val="0"/>
                        </a:spcBef>
                        <a:spcAft>
                          <a:spcPts val="0"/>
                        </a:spcAft>
                        <a:buNone/>
                      </a:pPr>
                      <a:r>
                        <a:rPr b="1" lang="en-US" sz="2100">
                          <a:solidFill>
                            <a:schemeClr val="lt1"/>
                          </a:solidFill>
                        </a:rPr>
                        <a:t>Thân </a:t>
                      </a:r>
                      <a:r>
                        <a:rPr b="1" lang="en-US" sz="2100">
                          <a:solidFill>
                            <a:schemeClr val="lt1"/>
                          </a:solidFill>
                        </a:rPr>
                        <a:t>bài</a:t>
                      </a:r>
                      <a:endParaRPr b="1" sz="2100">
                        <a:solidFill>
                          <a:schemeClr val="lt1"/>
                        </a:solidFill>
                      </a:endParaRPr>
                    </a:p>
                    <a:p>
                      <a:pPr indent="0" lvl="0" marL="0" rtl="0" algn="ctr">
                        <a:lnSpc>
                          <a:spcPct val="200000"/>
                        </a:lnSpc>
                        <a:spcBef>
                          <a:spcPts val="0"/>
                        </a:spcBef>
                        <a:spcAft>
                          <a:spcPts val="0"/>
                        </a:spcAft>
                        <a:buNone/>
                      </a:pPr>
                      <a:r>
                        <a:rPr b="1" lang="en-US" sz="2100">
                          <a:solidFill>
                            <a:schemeClr val="lt1"/>
                          </a:solidFill>
                        </a:rPr>
                        <a:t>A</a:t>
                      </a:r>
                      <a:endParaRPr b="1" sz="2100">
                        <a:solidFill>
                          <a:schemeClr val="lt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18146"/>
                    </a:solidFill>
                  </a:tcPr>
                </a:tc>
                <a:tc>
                  <a:txBody>
                    <a:bodyPr/>
                    <a:lstStyle/>
                    <a:p>
                      <a:pPr indent="0" lvl="0" marL="0" rtl="0" algn="l">
                        <a:lnSpc>
                          <a:spcPct val="200000"/>
                        </a:lnSpc>
                        <a:spcBef>
                          <a:spcPts val="0"/>
                        </a:spcBef>
                        <a:spcAft>
                          <a:spcPts val="0"/>
                        </a:spcAft>
                        <a:buNone/>
                      </a:pPr>
                      <a:r>
                        <a:rPr lang="en-US" sz="2500"/>
                        <a:t>On the one hand, </a:t>
                      </a:r>
                      <a:r>
                        <a:rPr lang="en-US" sz="2500"/>
                        <a:t>[</a:t>
                      </a:r>
                      <a:r>
                        <a:rPr lang="en-US" sz="2500">
                          <a:solidFill>
                            <a:srgbClr val="0000FF"/>
                          </a:solidFill>
                        </a:rPr>
                        <a:t>chủ đề</a:t>
                      </a:r>
                      <a:r>
                        <a:rPr lang="en-US" sz="2500"/>
                        <a:t>] </a:t>
                      </a:r>
                      <a:r>
                        <a:rPr lang="en-US" sz="2500"/>
                        <a:t>offers several benefits. The most significant is that [</a:t>
                      </a:r>
                      <a:r>
                        <a:rPr lang="en-US" sz="2500">
                          <a:solidFill>
                            <a:srgbClr val="0000FF"/>
                          </a:solidFill>
                        </a:rPr>
                        <a:t>advantage 1</a:t>
                      </a:r>
                      <a:r>
                        <a:rPr lang="en-US" sz="2500"/>
                        <a:t>], which [</a:t>
                      </a:r>
                      <a:r>
                        <a:rPr lang="en-US" sz="2500">
                          <a:solidFill>
                            <a:srgbClr val="0000FF"/>
                          </a:solidFill>
                        </a:rPr>
                        <a:t>lập luận, phát triển ý</a:t>
                      </a:r>
                      <a:r>
                        <a:rPr lang="en-US" sz="2500"/>
                        <a:t>]. Another key advantage is </a:t>
                      </a:r>
                      <a:r>
                        <a:rPr lang="en-US" sz="2500"/>
                        <a:t>[</a:t>
                      </a:r>
                      <a:r>
                        <a:rPr lang="en-US" sz="2500">
                          <a:solidFill>
                            <a:srgbClr val="0000FF"/>
                          </a:solidFill>
                        </a:rPr>
                        <a:t>advantage 2</a:t>
                      </a:r>
                      <a:r>
                        <a:rPr lang="en-US" sz="2500"/>
                        <a:t>], as it </a:t>
                      </a:r>
                      <a:r>
                        <a:rPr lang="en-US" sz="2500"/>
                        <a:t>[</a:t>
                      </a:r>
                      <a:r>
                        <a:rPr lang="en-US" sz="2500">
                          <a:solidFill>
                            <a:srgbClr val="0000FF"/>
                          </a:solidFill>
                        </a:rPr>
                        <a:t>lập luận, phát triển ý</a:t>
                      </a:r>
                      <a:r>
                        <a:rPr lang="en-US" sz="2500"/>
                        <a:t>]</a:t>
                      </a:r>
                      <a:r>
                        <a:rPr lang="en-US" sz="2500"/>
                        <a:t>. Lastly, [</a:t>
                      </a:r>
                      <a:r>
                        <a:rPr lang="en-US" sz="2500">
                          <a:solidFill>
                            <a:srgbClr val="0000FF"/>
                          </a:solidFill>
                        </a:rPr>
                        <a:t>positive opinion/advantage 3</a:t>
                      </a:r>
                      <a:r>
                        <a:rPr lang="en-US" sz="2500"/>
                        <a:t>] also stands out because </a:t>
                      </a:r>
                      <a:r>
                        <a:rPr lang="en-US" sz="2500"/>
                        <a:t>[</a:t>
                      </a:r>
                      <a:r>
                        <a:rPr lang="en-US" sz="2500">
                          <a:solidFill>
                            <a:srgbClr val="0000FF"/>
                          </a:solidFill>
                        </a:rPr>
                        <a:t>lập luận, phát triển ý</a:t>
                      </a:r>
                      <a:r>
                        <a:rPr lang="en-US" sz="2500"/>
                        <a:t>].</a:t>
                      </a:r>
                      <a:endParaRPr sz="2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239550">
                <a:tc>
                  <a:txBody>
                    <a:bodyPr/>
                    <a:lstStyle/>
                    <a:p>
                      <a:pPr indent="0" lvl="0" marL="0" rtl="0" algn="ctr">
                        <a:lnSpc>
                          <a:spcPct val="200000"/>
                        </a:lnSpc>
                        <a:spcBef>
                          <a:spcPts val="0"/>
                        </a:spcBef>
                        <a:spcAft>
                          <a:spcPts val="0"/>
                        </a:spcAft>
                        <a:buNone/>
                      </a:pPr>
                      <a:r>
                        <a:rPr b="1" lang="en-US" sz="2100">
                          <a:solidFill>
                            <a:schemeClr val="lt1"/>
                          </a:solidFill>
                        </a:rPr>
                        <a:t>Thân bài</a:t>
                      </a:r>
                      <a:endParaRPr b="1" sz="2100">
                        <a:solidFill>
                          <a:schemeClr val="lt1"/>
                        </a:solidFill>
                      </a:endParaRPr>
                    </a:p>
                    <a:p>
                      <a:pPr indent="0" lvl="0" marL="0" rtl="0" algn="ctr">
                        <a:lnSpc>
                          <a:spcPct val="200000"/>
                        </a:lnSpc>
                        <a:spcBef>
                          <a:spcPts val="0"/>
                        </a:spcBef>
                        <a:spcAft>
                          <a:spcPts val="0"/>
                        </a:spcAft>
                        <a:buNone/>
                      </a:pPr>
                      <a:r>
                        <a:rPr b="1" lang="en-US" sz="2100">
                          <a:solidFill>
                            <a:schemeClr val="lt1"/>
                          </a:solidFill>
                        </a:rPr>
                        <a:t>B</a:t>
                      </a:r>
                      <a:endParaRPr b="1" sz="2100">
                        <a:solidFill>
                          <a:schemeClr val="lt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18146"/>
                    </a:solidFill>
                  </a:tcPr>
                </a:tc>
                <a:tc>
                  <a:txBody>
                    <a:bodyPr/>
                    <a:lstStyle/>
                    <a:p>
                      <a:pPr indent="0" lvl="0" marL="0" rtl="0" algn="l">
                        <a:lnSpc>
                          <a:spcPct val="200000"/>
                        </a:lnSpc>
                        <a:spcBef>
                          <a:spcPts val="0"/>
                        </a:spcBef>
                        <a:spcAft>
                          <a:spcPts val="0"/>
                        </a:spcAft>
                        <a:buNone/>
                      </a:pPr>
                      <a:r>
                        <a:rPr lang="en-US" sz="2500"/>
                        <a:t>On the other hand, despite its advantages, </a:t>
                      </a:r>
                      <a:r>
                        <a:rPr lang="en-US" sz="2500"/>
                        <a:t>[</a:t>
                      </a:r>
                      <a:r>
                        <a:rPr lang="en-US" sz="2500">
                          <a:solidFill>
                            <a:srgbClr val="0000FF"/>
                          </a:solidFill>
                        </a:rPr>
                        <a:t>chủ đề</a:t>
                      </a:r>
                      <a:r>
                        <a:rPr lang="en-US" sz="2500"/>
                        <a:t>]</a:t>
                      </a:r>
                      <a:r>
                        <a:rPr lang="en-US" sz="2500"/>
                        <a:t> also has some drawbacks. One of the most significant is [</a:t>
                      </a:r>
                      <a:r>
                        <a:rPr lang="en-US" sz="2500">
                          <a:solidFill>
                            <a:srgbClr val="0000FF"/>
                          </a:solidFill>
                        </a:rPr>
                        <a:t>disadvantage 1</a:t>
                      </a:r>
                      <a:r>
                        <a:rPr lang="en-US" sz="2500"/>
                        <a:t>], which </a:t>
                      </a:r>
                      <a:r>
                        <a:rPr lang="en-US" sz="2500"/>
                        <a:t>[</a:t>
                      </a:r>
                      <a:r>
                        <a:rPr lang="en-US" sz="2500">
                          <a:solidFill>
                            <a:srgbClr val="0000FF"/>
                          </a:solidFill>
                        </a:rPr>
                        <a:t>lập luận, phát triển ý</a:t>
                      </a:r>
                      <a:r>
                        <a:rPr lang="en-US" sz="2500"/>
                        <a:t>]</a:t>
                      </a:r>
                      <a:r>
                        <a:rPr lang="en-US" sz="2500"/>
                        <a:t>. Another issue is that [</a:t>
                      </a:r>
                      <a:r>
                        <a:rPr lang="en-US" sz="2500">
                          <a:solidFill>
                            <a:srgbClr val="0000FF"/>
                          </a:solidFill>
                        </a:rPr>
                        <a:t>disadvantage 2</a:t>
                      </a:r>
                      <a:r>
                        <a:rPr lang="en-US" sz="2500"/>
                        <a:t>], as it </a:t>
                      </a:r>
                      <a:r>
                        <a:rPr lang="en-US" sz="2500"/>
                        <a:t>[</a:t>
                      </a:r>
                      <a:r>
                        <a:rPr lang="en-US" sz="2500">
                          <a:solidFill>
                            <a:srgbClr val="0000FF"/>
                          </a:solidFill>
                        </a:rPr>
                        <a:t>lập luận, phát triển ý</a:t>
                      </a:r>
                      <a:r>
                        <a:rPr lang="en-US" sz="2500"/>
                        <a:t>].</a:t>
                      </a:r>
                      <a:endParaRPr sz="2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201425">
                <a:tc>
                  <a:txBody>
                    <a:bodyPr/>
                    <a:lstStyle/>
                    <a:p>
                      <a:pPr indent="0" lvl="0" marL="0" rtl="0" algn="ctr">
                        <a:lnSpc>
                          <a:spcPct val="200000"/>
                        </a:lnSpc>
                        <a:spcBef>
                          <a:spcPts val="0"/>
                        </a:spcBef>
                        <a:spcAft>
                          <a:spcPts val="0"/>
                        </a:spcAft>
                        <a:buNone/>
                      </a:pPr>
                      <a:r>
                        <a:rPr b="1" lang="en-US" sz="2100">
                          <a:solidFill>
                            <a:schemeClr val="lt1"/>
                          </a:solidFill>
                        </a:rPr>
                        <a:t>Kết</a:t>
                      </a:r>
                      <a:r>
                        <a:rPr b="1" lang="en-US" sz="2100">
                          <a:solidFill>
                            <a:schemeClr val="lt1"/>
                          </a:solidFill>
                        </a:rPr>
                        <a:t> bài</a:t>
                      </a:r>
                      <a:endParaRPr sz="13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18146"/>
                    </a:solidFill>
                  </a:tcPr>
                </a:tc>
                <a:tc>
                  <a:txBody>
                    <a:bodyPr/>
                    <a:lstStyle/>
                    <a:p>
                      <a:pPr indent="0" lvl="0" marL="0" rtl="0" algn="l">
                        <a:lnSpc>
                          <a:spcPct val="200000"/>
                        </a:lnSpc>
                        <a:spcBef>
                          <a:spcPts val="0"/>
                        </a:spcBef>
                        <a:spcAft>
                          <a:spcPts val="0"/>
                        </a:spcAft>
                        <a:buNone/>
                      </a:pPr>
                      <a:r>
                        <a:rPr lang="en-US" sz="2500"/>
                        <a:t>In conclusion, the above mentioned facts have outlined the benefits and the drawbacks of </a:t>
                      </a:r>
                      <a:r>
                        <a:rPr lang="en-US" sz="2500"/>
                        <a:t>[</a:t>
                      </a:r>
                      <a:r>
                        <a:rPr lang="en-US" sz="2500">
                          <a:solidFill>
                            <a:srgbClr val="0000FF"/>
                          </a:solidFill>
                        </a:rPr>
                        <a:t>chủ đề</a:t>
                      </a:r>
                      <a:r>
                        <a:rPr lang="en-US" sz="2500"/>
                        <a:t>]</a:t>
                      </a:r>
                      <a:r>
                        <a:rPr lang="en-US" sz="2500"/>
                        <a:t>. People should take advantage of the pros and minimize the cons.</a:t>
                      </a:r>
                      <a:endParaRPr sz="2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4E2DB">
                        <a:alpha val="69800"/>
                      </a:srgbClr>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43"/>
                                        </p:tgtEl>
                                        <p:attrNameLst>
                                          <p:attrName>style.visibility</p:attrName>
                                        </p:attrNameLst>
                                      </p:cBhvr>
                                      <p:to>
                                        <p:strVal val="visible"/>
                                      </p:to>
                                    </p:set>
                                    <p:anim calcmode="lin" valueType="num">
                                      <p:cBhvr additive="base">
                                        <p:cTn dur="1000"/>
                                        <p:tgtEl>
                                          <p:spTgt spid="843"/>
                                        </p:tgtEl>
                                        <p:attrNameLst>
                                          <p:attrName>ppt_w</p:attrName>
                                        </p:attrNameLst>
                                      </p:cBhvr>
                                      <p:tavLst>
                                        <p:tav fmla="" tm="0">
                                          <p:val>
                                            <p:strVal val="0"/>
                                          </p:val>
                                        </p:tav>
                                        <p:tav fmla="" tm="100000">
                                          <p:val>
                                            <p:strVal val="#ppt_w"/>
                                          </p:val>
                                        </p:tav>
                                      </p:tavLst>
                                    </p:anim>
                                    <p:anim calcmode="lin" valueType="num">
                                      <p:cBhvr additive="base">
                                        <p:cTn dur="1000"/>
                                        <p:tgtEl>
                                          <p:spTgt spid="843"/>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39"/>
          <p:cNvSpPr/>
          <p:nvPr/>
        </p:nvSpPr>
        <p:spPr>
          <a:xfrm>
            <a:off x="18157088" y="2761613"/>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851" name="Google Shape;851;p39"/>
          <p:cNvSpPr txBox="1"/>
          <p:nvPr/>
        </p:nvSpPr>
        <p:spPr>
          <a:xfrm>
            <a:off x="1043000" y="513000"/>
            <a:ext cx="15543000" cy="677400"/>
          </a:xfrm>
          <a:prstGeom prst="rect">
            <a:avLst/>
          </a:prstGeom>
          <a:noFill/>
          <a:ln>
            <a:noFill/>
          </a:ln>
        </p:spPr>
        <p:txBody>
          <a:bodyPr anchorCtr="0" anchor="t" bIns="0" lIns="0" spcFirstLastPara="1" rIns="0" wrap="square" tIns="0">
            <a:spAutoFit/>
          </a:bodyPr>
          <a:lstStyle/>
          <a:p>
            <a:pPr indent="0" lvl="0" marL="0" marR="0" rtl="0" algn="l">
              <a:lnSpc>
                <a:spcPct val="162083"/>
              </a:lnSpc>
              <a:spcBef>
                <a:spcPts val="0"/>
              </a:spcBef>
              <a:spcAft>
                <a:spcPts val="0"/>
              </a:spcAft>
              <a:buNone/>
            </a:pPr>
            <a:r>
              <a:rPr lang="en-US" sz="4400">
                <a:solidFill>
                  <a:srgbClr val="018345"/>
                </a:solidFill>
                <a:latin typeface="Montserrat SemiBold"/>
                <a:ea typeface="Montserrat SemiBold"/>
                <a:cs typeface="Montserrat SemiBold"/>
                <a:sym typeface="Montserrat SemiBold"/>
              </a:rPr>
              <a:t>TEMPLATE: DISADVANTAGES outweigh ADVANTAGES</a:t>
            </a:r>
            <a:endParaRPr sz="4400">
              <a:solidFill>
                <a:srgbClr val="018345"/>
              </a:solidFill>
              <a:latin typeface="Montserrat SemiBold"/>
              <a:ea typeface="Montserrat SemiBold"/>
              <a:cs typeface="Montserrat SemiBold"/>
              <a:sym typeface="Montserrat SemiBold"/>
            </a:endParaRPr>
          </a:p>
        </p:txBody>
      </p:sp>
      <p:pic>
        <p:nvPicPr>
          <p:cNvPr id="852" name="Google Shape;852;p39"/>
          <p:cNvPicPr preferRelativeResize="0"/>
          <p:nvPr/>
        </p:nvPicPr>
        <p:blipFill>
          <a:blip r:embed="rId4">
            <a:alphaModFix/>
          </a:blip>
          <a:stretch>
            <a:fillRect/>
          </a:stretch>
        </p:blipFill>
        <p:spPr>
          <a:xfrm>
            <a:off x="16966704" y="0"/>
            <a:ext cx="1190400" cy="1190400"/>
          </a:xfrm>
          <a:prstGeom prst="rect">
            <a:avLst/>
          </a:prstGeom>
          <a:noFill/>
          <a:ln>
            <a:noFill/>
          </a:ln>
        </p:spPr>
      </p:pic>
      <p:graphicFrame>
        <p:nvGraphicFramePr>
          <p:cNvPr id="853" name="Google Shape;853;p39"/>
          <p:cNvGraphicFramePr/>
          <p:nvPr/>
        </p:nvGraphicFramePr>
        <p:xfrm>
          <a:off x="169975" y="1697263"/>
          <a:ext cx="3000000" cy="3000000"/>
        </p:xfrm>
        <a:graphic>
          <a:graphicData uri="http://schemas.openxmlformats.org/drawingml/2006/table">
            <a:tbl>
              <a:tblPr>
                <a:noFill/>
                <a:tableStyleId>{8B8AE82F-E2C9-4D4B-A445-089795D31883}</a:tableStyleId>
              </a:tblPr>
              <a:tblGrid>
                <a:gridCol w="1343350"/>
                <a:gridCol w="16643775"/>
              </a:tblGrid>
              <a:tr h="813225">
                <a:tc>
                  <a:txBody>
                    <a:bodyPr/>
                    <a:lstStyle/>
                    <a:p>
                      <a:pPr indent="0" lvl="0" marL="0" rtl="0" algn="ctr">
                        <a:lnSpc>
                          <a:spcPct val="200000"/>
                        </a:lnSpc>
                        <a:spcBef>
                          <a:spcPts val="0"/>
                        </a:spcBef>
                        <a:spcAft>
                          <a:spcPts val="0"/>
                        </a:spcAft>
                        <a:buNone/>
                      </a:pPr>
                      <a:r>
                        <a:rPr b="1" lang="en-US" sz="2100">
                          <a:solidFill>
                            <a:schemeClr val="lt1"/>
                          </a:solidFill>
                        </a:rPr>
                        <a:t>Mở bài</a:t>
                      </a:r>
                      <a:endParaRPr b="1" sz="2100">
                        <a:solidFill>
                          <a:schemeClr val="lt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18146"/>
                    </a:solidFill>
                  </a:tcPr>
                </a:tc>
                <a:tc>
                  <a:txBody>
                    <a:bodyPr/>
                    <a:lstStyle/>
                    <a:p>
                      <a:pPr indent="0" lvl="0" marL="0" rtl="0" algn="l">
                        <a:lnSpc>
                          <a:spcPct val="150000"/>
                        </a:lnSpc>
                        <a:spcBef>
                          <a:spcPts val="0"/>
                        </a:spcBef>
                        <a:spcAft>
                          <a:spcPts val="0"/>
                        </a:spcAft>
                        <a:buNone/>
                      </a:pPr>
                      <a:r>
                        <a:rPr lang="en-US" sz="2500"/>
                        <a:t>In recent years, there has been growing concern about [</a:t>
                      </a:r>
                      <a:r>
                        <a:rPr lang="en-US" sz="2500">
                          <a:solidFill>
                            <a:srgbClr val="0000FF"/>
                          </a:solidFill>
                        </a:rPr>
                        <a:t>chủ đề</a:t>
                      </a:r>
                      <a:r>
                        <a:rPr lang="en-US" sz="2500"/>
                        <a:t>]. Some people believe it offers significant </a:t>
                      </a:r>
                      <a:r>
                        <a:rPr lang="en-US" sz="2500"/>
                        <a:t>advantages while</a:t>
                      </a:r>
                      <a:r>
                        <a:rPr lang="en-US" sz="2500"/>
                        <a:t> others argue it may also bring certain drawbacks. Despite its disadvantages, I believe the downsides are likely to outweigh the positives.</a:t>
                      </a:r>
                      <a:endParaRPr sz="2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4E2DB">
                        <a:alpha val="69800"/>
                      </a:srgbClr>
                    </a:solidFill>
                  </a:tcPr>
                </a:tc>
              </a:tr>
              <a:tr h="1520425">
                <a:tc>
                  <a:txBody>
                    <a:bodyPr/>
                    <a:lstStyle/>
                    <a:p>
                      <a:pPr indent="0" lvl="0" marL="0" rtl="0" algn="ctr">
                        <a:lnSpc>
                          <a:spcPct val="200000"/>
                        </a:lnSpc>
                        <a:spcBef>
                          <a:spcPts val="0"/>
                        </a:spcBef>
                        <a:spcAft>
                          <a:spcPts val="0"/>
                        </a:spcAft>
                        <a:buNone/>
                      </a:pPr>
                      <a:r>
                        <a:rPr b="1" lang="en-US" sz="2100">
                          <a:solidFill>
                            <a:schemeClr val="lt1"/>
                          </a:solidFill>
                        </a:rPr>
                        <a:t>Thân bài</a:t>
                      </a:r>
                      <a:endParaRPr b="1" sz="2100">
                        <a:solidFill>
                          <a:schemeClr val="lt1"/>
                        </a:solidFill>
                      </a:endParaRPr>
                    </a:p>
                    <a:p>
                      <a:pPr indent="0" lvl="0" marL="0" rtl="0" algn="ctr">
                        <a:lnSpc>
                          <a:spcPct val="200000"/>
                        </a:lnSpc>
                        <a:spcBef>
                          <a:spcPts val="0"/>
                        </a:spcBef>
                        <a:spcAft>
                          <a:spcPts val="0"/>
                        </a:spcAft>
                        <a:buNone/>
                      </a:pPr>
                      <a:r>
                        <a:rPr b="1" lang="en-US" sz="2100">
                          <a:solidFill>
                            <a:schemeClr val="lt1"/>
                          </a:solidFill>
                        </a:rPr>
                        <a:t>A</a:t>
                      </a:r>
                      <a:endParaRPr b="1" sz="2100">
                        <a:solidFill>
                          <a:schemeClr val="lt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18146"/>
                    </a:solidFill>
                  </a:tcPr>
                </a:tc>
                <a:tc>
                  <a:txBody>
                    <a:bodyPr/>
                    <a:lstStyle/>
                    <a:p>
                      <a:pPr indent="0" lvl="0" marL="0" rtl="0" algn="l">
                        <a:lnSpc>
                          <a:spcPct val="150000"/>
                        </a:lnSpc>
                        <a:spcBef>
                          <a:spcPts val="0"/>
                        </a:spcBef>
                        <a:spcAft>
                          <a:spcPts val="0"/>
                        </a:spcAft>
                        <a:buNone/>
                      </a:pPr>
                      <a:r>
                        <a:rPr lang="en-US" sz="2500"/>
                        <a:t>On the one hand, [</a:t>
                      </a:r>
                      <a:r>
                        <a:rPr lang="en-US" sz="2500">
                          <a:solidFill>
                            <a:srgbClr val="0000FF"/>
                          </a:solidFill>
                        </a:rPr>
                        <a:t>chủ đề</a:t>
                      </a:r>
                      <a:r>
                        <a:rPr lang="en-US" sz="2500"/>
                        <a:t>] can be seen as beneficial for a number of reasons. The most significant is that [</a:t>
                      </a:r>
                      <a:r>
                        <a:rPr lang="en-US" sz="2500">
                          <a:solidFill>
                            <a:srgbClr val="0000FF"/>
                          </a:solidFill>
                        </a:rPr>
                        <a:t>advantage 1</a:t>
                      </a:r>
                      <a:r>
                        <a:rPr lang="en-US" sz="2500"/>
                        <a:t>], which [</a:t>
                      </a:r>
                      <a:r>
                        <a:rPr lang="en-US" sz="2500">
                          <a:solidFill>
                            <a:srgbClr val="0000FF"/>
                          </a:solidFill>
                        </a:rPr>
                        <a:t>lập luận, phát triển ý</a:t>
                      </a:r>
                      <a:r>
                        <a:rPr lang="en-US" sz="2500"/>
                        <a:t>]. Another positive impact is [</a:t>
                      </a:r>
                      <a:r>
                        <a:rPr lang="en-US" sz="2500">
                          <a:solidFill>
                            <a:srgbClr val="0000FF"/>
                          </a:solidFill>
                        </a:rPr>
                        <a:t>advantage 2</a:t>
                      </a:r>
                      <a:r>
                        <a:rPr lang="en-US" sz="2500"/>
                        <a:t>], as it [</a:t>
                      </a:r>
                      <a:r>
                        <a:rPr lang="en-US" sz="2500">
                          <a:solidFill>
                            <a:srgbClr val="0000FF"/>
                          </a:solidFill>
                        </a:rPr>
                        <a:t>lập luận, phát triển ý</a:t>
                      </a:r>
                      <a:r>
                        <a:rPr lang="en-US" sz="2500"/>
                        <a:t>].</a:t>
                      </a:r>
                      <a:r>
                        <a:rPr lang="en-US" sz="2500"/>
                        <a:t> </a:t>
                      </a:r>
                      <a:endParaRPr sz="2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239550">
                <a:tc>
                  <a:txBody>
                    <a:bodyPr/>
                    <a:lstStyle/>
                    <a:p>
                      <a:pPr indent="0" lvl="0" marL="0" rtl="0" algn="ctr">
                        <a:lnSpc>
                          <a:spcPct val="200000"/>
                        </a:lnSpc>
                        <a:spcBef>
                          <a:spcPts val="0"/>
                        </a:spcBef>
                        <a:spcAft>
                          <a:spcPts val="0"/>
                        </a:spcAft>
                        <a:buNone/>
                      </a:pPr>
                      <a:r>
                        <a:rPr b="1" lang="en-US" sz="2100">
                          <a:solidFill>
                            <a:schemeClr val="lt1"/>
                          </a:solidFill>
                        </a:rPr>
                        <a:t>Thân bài</a:t>
                      </a:r>
                      <a:endParaRPr b="1" sz="2100">
                        <a:solidFill>
                          <a:schemeClr val="lt1"/>
                        </a:solidFill>
                      </a:endParaRPr>
                    </a:p>
                    <a:p>
                      <a:pPr indent="0" lvl="0" marL="0" rtl="0" algn="ctr">
                        <a:lnSpc>
                          <a:spcPct val="200000"/>
                        </a:lnSpc>
                        <a:spcBef>
                          <a:spcPts val="0"/>
                        </a:spcBef>
                        <a:spcAft>
                          <a:spcPts val="0"/>
                        </a:spcAft>
                        <a:buNone/>
                      </a:pPr>
                      <a:r>
                        <a:rPr b="1" lang="en-US" sz="2100">
                          <a:solidFill>
                            <a:schemeClr val="lt1"/>
                          </a:solidFill>
                        </a:rPr>
                        <a:t>B</a:t>
                      </a:r>
                      <a:endParaRPr b="1" sz="2100">
                        <a:solidFill>
                          <a:schemeClr val="lt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18146"/>
                    </a:solidFill>
                  </a:tcPr>
                </a:tc>
                <a:tc>
                  <a:txBody>
                    <a:bodyPr/>
                    <a:lstStyle/>
                    <a:p>
                      <a:pPr indent="0" lvl="0" marL="0" rtl="0" algn="l">
                        <a:lnSpc>
                          <a:spcPct val="150000"/>
                        </a:lnSpc>
                        <a:spcBef>
                          <a:spcPts val="0"/>
                        </a:spcBef>
                        <a:spcAft>
                          <a:spcPts val="0"/>
                        </a:spcAft>
                        <a:buNone/>
                      </a:pPr>
                      <a:r>
                        <a:rPr lang="en-US" sz="2500"/>
                        <a:t>On the other hand, despite its advantages, I strongly believe there are more disadvantages. One of the most significant benefits is that [</a:t>
                      </a:r>
                      <a:r>
                        <a:rPr lang="en-US" sz="2500">
                          <a:solidFill>
                            <a:srgbClr val="0000FF"/>
                          </a:solidFill>
                        </a:rPr>
                        <a:t>disadvantage 1</a:t>
                      </a:r>
                      <a:r>
                        <a:rPr lang="en-US" sz="2500"/>
                        <a:t>], which [</a:t>
                      </a:r>
                      <a:r>
                        <a:rPr lang="en-US" sz="2500">
                          <a:solidFill>
                            <a:srgbClr val="0000FF"/>
                          </a:solidFill>
                        </a:rPr>
                        <a:t>lập luận, phát triển ý</a:t>
                      </a:r>
                      <a:r>
                        <a:rPr lang="en-US" sz="2500"/>
                        <a:t>]. Another positive impact is that [</a:t>
                      </a:r>
                      <a:r>
                        <a:rPr lang="en-US" sz="2500">
                          <a:solidFill>
                            <a:srgbClr val="0000FF"/>
                          </a:solidFill>
                        </a:rPr>
                        <a:t>disadvantage 2</a:t>
                      </a:r>
                      <a:r>
                        <a:rPr lang="en-US" sz="2500"/>
                        <a:t>], as it [</a:t>
                      </a:r>
                      <a:r>
                        <a:rPr lang="en-US" sz="2500">
                          <a:solidFill>
                            <a:srgbClr val="0000FF"/>
                          </a:solidFill>
                        </a:rPr>
                        <a:t>lập luận, phát triển ý</a:t>
                      </a:r>
                      <a:r>
                        <a:rPr lang="en-US" sz="2500"/>
                        <a:t>]. </a:t>
                      </a:r>
                      <a:r>
                        <a:rPr lang="en-US" sz="2500"/>
                        <a:t>Lastly, [</a:t>
                      </a:r>
                      <a:r>
                        <a:rPr lang="en-US" sz="2500">
                          <a:solidFill>
                            <a:srgbClr val="0000FF"/>
                          </a:solidFill>
                        </a:rPr>
                        <a:t>disadvantage 3</a:t>
                      </a:r>
                      <a:r>
                        <a:rPr lang="en-US" sz="2500"/>
                        <a:t>] also stands out because [</a:t>
                      </a:r>
                      <a:r>
                        <a:rPr lang="en-US" sz="2500">
                          <a:solidFill>
                            <a:srgbClr val="0000FF"/>
                          </a:solidFill>
                        </a:rPr>
                        <a:t>lập luận, phát triển ý</a:t>
                      </a:r>
                      <a:r>
                        <a:rPr lang="en-US" sz="2500"/>
                        <a:t>].</a:t>
                      </a:r>
                      <a:endParaRPr sz="2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201425">
                <a:tc>
                  <a:txBody>
                    <a:bodyPr/>
                    <a:lstStyle/>
                    <a:p>
                      <a:pPr indent="0" lvl="0" marL="0" rtl="0" algn="ctr">
                        <a:lnSpc>
                          <a:spcPct val="200000"/>
                        </a:lnSpc>
                        <a:spcBef>
                          <a:spcPts val="0"/>
                        </a:spcBef>
                        <a:spcAft>
                          <a:spcPts val="0"/>
                        </a:spcAft>
                        <a:buNone/>
                      </a:pPr>
                      <a:r>
                        <a:rPr b="1" lang="en-US" sz="2100">
                          <a:solidFill>
                            <a:schemeClr val="lt1"/>
                          </a:solidFill>
                        </a:rPr>
                        <a:t>Kết bài</a:t>
                      </a:r>
                      <a:endParaRPr sz="13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18146"/>
                    </a:solidFill>
                  </a:tcPr>
                </a:tc>
                <a:tc>
                  <a:txBody>
                    <a:bodyPr/>
                    <a:lstStyle/>
                    <a:p>
                      <a:pPr indent="0" lvl="0" marL="0" rtl="0" algn="l">
                        <a:lnSpc>
                          <a:spcPct val="150000"/>
                        </a:lnSpc>
                        <a:spcBef>
                          <a:spcPts val="0"/>
                        </a:spcBef>
                        <a:spcAft>
                          <a:spcPts val="0"/>
                        </a:spcAft>
                        <a:buNone/>
                      </a:pPr>
                      <a:r>
                        <a:rPr lang="en-US" sz="2500"/>
                        <a:t>In conclusion, the above mentioned facts have outlined the benefits and the drawbacks of </a:t>
                      </a:r>
                      <a:r>
                        <a:rPr lang="en-US" sz="2500"/>
                        <a:t>[</a:t>
                      </a:r>
                      <a:r>
                        <a:rPr lang="en-US" sz="2500">
                          <a:solidFill>
                            <a:srgbClr val="0000FF"/>
                          </a:solidFill>
                        </a:rPr>
                        <a:t>chủ đề</a:t>
                      </a:r>
                      <a:r>
                        <a:rPr lang="en-US" sz="2500"/>
                        <a:t>]</a:t>
                      </a:r>
                      <a:r>
                        <a:rPr lang="en-US" sz="2500"/>
                        <a:t>. I believe the consequences that result from this are of more importance. People should take advantage of the pros and minimize the cons.</a:t>
                      </a:r>
                      <a:endParaRPr sz="2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4E2DB">
                        <a:alpha val="69800"/>
                      </a:srgbClr>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51"/>
                                        </p:tgtEl>
                                        <p:attrNameLst>
                                          <p:attrName>style.visibility</p:attrName>
                                        </p:attrNameLst>
                                      </p:cBhvr>
                                      <p:to>
                                        <p:strVal val="visible"/>
                                      </p:to>
                                    </p:set>
                                    <p:anim calcmode="lin" valueType="num">
                                      <p:cBhvr additive="base">
                                        <p:cTn dur="1000"/>
                                        <p:tgtEl>
                                          <p:spTgt spid="851"/>
                                        </p:tgtEl>
                                        <p:attrNameLst>
                                          <p:attrName>ppt_w</p:attrName>
                                        </p:attrNameLst>
                                      </p:cBhvr>
                                      <p:tavLst>
                                        <p:tav fmla="" tm="0">
                                          <p:val>
                                            <p:strVal val="0"/>
                                          </p:val>
                                        </p:tav>
                                        <p:tav fmla="" tm="100000">
                                          <p:val>
                                            <p:strVal val="#ppt_w"/>
                                          </p:val>
                                        </p:tav>
                                      </p:tavLst>
                                    </p:anim>
                                    <p:anim calcmode="lin" valueType="num">
                                      <p:cBhvr additive="base">
                                        <p:cTn dur="1000"/>
                                        <p:tgtEl>
                                          <p:spTgt spid="85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40"/>
          <p:cNvSpPr/>
          <p:nvPr/>
        </p:nvSpPr>
        <p:spPr>
          <a:xfrm>
            <a:off x="18157088" y="2761613"/>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859" name="Google Shape;859;p40"/>
          <p:cNvSpPr txBox="1"/>
          <p:nvPr/>
        </p:nvSpPr>
        <p:spPr>
          <a:xfrm>
            <a:off x="1043000" y="513000"/>
            <a:ext cx="15543000" cy="677400"/>
          </a:xfrm>
          <a:prstGeom prst="rect">
            <a:avLst/>
          </a:prstGeom>
          <a:noFill/>
          <a:ln>
            <a:noFill/>
          </a:ln>
        </p:spPr>
        <p:txBody>
          <a:bodyPr anchorCtr="0" anchor="t" bIns="0" lIns="0" spcFirstLastPara="1" rIns="0" wrap="square" tIns="0">
            <a:spAutoFit/>
          </a:bodyPr>
          <a:lstStyle/>
          <a:p>
            <a:pPr indent="0" lvl="0" marL="0" marR="0" rtl="0" algn="l">
              <a:lnSpc>
                <a:spcPct val="162083"/>
              </a:lnSpc>
              <a:spcBef>
                <a:spcPts val="0"/>
              </a:spcBef>
              <a:spcAft>
                <a:spcPts val="0"/>
              </a:spcAft>
              <a:buNone/>
            </a:pPr>
            <a:r>
              <a:rPr lang="en-US" sz="4400">
                <a:solidFill>
                  <a:srgbClr val="018345"/>
                </a:solidFill>
                <a:latin typeface="Montserrat SemiBold"/>
                <a:ea typeface="Montserrat SemiBold"/>
                <a:cs typeface="Montserrat SemiBold"/>
                <a:sym typeface="Montserrat SemiBold"/>
              </a:rPr>
              <a:t>TEMPLATE: ADVANTAGES outweigh DISADVANTAGES</a:t>
            </a:r>
            <a:endParaRPr sz="4400">
              <a:solidFill>
                <a:srgbClr val="018345"/>
              </a:solidFill>
              <a:latin typeface="Montserrat SemiBold"/>
              <a:ea typeface="Montserrat SemiBold"/>
              <a:cs typeface="Montserrat SemiBold"/>
              <a:sym typeface="Montserrat SemiBold"/>
            </a:endParaRPr>
          </a:p>
        </p:txBody>
      </p:sp>
      <p:pic>
        <p:nvPicPr>
          <p:cNvPr id="860" name="Google Shape;860;p40"/>
          <p:cNvPicPr preferRelativeResize="0"/>
          <p:nvPr/>
        </p:nvPicPr>
        <p:blipFill>
          <a:blip r:embed="rId4">
            <a:alphaModFix/>
          </a:blip>
          <a:stretch>
            <a:fillRect/>
          </a:stretch>
        </p:blipFill>
        <p:spPr>
          <a:xfrm>
            <a:off x="16966704" y="0"/>
            <a:ext cx="1190400" cy="1190400"/>
          </a:xfrm>
          <a:prstGeom prst="rect">
            <a:avLst/>
          </a:prstGeom>
          <a:noFill/>
          <a:ln>
            <a:noFill/>
          </a:ln>
        </p:spPr>
      </p:pic>
      <p:graphicFrame>
        <p:nvGraphicFramePr>
          <p:cNvPr id="861" name="Google Shape;861;p40"/>
          <p:cNvGraphicFramePr/>
          <p:nvPr/>
        </p:nvGraphicFramePr>
        <p:xfrm>
          <a:off x="81275" y="1697263"/>
          <a:ext cx="3000000" cy="3000000"/>
        </p:xfrm>
        <a:graphic>
          <a:graphicData uri="http://schemas.openxmlformats.org/drawingml/2006/table">
            <a:tbl>
              <a:tblPr>
                <a:noFill/>
                <a:tableStyleId>{8B8AE82F-E2C9-4D4B-A445-089795D31883}</a:tableStyleId>
              </a:tblPr>
              <a:tblGrid>
                <a:gridCol w="1262350"/>
                <a:gridCol w="17025650"/>
              </a:tblGrid>
              <a:tr h="813225">
                <a:tc>
                  <a:txBody>
                    <a:bodyPr/>
                    <a:lstStyle/>
                    <a:p>
                      <a:pPr indent="0" lvl="0" marL="0" rtl="0" algn="ctr">
                        <a:lnSpc>
                          <a:spcPct val="200000"/>
                        </a:lnSpc>
                        <a:spcBef>
                          <a:spcPts val="0"/>
                        </a:spcBef>
                        <a:spcAft>
                          <a:spcPts val="0"/>
                        </a:spcAft>
                        <a:buNone/>
                      </a:pPr>
                      <a:r>
                        <a:rPr b="1" lang="en-US" sz="2000">
                          <a:solidFill>
                            <a:schemeClr val="lt1"/>
                          </a:solidFill>
                        </a:rPr>
                        <a:t>Mở bài</a:t>
                      </a:r>
                      <a:endParaRPr b="1" sz="2000">
                        <a:solidFill>
                          <a:schemeClr val="lt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18146"/>
                    </a:solidFill>
                  </a:tcPr>
                </a:tc>
                <a:tc>
                  <a:txBody>
                    <a:bodyPr/>
                    <a:lstStyle/>
                    <a:p>
                      <a:pPr indent="0" lvl="0" marL="0" rtl="0" algn="l">
                        <a:lnSpc>
                          <a:spcPct val="150000"/>
                        </a:lnSpc>
                        <a:spcBef>
                          <a:spcPts val="0"/>
                        </a:spcBef>
                        <a:spcAft>
                          <a:spcPts val="0"/>
                        </a:spcAft>
                        <a:buNone/>
                      </a:pPr>
                      <a:r>
                        <a:rPr lang="en-US" sz="2500"/>
                        <a:t>In recent years, there has been growing concern about [</a:t>
                      </a:r>
                      <a:r>
                        <a:rPr lang="en-US" sz="2500">
                          <a:solidFill>
                            <a:srgbClr val="0000FF"/>
                          </a:solidFill>
                        </a:rPr>
                        <a:t>chủ đề</a:t>
                      </a:r>
                      <a:r>
                        <a:rPr lang="en-US" sz="2500"/>
                        <a:t>]. Some people believe it offers significant advantages while others argue it may also bring certain drawbacks. Despite its disadvantages, I believe the benefits are likely to outweigh the negatives.</a:t>
                      </a:r>
                      <a:endParaRPr sz="2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4E2DB">
                        <a:alpha val="69800"/>
                      </a:srgbClr>
                    </a:solidFill>
                  </a:tcPr>
                </a:tc>
              </a:tr>
              <a:tr h="1520425">
                <a:tc>
                  <a:txBody>
                    <a:bodyPr/>
                    <a:lstStyle/>
                    <a:p>
                      <a:pPr indent="0" lvl="0" marL="0" rtl="0" algn="ctr">
                        <a:lnSpc>
                          <a:spcPct val="200000"/>
                        </a:lnSpc>
                        <a:spcBef>
                          <a:spcPts val="0"/>
                        </a:spcBef>
                        <a:spcAft>
                          <a:spcPts val="0"/>
                        </a:spcAft>
                        <a:buNone/>
                      </a:pPr>
                      <a:r>
                        <a:rPr b="1" lang="en-US" sz="2000">
                          <a:solidFill>
                            <a:schemeClr val="lt1"/>
                          </a:solidFill>
                        </a:rPr>
                        <a:t>Thân bài</a:t>
                      </a:r>
                      <a:endParaRPr b="1" sz="2000">
                        <a:solidFill>
                          <a:schemeClr val="lt1"/>
                        </a:solidFill>
                      </a:endParaRPr>
                    </a:p>
                    <a:p>
                      <a:pPr indent="0" lvl="0" marL="0" rtl="0" algn="ctr">
                        <a:lnSpc>
                          <a:spcPct val="200000"/>
                        </a:lnSpc>
                        <a:spcBef>
                          <a:spcPts val="0"/>
                        </a:spcBef>
                        <a:spcAft>
                          <a:spcPts val="0"/>
                        </a:spcAft>
                        <a:buNone/>
                      </a:pPr>
                      <a:r>
                        <a:rPr b="1" lang="en-US" sz="2000">
                          <a:solidFill>
                            <a:schemeClr val="lt1"/>
                          </a:solidFill>
                        </a:rPr>
                        <a:t>A</a:t>
                      </a:r>
                      <a:endParaRPr b="1" sz="2000">
                        <a:solidFill>
                          <a:schemeClr val="lt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18146"/>
                    </a:solidFill>
                  </a:tcPr>
                </a:tc>
                <a:tc>
                  <a:txBody>
                    <a:bodyPr/>
                    <a:lstStyle/>
                    <a:p>
                      <a:pPr indent="0" lvl="0" marL="0" rtl="0" algn="l">
                        <a:lnSpc>
                          <a:spcPct val="150000"/>
                        </a:lnSpc>
                        <a:spcBef>
                          <a:spcPts val="0"/>
                        </a:spcBef>
                        <a:spcAft>
                          <a:spcPts val="0"/>
                        </a:spcAft>
                        <a:buNone/>
                      </a:pPr>
                      <a:r>
                        <a:rPr lang="en-US" sz="2500"/>
                        <a:t>On the one hand, [</a:t>
                      </a:r>
                      <a:r>
                        <a:rPr lang="en-US" sz="2500">
                          <a:solidFill>
                            <a:srgbClr val="0000FF"/>
                          </a:solidFill>
                        </a:rPr>
                        <a:t>chủ đề</a:t>
                      </a:r>
                      <a:r>
                        <a:rPr lang="en-US" sz="2500"/>
                        <a:t>] can be seen as negative for a number of reasons. The most significant is that [</a:t>
                      </a:r>
                      <a:r>
                        <a:rPr lang="en-US" sz="2500">
                          <a:solidFill>
                            <a:srgbClr val="0000FF"/>
                          </a:solidFill>
                        </a:rPr>
                        <a:t>disadvantage 1</a:t>
                      </a:r>
                      <a:r>
                        <a:rPr lang="en-US" sz="2500"/>
                        <a:t>], which [</a:t>
                      </a:r>
                      <a:r>
                        <a:rPr lang="en-US" sz="2500">
                          <a:solidFill>
                            <a:srgbClr val="0000FF"/>
                          </a:solidFill>
                        </a:rPr>
                        <a:t>lập luận, phát triển lý</a:t>
                      </a:r>
                      <a:r>
                        <a:rPr lang="en-US" sz="2500"/>
                        <a:t>]. Another negative impact is [</a:t>
                      </a:r>
                      <a:r>
                        <a:rPr lang="en-US" sz="2500">
                          <a:solidFill>
                            <a:srgbClr val="0000FF"/>
                          </a:solidFill>
                        </a:rPr>
                        <a:t>disadvantage</a:t>
                      </a:r>
                      <a:r>
                        <a:rPr lang="en-US" sz="2500">
                          <a:solidFill>
                            <a:srgbClr val="0000FF"/>
                          </a:solidFill>
                        </a:rPr>
                        <a:t> 2</a:t>
                      </a:r>
                      <a:r>
                        <a:rPr lang="en-US" sz="2500"/>
                        <a:t>], as it [</a:t>
                      </a:r>
                      <a:r>
                        <a:rPr lang="en-US" sz="2500">
                          <a:solidFill>
                            <a:srgbClr val="0000FF"/>
                          </a:solidFill>
                        </a:rPr>
                        <a:t>lập luận, phát triển lý</a:t>
                      </a:r>
                      <a:r>
                        <a:rPr lang="en-US" sz="2500"/>
                        <a:t>].</a:t>
                      </a:r>
                      <a:endParaRPr sz="2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239550">
                <a:tc>
                  <a:txBody>
                    <a:bodyPr/>
                    <a:lstStyle/>
                    <a:p>
                      <a:pPr indent="0" lvl="0" marL="0" rtl="0" algn="ctr">
                        <a:lnSpc>
                          <a:spcPct val="200000"/>
                        </a:lnSpc>
                        <a:spcBef>
                          <a:spcPts val="0"/>
                        </a:spcBef>
                        <a:spcAft>
                          <a:spcPts val="0"/>
                        </a:spcAft>
                        <a:buNone/>
                      </a:pPr>
                      <a:r>
                        <a:rPr b="1" lang="en-US" sz="2000">
                          <a:solidFill>
                            <a:schemeClr val="lt1"/>
                          </a:solidFill>
                        </a:rPr>
                        <a:t>Thân bài</a:t>
                      </a:r>
                      <a:endParaRPr b="1" sz="2000">
                        <a:solidFill>
                          <a:schemeClr val="lt1"/>
                        </a:solidFill>
                      </a:endParaRPr>
                    </a:p>
                    <a:p>
                      <a:pPr indent="0" lvl="0" marL="0" rtl="0" algn="ctr">
                        <a:lnSpc>
                          <a:spcPct val="200000"/>
                        </a:lnSpc>
                        <a:spcBef>
                          <a:spcPts val="0"/>
                        </a:spcBef>
                        <a:spcAft>
                          <a:spcPts val="0"/>
                        </a:spcAft>
                        <a:buNone/>
                      </a:pPr>
                      <a:r>
                        <a:rPr b="1" lang="en-US" sz="2000">
                          <a:solidFill>
                            <a:schemeClr val="lt1"/>
                          </a:solidFill>
                        </a:rPr>
                        <a:t>B</a:t>
                      </a:r>
                      <a:endParaRPr b="1" sz="2000">
                        <a:solidFill>
                          <a:schemeClr val="lt1"/>
                        </a:solidFill>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18146"/>
                    </a:solidFill>
                  </a:tcPr>
                </a:tc>
                <a:tc>
                  <a:txBody>
                    <a:bodyPr/>
                    <a:lstStyle/>
                    <a:p>
                      <a:pPr indent="0" lvl="0" marL="0" rtl="0" algn="l">
                        <a:lnSpc>
                          <a:spcPct val="150000"/>
                        </a:lnSpc>
                        <a:spcBef>
                          <a:spcPts val="0"/>
                        </a:spcBef>
                        <a:spcAft>
                          <a:spcPts val="0"/>
                        </a:spcAft>
                        <a:buNone/>
                      </a:pPr>
                      <a:r>
                        <a:rPr lang="en-US" sz="2500"/>
                        <a:t>On the other hand, despite its disadvantages, I strongly believe there are more advantages. One of the most significant benefits is that [</a:t>
                      </a:r>
                      <a:r>
                        <a:rPr lang="en-US" sz="2500">
                          <a:solidFill>
                            <a:srgbClr val="0000FF"/>
                          </a:solidFill>
                        </a:rPr>
                        <a:t>advantage 1</a:t>
                      </a:r>
                      <a:r>
                        <a:rPr lang="en-US" sz="2500"/>
                        <a:t>], which [</a:t>
                      </a:r>
                      <a:r>
                        <a:rPr lang="en-US" sz="2500">
                          <a:solidFill>
                            <a:srgbClr val="0000FF"/>
                          </a:solidFill>
                        </a:rPr>
                        <a:t>lập luận, phát triển lý</a:t>
                      </a:r>
                      <a:r>
                        <a:rPr lang="en-US" sz="2500"/>
                        <a:t>]. Another positive impact is that [</a:t>
                      </a:r>
                      <a:r>
                        <a:rPr lang="en-US" sz="2500">
                          <a:solidFill>
                            <a:srgbClr val="0000FF"/>
                          </a:solidFill>
                        </a:rPr>
                        <a:t>advantage</a:t>
                      </a:r>
                      <a:r>
                        <a:rPr lang="en-US" sz="2500">
                          <a:solidFill>
                            <a:srgbClr val="0000FF"/>
                          </a:solidFill>
                        </a:rPr>
                        <a:t> 2</a:t>
                      </a:r>
                      <a:r>
                        <a:rPr lang="en-US" sz="2500"/>
                        <a:t>], as it [</a:t>
                      </a:r>
                      <a:r>
                        <a:rPr lang="en-US" sz="2500">
                          <a:solidFill>
                            <a:srgbClr val="0000FF"/>
                          </a:solidFill>
                        </a:rPr>
                        <a:t>lập luận, phát triển lý</a:t>
                      </a:r>
                      <a:r>
                        <a:rPr lang="en-US" sz="2500"/>
                        <a:t>]</a:t>
                      </a:r>
                      <a:endParaRPr sz="2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201425">
                <a:tc>
                  <a:txBody>
                    <a:bodyPr/>
                    <a:lstStyle/>
                    <a:p>
                      <a:pPr indent="0" lvl="0" marL="0" rtl="0" algn="ctr">
                        <a:lnSpc>
                          <a:spcPct val="200000"/>
                        </a:lnSpc>
                        <a:spcBef>
                          <a:spcPts val="0"/>
                        </a:spcBef>
                        <a:spcAft>
                          <a:spcPts val="0"/>
                        </a:spcAft>
                        <a:buNone/>
                      </a:pPr>
                      <a:r>
                        <a:rPr b="1" lang="en-US" sz="2000">
                          <a:solidFill>
                            <a:schemeClr val="lt1"/>
                          </a:solidFill>
                        </a:rPr>
                        <a:t>Kết bài</a:t>
                      </a:r>
                      <a:endParaRPr sz="1200"/>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018146"/>
                    </a:solidFill>
                  </a:tcPr>
                </a:tc>
                <a:tc>
                  <a:txBody>
                    <a:bodyPr/>
                    <a:lstStyle/>
                    <a:p>
                      <a:pPr indent="0" lvl="0" marL="0" rtl="0" algn="l">
                        <a:lnSpc>
                          <a:spcPct val="150000"/>
                        </a:lnSpc>
                        <a:spcBef>
                          <a:spcPts val="0"/>
                        </a:spcBef>
                        <a:spcAft>
                          <a:spcPts val="0"/>
                        </a:spcAft>
                        <a:buNone/>
                      </a:pPr>
                      <a:r>
                        <a:rPr lang="en-US" sz="2500"/>
                        <a:t>In conclusion, the above mentioned facts have outlined the benefits and the drawbacks of [</a:t>
                      </a:r>
                      <a:r>
                        <a:rPr lang="en-US" sz="2500">
                          <a:solidFill>
                            <a:srgbClr val="0000FF"/>
                          </a:solidFill>
                        </a:rPr>
                        <a:t>chủ đề</a:t>
                      </a:r>
                      <a:r>
                        <a:rPr lang="en-US" sz="2500"/>
                        <a:t>]. I believe the benefits that result from this are of more importance. People should take advantage of the pros and minimize the cons.</a:t>
                      </a:r>
                      <a:endParaRPr sz="25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E4E2DB">
                        <a:alpha val="69800"/>
                      </a:srgbClr>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59"/>
                                        </p:tgtEl>
                                        <p:attrNameLst>
                                          <p:attrName>style.visibility</p:attrName>
                                        </p:attrNameLst>
                                      </p:cBhvr>
                                      <p:to>
                                        <p:strVal val="visible"/>
                                      </p:to>
                                    </p:set>
                                    <p:anim calcmode="lin" valueType="num">
                                      <p:cBhvr additive="base">
                                        <p:cTn dur="1000"/>
                                        <p:tgtEl>
                                          <p:spTgt spid="859"/>
                                        </p:tgtEl>
                                        <p:attrNameLst>
                                          <p:attrName>ppt_w</p:attrName>
                                        </p:attrNameLst>
                                      </p:cBhvr>
                                      <p:tavLst>
                                        <p:tav fmla="" tm="0">
                                          <p:val>
                                            <p:strVal val="0"/>
                                          </p:val>
                                        </p:tav>
                                        <p:tav fmla="" tm="100000">
                                          <p:val>
                                            <p:strVal val="#ppt_w"/>
                                          </p:val>
                                        </p:tav>
                                      </p:tavLst>
                                    </p:anim>
                                    <p:anim calcmode="lin" valueType="num">
                                      <p:cBhvr additive="base">
                                        <p:cTn dur="1000"/>
                                        <p:tgtEl>
                                          <p:spTgt spid="85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41"/>
          <p:cNvSpPr txBox="1"/>
          <p:nvPr/>
        </p:nvSpPr>
        <p:spPr>
          <a:xfrm>
            <a:off x="6648450" y="256500"/>
            <a:ext cx="4254300" cy="677400"/>
          </a:xfrm>
          <a:prstGeom prst="rect">
            <a:avLst/>
          </a:prstGeom>
          <a:noFill/>
          <a:ln>
            <a:noFill/>
          </a:ln>
        </p:spPr>
        <p:txBody>
          <a:bodyPr anchorCtr="0" anchor="t" bIns="0" lIns="0" spcFirstLastPara="1" rIns="0" wrap="square" tIns="0">
            <a:spAutoFit/>
          </a:bodyPr>
          <a:lstStyle/>
          <a:p>
            <a:pPr indent="0" lvl="0" marL="0" marR="0" rtl="0" algn="l">
              <a:lnSpc>
                <a:spcPct val="162083"/>
              </a:lnSpc>
              <a:spcBef>
                <a:spcPts val="0"/>
              </a:spcBef>
              <a:spcAft>
                <a:spcPts val="0"/>
              </a:spcAft>
              <a:buNone/>
            </a:pPr>
            <a:r>
              <a:rPr lang="en-US" sz="4400">
                <a:solidFill>
                  <a:srgbClr val="018345"/>
                </a:solidFill>
                <a:latin typeface="Montserrat SemiBold"/>
                <a:ea typeface="Montserrat SemiBold"/>
                <a:cs typeface="Montserrat SemiBold"/>
                <a:sym typeface="Montserrat SemiBold"/>
              </a:rPr>
              <a:t>BÀI VIẾT MẪU</a:t>
            </a:r>
            <a:endParaRPr sz="100">
              <a:latin typeface="Montserrat SemiBold"/>
              <a:ea typeface="Montserrat SemiBold"/>
              <a:cs typeface="Montserrat SemiBold"/>
              <a:sym typeface="Montserrat SemiBold"/>
            </a:endParaRPr>
          </a:p>
        </p:txBody>
      </p:sp>
      <p:pic>
        <p:nvPicPr>
          <p:cNvPr id="867" name="Google Shape;867;p41"/>
          <p:cNvPicPr preferRelativeResize="0"/>
          <p:nvPr/>
        </p:nvPicPr>
        <p:blipFill>
          <a:blip r:embed="rId3">
            <a:alphaModFix/>
          </a:blip>
          <a:stretch>
            <a:fillRect/>
          </a:stretch>
        </p:blipFill>
        <p:spPr>
          <a:xfrm>
            <a:off x="16966704" y="0"/>
            <a:ext cx="1190400" cy="1190400"/>
          </a:xfrm>
          <a:prstGeom prst="rect">
            <a:avLst/>
          </a:prstGeom>
          <a:noFill/>
          <a:ln>
            <a:noFill/>
          </a:ln>
        </p:spPr>
      </p:pic>
      <p:sp>
        <p:nvSpPr>
          <p:cNvPr id="868" name="Google Shape;868;p41"/>
          <p:cNvSpPr/>
          <p:nvPr/>
        </p:nvSpPr>
        <p:spPr>
          <a:xfrm>
            <a:off x="901725" y="1108675"/>
            <a:ext cx="16245900" cy="8514600"/>
          </a:xfrm>
          <a:prstGeom prst="roundRect">
            <a:avLst>
              <a:gd fmla="val 16667" name="adj"/>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2200"/>
              <a:t>In recent years, there has been growing concern about the use of new technology in teaching. Some people believe it offers significant advantages, while others argue it may also bring certain drawbacks. Despite its disadvantages, I believe the benefits are likely to outweigh the negatives.</a:t>
            </a:r>
            <a:endParaRPr sz="2200"/>
          </a:p>
          <a:p>
            <a:pPr indent="0" lvl="0" marL="0" rtl="0" algn="l">
              <a:lnSpc>
                <a:spcPct val="115000"/>
              </a:lnSpc>
              <a:spcBef>
                <a:spcPts val="0"/>
              </a:spcBef>
              <a:spcAft>
                <a:spcPts val="0"/>
              </a:spcAft>
              <a:buNone/>
            </a:pPr>
            <a:r>
              <a:t/>
            </a:r>
            <a:endParaRPr sz="2200"/>
          </a:p>
          <a:p>
            <a:pPr indent="0" lvl="0" marL="0" rtl="0" algn="l">
              <a:lnSpc>
                <a:spcPct val="115000"/>
              </a:lnSpc>
              <a:spcBef>
                <a:spcPts val="0"/>
              </a:spcBef>
              <a:spcAft>
                <a:spcPts val="0"/>
              </a:spcAft>
              <a:buNone/>
            </a:pPr>
            <a:r>
              <a:rPr lang="en-US" sz="2200"/>
              <a:t>On the one hand, technology in education can be seen as negative for several reasons. The most significant is that it may lead to over-reliance on digital devices, which reduces students' critical thinking and problem-solving skills. For instance, students may become accustomed to relying on technology for answers, rather than developing independent reasoning skills. Another negative impact is the inequality created by the digital divide. In many regions, not all students have access to the necessary technology or a stable internet connection, leading to an unequal learning environment. Those from underprivileged backgrounds may fall behind, exacerbating social inequalities.</a:t>
            </a:r>
            <a:endParaRPr sz="2200"/>
          </a:p>
          <a:p>
            <a:pPr indent="0" lvl="0" marL="0" rtl="0" algn="l">
              <a:lnSpc>
                <a:spcPct val="115000"/>
              </a:lnSpc>
              <a:spcBef>
                <a:spcPts val="0"/>
              </a:spcBef>
              <a:spcAft>
                <a:spcPts val="0"/>
              </a:spcAft>
              <a:buNone/>
            </a:pPr>
            <a:r>
              <a:t/>
            </a:r>
            <a:endParaRPr sz="2200"/>
          </a:p>
          <a:p>
            <a:pPr indent="0" lvl="0" marL="0" rtl="0" algn="l">
              <a:lnSpc>
                <a:spcPct val="115000"/>
              </a:lnSpc>
              <a:spcBef>
                <a:spcPts val="0"/>
              </a:spcBef>
              <a:spcAft>
                <a:spcPts val="0"/>
              </a:spcAft>
              <a:buNone/>
            </a:pPr>
            <a:r>
              <a:rPr lang="en-US" sz="2200"/>
              <a:t>On the other hand, despite its disadvantages, I strongly believe that technology in education brings more advantages. One of the most significant benefits is that it enhances the learning experience by providing access to a vast array of online resources. These resources, such as e-books, interactive lessons, and educational videos, can supplement traditional learning materials, helping students deepen their understanding of various subjects. Another positive impact is the flexibility it offers. Students can learn at their own pace, review lessons multiple times, and even attend classes remotely, which is especially useful in situations like the COVID-19 pandemic when physical attendance was restricted.</a:t>
            </a:r>
            <a:endParaRPr sz="2200"/>
          </a:p>
          <a:p>
            <a:pPr indent="0" lvl="0" marL="0" rtl="0" algn="l">
              <a:lnSpc>
                <a:spcPct val="115000"/>
              </a:lnSpc>
              <a:spcBef>
                <a:spcPts val="0"/>
              </a:spcBef>
              <a:spcAft>
                <a:spcPts val="0"/>
              </a:spcAft>
              <a:buNone/>
            </a:pPr>
            <a:r>
              <a:t/>
            </a:r>
            <a:endParaRPr sz="2200"/>
          </a:p>
          <a:p>
            <a:pPr indent="0" lvl="0" marL="0" rtl="0" algn="l">
              <a:lnSpc>
                <a:spcPct val="115000"/>
              </a:lnSpc>
              <a:spcBef>
                <a:spcPts val="0"/>
              </a:spcBef>
              <a:spcAft>
                <a:spcPts val="0"/>
              </a:spcAft>
              <a:buNone/>
            </a:pPr>
            <a:r>
              <a:rPr lang="en-US" sz="2200"/>
              <a:t>In conclusion, the above-mentioned facts have outlined the benefits and the drawbacks of using technology in education. I believe that the advantages of increased access to resources and flexible learning far outweigh the concerns about over-reliance and inequality. People should take advantage of the pros and work to minimize the cons.</a:t>
            </a:r>
            <a:endParaRPr sz="2200"/>
          </a:p>
          <a:p>
            <a:pPr indent="0" lvl="0" marL="0" rtl="0" algn="ctr">
              <a:spcBef>
                <a:spcPts val="0"/>
              </a:spcBef>
              <a:spcAft>
                <a:spcPts val="0"/>
              </a:spcAft>
              <a:buNone/>
            </a:pPr>
            <a:r>
              <a:t/>
            </a:r>
            <a:endParaRPr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42"/>
          <p:cNvSpPr/>
          <p:nvPr/>
        </p:nvSpPr>
        <p:spPr>
          <a:xfrm>
            <a:off x="18157088" y="2761613"/>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874" name="Google Shape;874;p42"/>
          <p:cNvSpPr txBox="1"/>
          <p:nvPr/>
        </p:nvSpPr>
        <p:spPr>
          <a:xfrm>
            <a:off x="1147200" y="1384350"/>
            <a:ext cx="15688800" cy="31899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sz="2200"/>
              <a:t>You should spend about 40 minutes on this task.</a:t>
            </a:r>
            <a:endParaRPr b="1" sz="2200"/>
          </a:p>
          <a:p>
            <a:pPr indent="0" lvl="0" marL="0" rtl="0" algn="just">
              <a:lnSpc>
                <a:spcPct val="150000"/>
              </a:lnSpc>
              <a:spcBef>
                <a:spcPts val="1000"/>
              </a:spcBef>
              <a:spcAft>
                <a:spcPts val="0"/>
              </a:spcAft>
              <a:buNone/>
            </a:pPr>
            <a:r>
              <a:rPr lang="en-US" sz="2200"/>
              <a:t>Some people prefer to live in a house, while others think that there are more advantages living in an apartment. </a:t>
            </a:r>
            <a:endParaRPr sz="2200"/>
          </a:p>
          <a:p>
            <a:pPr indent="0" lvl="0" marL="0" rtl="0" algn="just">
              <a:lnSpc>
                <a:spcPct val="150000"/>
              </a:lnSpc>
              <a:spcBef>
                <a:spcPts val="1000"/>
              </a:spcBef>
              <a:spcAft>
                <a:spcPts val="0"/>
              </a:spcAft>
              <a:buNone/>
            </a:pPr>
            <a:r>
              <a:rPr lang="en-US" sz="2200"/>
              <a:t>Are there more advantages than disadvantages to living in a house rather than in an apartment?</a:t>
            </a:r>
            <a:endParaRPr sz="2200"/>
          </a:p>
          <a:p>
            <a:pPr indent="0" lvl="0" marL="0" rtl="0" algn="l">
              <a:spcBef>
                <a:spcPts val="1000"/>
              </a:spcBef>
              <a:spcAft>
                <a:spcPts val="0"/>
              </a:spcAft>
              <a:buNone/>
            </a:pPr>
            <a:r>
              <a:rPr lang="en-US" sz="2200"/>
              <a:t>You should write </a:t>
            </a:r>
            <a:r>
              <a:rPr lang="en-US" sz="2200" u="sng"/>
              <a:t>at least</a:t>
            </a:r>
            <a:r>
              <a:rPr lang="en-US" sz="2200"/>
              <a:t> </a:t>
            </a:r>
            <a:r>
              <a:rPr b="1" lang="en-US" sz="2200"/>
              <a:t>250 words</a:t>
            </a:r>
            <a:r>
              <a:rPr lang="en-US" sz="2200"/>
              <a:t>. Your response will be evaluated in terms of </a:t>
            </a:r>
            <a:r>
              <a:rPr lang="en-US" sz="2200" u="sng"/>
              <a:t>Task fulfilment</a:t>
            </a:r>
            <a:r>
              <a:rPr lang="en-US" sz="2200"/>
              <a:t>, </a:t>
            </a:r>
            <a:r>
              <a:rPr lang="en-US" sz="2200" u="sng"/>
              <a:t>Organization</a:t>
            </a:r>
            <a:r>
              <a:rPr lang="en-US" sz="2200"/>
              <a:t>, </a:t>
            </a:r>
            <a:r>
              <a:rPr lang="en-US" sz="2200" u="sng"/>
              <a:t>Vocabulary </a:t>
            </a:r>
            <a:r>
              <a:rPr lang="en-US" sz="2200"/>
              <a:t>and </a:t>
            </a:r>
            <a:r>
              <a:rPr lang="en-US" sz="2200" u="sng"/>
              <a:t>Grammar</a:t>
            </a:r>
            <a:endParaRPr sz="2200"/>
          </a:p>
        </p:txBody>
      </p:sp>
      <p:sp>
        <p:nvSpPr>
          <p:cNvPr id="875" name="Google Shape;875;p42"/>
          <p:cNvSpPr txBox="1"/>
          <p:nvPr/>
        </p:nvSpPr>
        <p:spPr>
          <a:xfrm>
            <a:off x="1299600" y="232350"/>
            <a:ext cx="6054000" cy="923400"/>
          </a:xfrm>
          <a:prstGeom prst="rect">
            <a:avLst/>
          </a:prstGeom>
          <a:noFill/>
          <a:ln>
            <a:noFill/>
          </a:ln>
        </p:spPr>
        <p:txBody>
          <a:bodyPr anchorCtr="0" anchor="t" bIns="0" lIns="0" spcFirstLastPara="1" rIns="0" wrap="square" tIns="0">
            <a:spAutoFit/>
          </a:bodyPr>
          <a:lstStyle/>
          <a:p>
            <a:pPr indent="0" lvl="0" marL="0" marR="0" rtl="0" algn="ctr">
              <a:lnSpc>
                <a:spcPct val="162083"/>
              </a:lnSpc>
              <a:spcBef>
                <a:spcPts val="0"/>
              </a:spcBef>
              <a:spcAft>
                <a:spcPts val="0"/>
              </a:spcAft>
              <a:buNone/>
            </a:pPr>
            <a:r>
              <a:rPr b="1" lang="en-US" sz="6000">
                <a:solidFill>
                  <a:srgbClr val="018345"/>
                </a:solidFill>
                <a:latin typeface="Montserrat"/>
                <a:ea typeface="Montserrat"/>
                <a:cs typeface="Montserrat"/>
                <a:sym typeface="Montserrat"/>
              </a:rPr>
              <a:t>Thực hành</a:t>
            </a:r>
            <a:endParaRPr/>
          </a:p>
        </p:txBody>
      </p:sp>
      <p:cxnSp>
        <p:nvCxnSpPr>
          <p:cNvPr id="876" name="Google Shape;876;p42"/>
          <p:cNvCxnSpPr/>
          <p:nvPr/>
        </p:nvCxnSpPr>
        <p:spPr>
          <a:xfrm>
            <a:off x="0" y="5551798"/>
            <a:ext cx="4169100" cy="0"/>
          </a:xfrm>
          <a:prstGeom prst="straightConnector1">
            <a:avLst/>
          </a:prstGeom>
          <a:noFill/>
          <a:ln cap="flat" cmpd="sng" w="38100">
            <a:solidFill>
              <a:srgbClr val="FFFFFF"/>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75"/>
                                        </p:tgtEl>
                                        <p:attrNameLst>
                                          <p:attrName>style.visibility</p:attrName>
                                        </p:attrNameLst>
                                      </p:cBhvr>
                                      <p:to>
                                        <p:strVal val="visible"/>
                                      </p:to>
                                    </p:set>
                                    <p:anim calcmode="lin" valueType="num">
                                      <p:cBhvr additive="base">
                                        <p:cTn dur="1000"/>
                                        <p:tgtEl>
                                          <p:spTgt spid="875"/>
                                        </p:tgtEl>
                                        <p:attrNameLst>
                                          <p:attrName>ppt_w</p:attrName>
                                        </p:attrNameLst>
                                      </p:cBhvr>
                                      <p:tavLst>
                                        <p:tav fmla="" tm="0">
                                          <p:val>
                                            <p:strVal val="0"/>
                                          </p:val>
                                        </p:tav>
                                        <p:tav fmla="" tm="100000">
                                          <p:val>
                                            <p:strVal val="#ppt_w"/>
                                          </p:val>
                                        </p:tav>
                                      </p:tavLst>
                                    </p:anim>
                                    <p:anim calcmode="lin" valueType="num">
                                      <p:cBhvr additive="base">
                                        <p:cTn dur="1000"/>
                                        <p:tgtEl>
                                          <p:spTgt spid="87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p43"/>
          <p:cNvSpPr/>
          <p:nvPr/>
        </p:nvSpPr>
        <p:spPr>
          <a:xfrm>
            <a:off x="3779050" y="2679694"/>
            <a:ext cx="10729800" cy="4050600"/>
          </a:xfrm>
          <a:prstGeom prst="roundRect">
            <a:avLst>
              <a:gd fmla="val 10955" name="adj"/>
            </a:avLst>
          </a:prstGeom>
          <a:solidFill>
            <a:schemeClr val="accent2"/>
          </a:solidFill>
          <a:ln cap="flat" cmpd="sng" w="9525">
            <a:solidFill>
              <a:schemeClr val="dk1"/>
            </a:solidFill>
            <a:prstDash val="solid"/>
            <a:round/>
            <a:headEnd len="sm" w="sm" type="none"/>
            <a:tailEnd len="sm" w="sm" type="none"/>
          </a:ln>
          <a:effectLst>
            <a:outerShdw rotWithShape="0" algn="bl" dir="3000000" dist="57150">
              <a:schemeClr val="dk1"/>
            </a:outerShdw>
          </a:effectLst>
        </p:spPr>
        <p:txBody>
          <a:bodyPr anchorCtr="0" anchor="ctr" bIns="182850" lIns="182850" spcFirstLastPara="1" rIns="182850" wrap="square" tIns="182850">
            <a:noAutofit/>
          </a:bodyPr>
          <a:lstStyle/>
          <a:p>
            <a:pPr indent="0" lvl="0" marL="0" marR="0" rtl="0" algn="ctr">
              <a:spcBef>
                <a:spcPts val="0"/>
              </a:spcBef>
              <a:spcAft>
                <a:spcPts val="0"/>
              </a:spcAft>
              <a:buNone/>
            </a:pPr>
            <a:r>
              <a:rPr b="1" i="0" lang="en-US" sz="8800" u="none" cap="none" strike="noStrike">
                <a:solidFill>
                  <a:schemeClr val="dk1"/>
                </a:solidFill>
                <a:latin typeface="Playfair Display"/>
                <a:ea typeface="Playfair Display"/>
                <a:cs typeface="Playfair Display"/>
                <a:sym typeface="Playfair Display"/>
              </a:rPr>
              <a:t>Cảm ơn các bạn</a:t>
            </a:r>
            <a:br>
              <a:rPr b="1" i="0" lang="en-US" sz="8800" u="none" cap="none" strike="noStrike">
                <a:solidFill>
                  <a:schemeClr val="dk1"/>
                </a:solidFill>
                <a:latin typeface="Playfair Display"/>
                <a:ea typeface="Playfair Display"/>
                <a:cs typeface="Playfair Display"/>
                <a:sym typeface="Playfair Display"/>
              </a:rPr>
            </a:br>
            <a:r>
              <a:rPr b="1" i="0" lang="en-US" sz="8800" u="none" cap="none" strike="noStrike">
                <a:solidFill>
                  <a:schemeClr val="dk1"/>
                </a:solidFill>
                <a:latin typeface="Playfair Display"/>
                <a:ea typeface="Playfair Display"/>
                <a:cs typeface="Playfair Display"/>
                <a:sym typeface="Playfair Display"/>
              </a:rPr>
              <a:t>đã chú ý theo dõi</a:t>
            </a:r>
            <a:endParaRPr b="0" i="0" sz="8800" u="none" cap="none" strike="noStrike">
              <a:solidFill>
                <a:srgbClr val="000000"/>
              </a:solidFill>
              <a:latin typeface="Arial"/>
              <a:ea typeface="Arial"/>
              <a:cs typeface="Arial"/>
              <a:sym typeface="Arial"/>
            </a:endParaRPr>
          </a:p>
        </p:txBody>
      </p:sp>
      <p:sp>
        <p:nvSpPr>
          <p:cNvPr id="882" name="Google Shape;882;p43"/>
          <p:cNvSpPr/>
          <p:nvPr/>
        </p:nvSpPr>
        <p:spPr>
          <a:xfrm>
            <a:off x="1145500" y="4947144"/>
            <a:ext cx="1251000" cy="1251000"/>
          </a:xfrm>
          <a:prstGeom prst="star4">
            <a:avLst>
              <a:gd fmla="val 8977" name="adj"/>
            </a:avLst>
          </a:prstGeom>
          <a:solidFill>
            <a:srgbClr val="EB1C24"/>
          </a:solidFill>
          <a:ln>
            <a:noFill/>
          </a:ln>
        </p:spPr>
        <p:txBody>
          <a:bodyPr anchorCtr="0" anchor="ctr" bIns="182850" lIns="182850" spcFirstLastPara="1" rIns="182850" wrap="square" tIns="182850">
            <a:noAutofit/>
          </a:bodyPr>
          <a:lstStyle/>
          <a:p>
            <a:pPr indent="0" lvl="0" marL="0" marR="0" rtl="0" algn="l">
              <a:spcBef>
                <a:spcPts val="0"/>
              </a:spcBef>
              <a:spcAft>
                <a:spcPts val="0"/>
              </a:spcAft>
              <a:buNone/>
            </a:pPr>
            <a:r>
              <a:t/>
            </a:r>
            <a:endParaRPr b="0" i="0" sz="2800" u="none" cap="none" strike="noStrike">
              <a:solidFill>
                <a:srgbClr val="000000"/>
              </a:solidFill>
              <a:latin typeface="Arial"/>
              <a:ea typeface="Arial"/>
              <a:cs typeface="Arial"/>
              <a:sym typeface="Arial"/>
            </a:endParaRPr>
          </a:p>
        </p:txBody>
      </p:sp>
      <p:sp>
        <p:nvSpPr>
          <p:cNvPr id="883" name="Google Shape;883;p43"/>
          <p:cNvSpPr/>
          <p:nvPr/>
        </p:nvSpPr>
        <p:spPr>
          <a:xfrm>
            <a:off x="13651638" y="630657"/>
            <a:ext cx="1251000" cy="1251000"/>
          </a:xfrm>
          <a:prstGeom prst="star4">
            <a:avLst>
              <a:gd fmla="val 8977" name="adj"/>
            </a:avLst>
          </a:prstGeom>
          <a:solidFill>
            <a:srgbClr val="018146"/>
          </a:solidFill>
          <a:ln>
            <a:noFill/>
          </a:ln>
        </p:spPr>
        <p:txBody>
          <a:bodyPr anchorCtr="0" anchor="ctr" bIns="182850" lIns="182850" spcFirstLastPara="1" rIns="182850" wrap="square" tIns="182850">
            <a:noAutofit/>
          </a:bodyPr>
          <a:lstStyle/>
          <a:p>
            <a:pPr indent="0" lvl="0" marL="0" marR="0" rtl="0" algn="l">
              <a:spcBef>
                <a:spcPts val="0"/>
              </a:spcBef>
              <a:spcAft>
                <a:spcPts val="0"/>
              </a:spcAft>
              <a:buNone/>
            </a:pPr>
            <a:r>
              <a:t/>
            </a:r>
            <a:endParaRPr b="0" i="0" sz="2800" u="none" cap="none" strike="noStrike">
              <a:solidFill>
                <a:srgbClr val="000000"/>
              </a:solidFill>
              <a:latin typeface="Arial"/>
              <a:ea typeface="Arial"/>
              <a:cs typeface="Arial"/>
              <a:sym typeface="Arial"/>
            </a:endParaRPr>
          </a:p>
        </p:txBody>
      </p:sp>
      <p:grpSp>
        <p:nvGrpSpPr>
          <p:cNvPr id="884" name="Google Shape;884;p43"/>
          <p:cNvGrpSpPr/>
          <p:nvPr/>
        </p:nvGrpSpPr>
        <p:grpSpPr>
          <a:xfrm>
            <a:off x="4071722" y="6554536"/>
            <a:ext cx="10723086" cy="1947334"/>
            <a:chOff x="4936626" y="6458344"/>
            <a:chExt cx="8993614" cy="1633258"/>
          </a:xfrm>
        </p:grpSpPr>
        <p:sp>
          <p:nvSpPr>
            <p:cNvPr id="885" name="Google Shape;885;p43"/>
            <p:cNvSpPr/>
            <p:nvPr/>
          </p:nvSpPr>
          <p:spPr>
            <a:xfrm>
              <a:off x="4936626" y="6458344"/>
              <a:ext cx="8415000" cy="1065600"/>
            </a:xfrm>
            <a:prstGeom prst="roundRect">
              <a:avLst>
                <a:gd fmla="val 28819" name="adj"/>
              </a:avLst>
            </a:prstGeom>
            <a:solidFill>
              <a:srgbClr val="EB1C24"/>
            </a:solidFill>
            <a:ln cap="flat" cmpd="sng" w="9525">
              <a:solidFill>
                <a:schemeClr val="dk1"/>
              </a:solidFill>
              <a:prstDash val="solid"/>
              <a:round/>
              <a:headEnd len="sm" w="sm" type="none"/>
              <a:tailEnd len="sm" w="sm" type="none"/>
            </a:ln>
            <a:effectLst>
              <a:outerShdw rotWithShape="0" algn="bl" dir="3000000" dist="57150">
                <a:schemeClr val="dk1"/>
              </a:outerShdw>
            </a:effectLst>
          </p:spPr>
          <p:txBody>
            <a:bodyPr anchorCtr="0" anchor="ctr" bIns="182850" lIns="182850" spcFirstLastPara="1" rIns="182850" wrap="square" tIns="182850">
              <a:noAutofit/>
            </a:bodyPr>
            <a:lstStyle/>
            <a:p>
              <a:pPr indent="0" lvl="0" marL="0" marR="0" rtl="0" algn="ctr">
                <a:spcBef>
                  <a:spcPts val="0"/>
                </a:spcBef>
                <a:spcAft>
                  <a:spcPts val="0"/>
                </a:spcAft>
                <a:buNone/>
              </a:pPr>
              <a:r>
                <a:rPr b="1" i="0" lang="en-US" sz="3600" u="none" cap="none" strike="noStrike">
                  <a:solidFill>
                    <a:schemeClr val="accent2"/>
                  </a:solidFill>
                  <a:latin typeface="Roboto"/>
                  <a:ea typeface="Roboto"/>
                  <a:cs typeface="Roboto"/>
                  <a:sym typeface="Roboto"/>
                </a:rPr>
                <a:t>Hẹn gặp lại các bạn ở những bài học tiếp theo</a:t>
              </a:r>
              <a:endParaRPr/>
            </a:p>
          </p:txBody>
        </p:sp>
        <p:grpSp>
          <p:nvGrpSpPr>
            <p:cNvPr id="886" name="Google Shape;886;p43"/>
            <p:cNvGrpSpPr/>
            <p:nvPr/>
          </p:nvGrpSpPr>
          <p:grpSpPr>
            <a:xfrm>
              <a:off x="13106520" y="7236776"/>
              <a:ext cx="823720" cy="854826"/>
              <a:chOff x="4954288" y="3041460"/>
              <a:chExt cx="490368" cy="508886"/>
            </a:xfrm>
          </p:grpSpPr>
          <p:sp>
            <p:nvSpPr>
              <p:cNvPr id="887" name="Google Shape;887;p43"/>
              <p:cNvSpPr/>
              <p:nvPr/>
            </p:nvSpPr>
            <p:spPr>
              <a:xfrm>
                <a:off x="4954288" y="3041460"/>
                <a:ext cx="490368" cy="508886"/>
              </a:xfrm>
              <a:custGeom>
                <a:rect b="b" l="l" r="r" t="t"/>
                <a:pathLst>
                  <a:path extrusionOk="0" h="100471" w="96815">
                    <a:moveTo>
                      <a:pt x="13561" y="0"/>
                    </a:moveTo>
                    <a:lnTo>
                      <a:pt x="12618" y="118"/>
                    </a:lnTo>
                    <a:lnTo>
                      <a:pt x="11674" y="236"/>
                    </a:lnTo>
                    <a:lnTo>
                      <a:pt x="10731" y="590"/>
                    </a:lnTo>
                    <a:lnTo>
                      <a:pt x="9906" y="944"/>
                    </a:lnTo>
                    <a:lnTo>
                      <a:pt x="9080" y="1415"/>
                    </a:lnTo>
                    <a:lnTo>
                      <a:pt x="8255" y="1887"/>
                    </a:lnTo>
                    <a:lnTo>
                      <a:pt x="7547" y="2477"/>
                    </a:lnTo>
                    <a:lnTo>
                      <a:pt x="6840" y="3184"/>
                    </a:lnTo>
                    <a:lnTo>
                      <a:pt x="6250" y="3892"/>
                    </a:lnTo>
                    <a:lnTo>
                      <a:pt x="5778" y="4717"/>
                    </a:lnTo>
                    <a:lnTo>
                      <a:pt x="5307" y="5425"/>
                    </a:lnTo>
                    <a:lnTo>
                      <a:pt x="4953" y="6368"/>
                    </a:lnTo>
                    <a:lnTo>
                      <a:pt x="4717" y="7194"/>
                    </a:lnTo>
                    <a:lnTo>
                      <a:pt x="4599" y="8137"/>
                    </a:lnTo>
                    <a:lnTo>
                      <a:pt x="4481" y="8962"/>
                    </a:lnTo>
                    <a:lnTo>
                      <a:pt x="4481" y="9906"/>
                    </a:lnTo>
                    <a:lnTo>
                      <a:pt x="4481" y="10849"/>
                    </a:lnTo>
                    <a:lnTo>
                      <a:pt x="4717" y="11793"/>
                    </a:lnTo>
                    <a:lnTo>
                      <a:pt x="4953" y="12736"/>
                    </a:lnTo>
                    <a:lnTo>
                      <a:pt x="5307" y="13561"/>
                    </a:lnTo>
                    <a:lnTo>
                      <a:pt x="26886" y="59198"/>
                    </a:lnTo>
                    <a:lnTo>
                      <a:pt x="10495" y="57429"/>
                    </a:lnTo>
                    <a:lnTo>
                      <a:pt x="10377" y="57429"/>
                    </a:lnTo>
                    <a:lnTo>
                      <a:pt x="9198" y="57311"/>
                    </a:lnTo>
                    <a:lnTo>
                      <a:pt x="7901" y="57429"/>
                    </a:lnTo>
                    <a:lnTo>
                      <a:pt x="6604" y="57783"/>
                    </a:lnTo>
                    <a:lnTo>
                      <a:pt x="5424" y="58254"/>
                    </a:lnTo>
                    <a:lnTo>
                      <a:pt x="4599" y="58726"/>
                    </a:lnTo>
                    <a:lnTo>
                      <a:pt x="3774" y="59198"/>
                    </a:lnTo>
                    <a:lnTo>
                      <a:pt x="3066" y="59905"/>
                    </a:lnTo>
                    <a:lnTo>
                      <a:pt x="2358" y="60495"/>
                    </a:lnTo>
                    <a:lnTo>
                      <a:pt x="1887" y="61202"/>
                    </a:lnTo>
                    <a:lnTo>
                      <a:pt x="1297" y="62028"/>
                    </a:lnTo>
                    <a:lnTo>
                      <a:pt x="943" y="62853"/>
                    </a:lnTo>
                    <a:lnTo>
                      <a:pt x="590" y="63679"/>
                    </a:lnTo>
                    <a:lnTo>
                      <a:pt x="236" y="64504"/>
                    </a:lnTo>
                    <a:lnTo>
                      <a:pt x="118" y="65448"/>
                    </a:lnTo>
                    <a:lnTo>
                      <a:pt x="0" y="66273"/>
                    </a:lnTo>
                    <a:lnTo>
                      <a:pt x="0" y="67217"/>
                    </a:lnTo>
                    <a:lnTo>
                      <a:pt x="118" y="68160"/>
                    </a:lnTo>
                    <a:lnTo>
                      <a:pt x="236" y="69103"/>
                    </a:lnTo>
                    <a:lnTo>
                      <a:pt x="472" y="70047"/>
                    </a:lnTo>
                    <a:lnTo>
                      <a:pt x="943" y="70872"/>
                    </a:lnTo>
                    <a:lnTo>
                      <a:pt x="1533" y="72169"/>
                    </a:lnTo>
                    <a:lnTo>
                      <a:pt x="2358" y="73231"/>
                    </a:lnTo>
                    <a:lnTo>
                      <a:pt x="3302" y="74174"/>
                    </a:lnTo>
                    <a:lnTo>
                      <a:pt x="4481" y="74882"/>
                    </a:lnTo>
                    <a:lnTo>
                      <a:pt x="39033" y="97051"/>
                    </a:lnTo>
                    <a:lnTo>
                      <a:pt x="40212" y="97759"/>
                    </a:lnTo>
                    <a:lnTo>
                      <a:pt x="41391" y="98348"/>
                    </a:lnTo>
                    <a:lnTo>
                      <a:pt x="42688" y="98938"/>
                    </a:lnTo>
                    <a:lnTo>
                      <a:pt x="43985" y="99410"/>
                    </a:lnTo>
                    <a:lnTo>
                      <a:pt x="45282" y="99763"/>
                    </a:lnTo>
                    <a:lnTo>
                      <a:pt x="46580" y="99999"/>
                    </a:lnTo>
                    <a:lnTo>
                      <a:pt x="47877" y="100235"/>
                    </a:lnTo>
                    <a:lnTo>
                      <a:pt x="49174" y="100353"/>
                    </a:lnTo>
                    <a:lnTo>
                      <a:pt x="50471" y="100471"/>
                    </a:lnTo>
                    <a:lnTo>
                      <a:pt x="51886" y="100353"/>
                    </a:lnTo>
                    <a:lnTo>
                      <a:pt x="53183" y="100235"/>
                    </a:lnTo>
                    <a:lnTo>
                      <a:pt x="54480" y="99999"/>
                    </a:lnTo>
                    <a:lnTo>
                      <a:pt x="55896" y="99763"/>
                    </a:lnTo>
                    <a:lnTo>
                      <a:pt x="57193" y="99410"/>
                    </a:lnTo>
                    <a:lnTo>
                      <a:pt x="58490" y="98938"/>
                    </a:lnTo>
                    <a:lnTo>
                      <a:pt x="59669" y="98348"/>
                    </a:lnTo>
                    <a:lnTo>
                      <a:pt x="84551" y="86556"/>
                    </a:lnTo>
                    <a:lnTo>
                      <a:pt x="86556" y="85495"/>
                    </a:lnTo>
                    <a:lnTo>
                      <a:pt x="88324" y="84315"/>
                    </a:lnTo>
                    <a:lnTo>
                      <a:pt x="89857" y="83018"/>
                    </a:lnTo>
                    <a:lnTo>
                      <a:pt x="91390" y="81485"/>
                    </a:lnTo>
                    <a:lnTo>
                      <a:pt x="92688" y="79834"/>
                    </a:lnTo>
                    <a:lnTo>
                      <a:pt x="93867" y="78183"/>
                    </a:lnTo>
                    <a:lnTo>
                      <a:pt x="94810" y="76297"/>
                    </a:lnTo>
                    <a:lnTo>
                      <a:pt x="95518" y="74410"/>
                    </a:lnTo>
                    <a:lnTo>
                      <a:pt x="96225" y="72523"/>
                    </a:lnTo>
                    <a:lnTo>
                      <a:pt x="96579" y="70518"/>
                    </a:lnTo>
                    <a:lnTo>
                      <a:pt x="96815" y="68396"/>
                    </a:lnTo>
                    <a:lnTo>
                      <a:pt x="96815" y="66391"/>
                    </a:lnTo>
                    <a:lnTo>
                      <a:pt x="96579" y="64269"/>
                    </a:lnTo>
                    <a:lnTo>
                      <a:pt x="96225" y="62146"/>
                    </a:lnTo>
                    <a:lnTo>
                      <a:pt x="95636" y="60141"/>
                    </a:lnTo>
                    <a:lnTo>
                      <a:pt x="94810" y="58136"/>
                    </a:lnTo>
                    <a:lnTo>
                      <a:pt x="77476" y="21580"/>
                    </a:lnTo>
                    <a:lnTo>
                      <a:pt x="77004" y="20637"/>
                    </a:lnTo>
                    <a:lnTo>
                      <a:pt x="76532" y="19929"/>
                    </a:lnTo>
                    <a:lnTo>
                      <a:pt x="75943" y="19222"/>
                    </a:lnTo>
                    <a:lnTo>
                      <a:pt x="75235" y="18514"/>
                    </a:lnTo>
                    <a:lnTo>
                      <a:pt x="74527" y="17925"/>
                    </a:lnTo>
                    <a:lnTo>
                      <a:pt x="73702" y="17453"/>
                    </a:lnTo>
                    <a:lnTo>
                      <a:pt x="72994" y="16981"/>
                    </a:lnTo>
                    <a:lnTo>
                      <a:pt x="72051" y="16627"/>
                    </a:lnTo>
                    <a:lnTo>
                      <a:pt x="71226" y="16392"/>
                    </a:lnTo>
                    <a:lnTo>
                      <a:pt x="70282" y="16274"/>
                    </a:lnTo>
                    <a:lnTo>
                      <a:pt x="69457" y="16156"/>
                    </a:lnTo>
                    <a:lnTo>
                      <a:pt x="67570" y="16156"/>
                    </a:lnTo>
                    <a:lnTo>
                      <a:pt x="66627" y="16392"/>
                    </a:lnTo>
                    <a:lnTo>
                      <a:pt x="65683" y="16627"/>
                    </a:lnTo>
                    <a:lnTo>
                      <a:pt x="64858" y="16981"/>
                    </a:lnTo>
                    <a:lnTo>
                      <a:pt x="63561" y="17689"/>
                    </a:lnTo>
                    <a:lnTo>
                      <a:pt x="62499" y="18632"/>
                    </a:lnTo>
                    <a:lnTo>
                      <a:pt x="61556" y="19576"/>
                    </a:lnTo>
                    <a:lnTo>
                      <a:pt x="60730" y="20755"/>
                    </a:lnTo>
                    <a:lnTo>
                      <a:pt x="59669" y="19811"/>
                    </a:lnTo>
                    <a:lnTo>
                      <a:pt x="58372" y="18986"/>
                    </a:lnTo>
                    <a:lnTo>
                      <a:pt x="57075" y="18396"/>
                    </a:lnTo>
                    <a:lnTo>
                      <a:pt x="55660" y="18043"/>
                    </a:lnTo>
                    <a:lnTo>
                      <a:pt x="54245" y="17925"/>
                    </a:lnTo>
                    <a:lnTo>
                      <a:pt x="52830" y="17925"/>
                    </a:lnTo>
                    <a:lnTo>
                      <a:pt x="51297" y="18278"/>
                    </a:lnTo>
                    <a:lnTo>
                      <a:pt x="49881" y="18868"/>
                    </a:lnTo>
                    <a:lnTo>
                      <a:pt x="48702" y="19576"/>
                    </a:lnTo>
                    <a:lnTo>
                      <a:pt x="47523" y="20401"/>
                    </a:lnTo>
                    <a:lnTo>
                      <a:pt x="46580" y="21462"/>
                    </a:lnTo>
                    <a:lnTo>
                      <a:pt x="45754" y="22524"/>
                    </a:lnTo>
                    <a:lnTo>
                      <a:pt x="44693" y="21580"/>
                    </a:lnTo>
                    <a:lnTo>
                      <a:pt x="43514" y="20873"/>
                    </a:lnTo>
                    <a:lnTo>
                      <a:pt x="42099" y="20283"/>
                    </a:lnTo>
                    <a:lnTo>
                      <a:pt x="40801" y="19811"/>
                    </a:lnTo>
                    <a:lnTo>
                      <a:pt x="39268" y="19693"/>
                    </a:lnTo>
                    <a:lnTo>
                      <a:pt x="37853" y="19811"/>
                    </a:lnTo>
                    <a:lnTo>
                      <a:pt x="36438" y="20047"/>
                    </a:lnTo>
                    <a:lnTo>
                      <a:pt x="35023" y="20637"/>
                    </a:lnTo>
                    <a:lnTo>
                      <a:pt x="33844" y="21226"/>
                    </a:lnTo>
                    <a:lnTo>
                      <a:pt x="32901" y="21934"/>
                    </a:lnTo>
                    <a:lnTo>
                      <a:pt x="31957" y="22877"/>
                    </a:lnTo>
                    <a:lnTo>
                      <a:pt x="31250" y="23821"/>
                    </a:lnTo>
                    <a:lnTo>
                      <a:pt x="22523" y="5425"/>
                    </a:lnTo>
                    <a:lnTo>
                      <a:pt x="22052" y="4599"/>
                    </a:lnTo>
                    <a:lnTo>
                      <a:pt x="21580" y="3774"/>
                    </a:lnTo>
                    <a:lnTo>
                      <a:pt x="20990" y="3066"/>
                    </a:lnTo>
                    <a:lnTo>
                      <a:pt x="20283" y="2477"/>
                    </a:lnTo>
                    <a:lnTo>
                      <a:pt x="19575" y="1887"/>
                    </a:lnTo>
                    <a:lnTo>
                      <a:pt x="18750" y="1297"/>
                    </a:lnTo>
                    <a:lnTo>
                      <a:pt x="18042" y="944"/>
                    </a:lnTo>
                    <a:lnTo>
                      <a:pt x="17099" y="590"/>
                    </a:lnTo>
                    <a:lnTo>
                      <a:pt x="16273" y="354"/>
                    </a:lnTo>
                    <a:lnTo>
                      <a:pt x="15330" y="118"/>
                    </a:lnTo>
                    <a:lnTo>
                      <a:pt x="14505" y="0"/>
                    </a:lnTo>
                    <a:close/>
                  </a:path>
                </a:pathLst>
              </a:custGeom>
              <a:solidFill>
                <a:schemeClr val="accent2"/>
              </a:solidFill>
              <a:ln cap="flat" cmpd="sng" w="9525">
                <a:solidFill>
                  <a:schemeClr val="dk1"/>
                </a:solidFill>
                <a:prstDash val="solid"/>
                <a:round/>
                <a:headEnd len="sm" w="sm" type="none"/>
                <a:tailEnd len="sm" w="sm" type="none"/>
              </a:ln>
              <a:effectLst>
                <a:outerShdw rotWithShape="0" algn="bl" dir="3000000" dist="38100">
                  <a:schemeClr val="dk1"/>
                </a:outerShdw>
              </a:effectLst>
            </p:spPr>
            <p:txBody>
              <a:bodyPr anchorCtr="0" anchor="ctr" bIns="182850" lIns="182850" spcFirstLastPara="1" rIns="182850" wrap="square" tIns="182850">
                <a:noAutofit/>
              </a:bodyPr>
              <a:lstStyle/>
              <a:p>
                <a:pPr indent="0" lvl="0" marL="0" marR="0" rtl="0" algn="l">
                  <a:spcBef>
                    <a:spcPts val="0"/>
                  </a:spcBef>
                  <a:spcAft>
                    <a:spcPts val="0"/>
                  </a:spcAft>
                  <a:buNone/>
                </a:pPr>
                <a:r>
                  <a:t/>
                </a:r>
                <a:endParaRPr b="0" i="0" sz="2800" u="none" cap="none" strike="noStrike">
                  <a:solidFill>
                    <a:srgbClr val="000000"/>
                  </a:solidFill>
                  <a:latin typeface="Arial"/>
                  <a:ea typeface="Arial"/>
                  <a:cs typeface="Arial"/>
                  <a:sym typeface="Arial"/>
                </a:endParaRPr>
              </a:p>
            </p:txBody>
          </p:sp>
          <p:cxnSp>
            <p:nvCxnSpPr>
              <p:cNvPr id="888" name="Google Shape;888;p43"/>
              <p:cNvCxnSpPr/>
              <p:nvPr/>
            </p:nvCxnSpPr>
            <p:spPr>
              <a:xfrm>
                <a:off x="5110175" y="3157550"/>
                <a:ext cx="63600" cy="141000"/>
              </a:xfrm>
              <a:prstGeom prst="straightConnector1">
                <a:avLst/>
              </a:prstGeom>
              <a:noFill/>
              <a:ln cap="rnd" cmpd="sng" w="9525">
                <a:solidFill>
                  <a:schemeClr val="dk1"/>
                </a:solidFill>
                <a:prstDash val="solid"/>
                <a:round/>
                <a:headEnd len="sm" w="sm" type="none"/>
                <a:tailEnd len="sm" w="sm" type="none"/>
              </a:ln>
            </p:spPr>
          </p:cxnSp>
          <p:cxnSp>
            <p:nvCxnSpPr>
              <p:cNvPr id="889" name="Google Shape;889;p43"/>
              <p:cNvCxnSpPr/>
              <p:nvPr/>
            </p:nvCxnSpPr>
            <p:spPr>
              <a:xfrm>
                <a:off x="5186375" y="3157550"/>
                <a:ext cx="47100" cy="105000"/>
              </a:xfrm>
              <a:prstGeom prst="straightConnector1">
                <a:avLst/>
              </a:prstGeom>
              <a:noFill/>
              <a:ln cap="rnd" cmpd="sng" w="9525">
                <a:solidFill>
                  <a:schemeClr val="dk1"/>
                </a:solidFill>
                <a:prstDash val="solid"/>
                <a:round/>
                <a:headEnd len="sm" w="sm" type="none"/>
                <a:tailEnd len="sm" w="sm" type="none"/>
              </a:ln>
            </p:spPr>
          </p:cxnSp>
          <p:cxnSp>
            <p:nvCxnSpPr>
              <p:cNvPr id="890" name="Google Shape;890;p43"/>
              <p:cNvCxnSpPr/>
              <p:nvPr/>
            </p:nvCxnSpPr>
            <p:spPr>
              <a:xfrm>
                <a:off x="5259003" y="3144450"/>
                <a:ext cx="39600" cy="89700"/>
              </a:xfrm>
              <a:prstGeom prst="straightConnector1">
                <a:avLst/>
              </a:prstGeom>
              <a:noFill/>
              <a:ln cap="rnd" cmpd="sng" w="9525">
                <a:solidFill>
                  <a:schemeClr val="dk1"/>
                </a:solidFill>
                <a:prstDash val="solid"/>
                <a:round/>
                <a:headEnd len="sm" w="sm" type="none"/>
                <a:tailEnd len="sm" w="sm" type="none"/>
              </a:ln>
            </p:spPr>
          </p:cxnSp>
        </p:grpSp>
      </p:grpSp>
      <p:pic>
        <p:nvPicPr>
          <p:cNvPr descr="Logo" id="891" name="Google Shape;891;p43"/>
          <p:cNvPicPr preferRelativeResize="0"/>
          <p:nvPr/>
        </p:nvPicPr>
        <p:blipFill rotWithShape="1">
          <a:blip r:embed="rId3">
            <a:alphaModFix/>
          </a:blip>
          <a:srcRect b="0" l="0" r="0" t="0"/>
          <a:stretch/>
        </p:blipFill>
        <p:spPr>
          <a:xfrm>
            <a:off x="7308278" y="1408434"/>
            <a:ext cx="3671343" cy="94644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ustom 30">
      <a:dk1>
        <a:srgbClr val="414041"/>
      </a:dk1>
      <a:lt1>
        <a:srgbClr val="FFFFFF"/>
      </a:lt1>
      <a:dk2>
        <a:srgbClr val="018146"/>
      </a:dk2>
      <a:lt2>
        <a:srgbClr val="EB1C24"/>
      </a:lt2>
      <a:accent1>
        <a:srgbClr val="5B9BD5"/>
      </a:accent1>
      <a:accent2>
        <a:srgbClr val="DE6927"/>
      </a:accent2>
      <a:accent3>
        <a:srgbClr val="A5A5A5"/>
      </a:accent3>
      <a:accent4>
        <a:srgbClr val="FCB94C"/>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US National Online Learning Day by Slidesgo">
  <a:themeElements>
    <a:clrScheme name="Simple Light">
      <a:dk1>
        <a:srgbClr val="292929"/>
      </a:dk1>
      <a:lt1>
        <a:srgbClr val="4B77B7"/>
      </a:lt1>
      <a:dk2>
        <a:srgbClr val="F6F4EE"/>
      </a:dk2>
      <a:lt2>
        <a:srgbClr val="FFCF3B"/>
      </a:lt2>
      <a:accent1>
        <a:srgbClr val="F181B0"/>
      </a:accent1>
      <a:accent2>
        <a:srgbClr val="FFFFFF"/>
      </a:accent2>
      <a:accent3>
        <a:srgbClr val="E4E2DB"/>
      </a:accent3>
      <a:accent4>
        <a:srgbClr val="E54D31"/>
      </a:accent4>
      <a:accent5>
        <a:srgbClr val="FFFFFF"/>
      </a:accent5>
      <a:accent6>
        <a:srgbClr val="FFFFFF"/>
      </a:accent6>
      <a:hlink>
        <a:srgbClr val="29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