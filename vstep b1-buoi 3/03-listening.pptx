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 id="2147483684" r:id="rId2"/>
    <p:sldMasterId id="2147483685" r:id="rId3"/>
  </p:sldMasterIdLst>
  <p:notesMasterIdLst>
    <p:notesMasterId r:id="rId4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2" r:id="rId39"/>
  </p:sldIdLst>
  <p:sldSz cx="18288000" cy="10288588"/>
  <p:notesSz cx="7004050" cy="9290050"/>
  <p:embeddedFontLst>
    <p:embeddedFont>
      <p:font typeface="EB Garamond ExtraBold" pitchFamily="2" charset="0"/>
      <p:bold r:id="rId41"/>
      <p:italic r:id="rId42"/>
      <p:boldItalic r:id="rId43"/>
    </p:embeddedFont>
    <p:embeddedFont>
      <p:font typeface="Lexend" pitchFamily="2" charset="77"/>
      <p:regular r:id="rId44"/>
      <p:bold r:id="rId45"/>
    </p:embeddedFont>
    <p:embeddedFont>
      <p:font typeface="Montserrat" pitchFamily="2" charset="77"/>
      <p:regular r:id="rId46"/>
      <p:bold r:id="rId47"/>
      <p:italic r:id="rId48"/>
      <p:boldItalic r:id="rId49"/>
    </p:embeddedFont>
    <p:embeddedFont>
      <p:font typeface="Montserrat ExtraBold" pitchFamily="2" charset="77"/>
      <p:bold r:id="rId50"/>
      <p:italic r:id="rId51"/>
      <p:boldItalic r:id="rId52"/>
    </p:embeddedFont>
    <p:embeddedFont>
      <p:font typeface="Playfair Display" pitchFamily="2" charset="77"/>
      <p:regular r:id="rId53"/>
      <p:bold r:id="rId54"/>
      <p:italic r:id="rId55"/>
      <p:boldItalic r:id="rId56"/>
    </p:embeddedFont>
    <p:embeddedFont>
      <p:font typeface="Public Sans Black" pitchFamily="2" charset="77"/>
      <p:bold r:id="rId57"/>
      <p:italic r:id="rId58"/>
      <p:boldItalic r:id="rId59"/>
    </p:embeddedFont>
    <p:embeddedFont>
      <p:font typeface="Roboto" panose="02000000000000000000" pitchFamily="2" charset="0"/>
      <p:regular r:id="rId60"/>
      <p:bold r:id="rId61"/>
      <p:italic r:id="rId62"/>
      <p:boldItalic r:id="rId63"/>
    </p:embeddedFont>
    <p:embeddedFont>
      <p:font typeface="Roboto Black" panose="02000000000000000000" pitchFamily="2" charset="0"/>
      <p:bold r:id="rId64"/>
      <p:italic r:id="rId65"/>
      <p:boldItalic r:id="rId66"/>
    </p:embeddedFont>
    <p:embeddedFont>
      <p:font typeface="Roboto Medium" panose="020F0502020204030204" pitchFamily="34"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241">
          <p15:clr>
            <a:srgbClr val="A4A3A4"/>
          </p15:clr>
        </p15:guide>
        <p15:guide id="2" pos="331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68"/>
  </p:normalViewPr>
  <p:slideViewPr>
    <p:cSldViewPr snapToGrid="0">
      <p:cViewPr varScale="1">
        <p:scale>
          <a:sx n="67" d="100"/>
          <a:sy n="67" d="100"/>
        </p:scale>
        <p:origin x="912" y="192"/>
      </p:cViewPr>
      <p:guideLst>
        <p:guide orient="horz" pos="3241"/>
        <p:guide pos="331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font" Target="fonts/font2.fntdata"/><Relationship Id="rId47" Type="http://schemas.openxmlformats.org/officeDocument/2006/relationships/font" Target="fonts/font7.fntdata"/><Relationship Id="rId63" Type="http://schemas.openxmlformats.org/officeDocument/2006/relationships/font" Target="fonts/font23.fntdata"/><Relationship Id="rId68" Type="http://schemas.openxmlformats.org/officeDocument/2006/relationships/font" Target="fonts/font28.fntdata"/><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font" Target="fonts/font18.fntdata"/><Relationship Id="rId66" Type="http://schemas.openxmlformats.org/officeDocument/2006/relationships/font" Target="fonts/font26.fntdata"/><Relationship Id="rId74"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font" Target="fonts/font21.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font" Target="fonts/font16.fntdata"/><Relationship Id="rId64" Type="http://schemas.openxmlformats.org/officeDocument/2006/relationships/font" Target="fonts/font24.fntdata"/><Relationship Id="rId69" Type="http://schemas.openxmlformats.org/officeDocument/2006/relationships/font" Target="fonts/font29.fntdata"/><Relationship Id="rId8" Type="http://schemas.openxmlformats.org/officeDocument/2006/relationships/slide" Target="slides/slide5.xml"/><Relationship Id="rId51" Type="http://schemas.openxmlformats.org/officeDocument/2006/relationships/font" Target="fonts/font11.fntdata"/><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6.fntdata"/><Relationship Id="rId59" Type="http://schemas.openxmlformats.org/officeDocument/2006/relationships/font" Target="fonts/font19.fntdata"/><Relationship Id="rId67" Type="http://schemas.openxmlformats.org/officeDocument/2006/relationships/font" Target="fonts/font27.fntdata"/><Relationship Id="rId20" Type="http://schemas.openxmlformats.org/officeDocument/2006/relationships/slide" Target="slides/slide17.xml"/><Relationship Id="rId41" Type="http://schemas.openxmlformats.org/officeDocument/2006/relationships/font" Target="fonts/font1.fntdata"/><Relationship Id="rId54" Type="http://schemas.openxmlformats.org/officeDocument/2006/relationships/font" Target="fonts/font14.fntdata"/><Relationship Id="rId62" Type="http://schemas.openxmlformats.org/officeDocument/2006/relationships/font" Target="fonts/font22.fntdata"/><Relationship Id="rId70" Type="http://schemas.openxmlformats.org/officeDocument/2006/relationships/font" Target="fonts/font30.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9.fntdata"/><Relationship Id="rId57" Type="http://schemas.openxmlformats.org/officeDocument/2006/relationships/font" Target="fonts/font17.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font" Target="fonts/font4.fntdata"/><Relationship Id="rId52" Type="http://schemas.openxmlformats.org/officeDocument/2006/relationships/font" Target="fonts/font12.fntdata"/><Relationship Id="rId60" Type="http://schemas.openxmlformats.org/officeDocument/2006/relationships/font" Target="fonts/font20.fntdata"/><Relationship Id="rId65" Type="http://schemas.openxmlformats.org/officeDocument/2006/relationships/font" Target="fonts/font25.fntdata"/><Relationship Id="rId7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font" Target="fonts/font10.fntdata"/><Relationship Id="rId55" Type="http://schemas.openxmlformats.org/officeDocument/2006/relationships/font" Target="fonts/font15.fntdata"/><Relationship Id="rId7" Type="http://schemas.openxmlformats.org/officeDocument/2006/relationships/slide" Target="slides/slide4.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5088" cy="466116"/>
          </a:xfrm>
          <a:prstGeom prst="rect">
            <a:avLst/>
          </a:prstGeom>
          <a:noFill/>
          <a:ln>
            <a:noFill/>
          </a:ln>
        </p:spPr>
        <p:txBody>
          <a:bodyPr spcFirstLastPara="1" wrap="square" lIns="93100" tIns="46550" rIns="93100" bIns="4655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67341" y="0"/>
            <a:ext cx="3035088" cy="466116"/>
          </a:xfrm>
          <a:prstGeom prst="rect">
            <a:avLst/>
          </a:prstGeom>
          <a:noFill/>
          <a:ln>
            <a:noFill/>
          </a:ln>
        </p:spPr>
        <p:txBody>
          <a:bodyPr spcFirstLastPara="1" wrap="square" lIns="93100" tIns="46550" rIns="93100" bIns="4655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4375" y="1160463"/>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0405" y="4470837"/>
            <a:ext cx="5603240" cy="3657957"/>
          </a:xfrm>
          <a:prstGeom prst="rect">
            <a:avLst/>
          </a:prstGeom>
          <a:noFill/>
          <a:ln>
            <a:noFill/>
          </a:ln>
        </p:spPr>
        <p:txBody>
          <a:bodyPr spcFirstLastPara="1" wrap="square" lIns="93100" tIns="46550" rIns="93100" bIns="465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3936"/>
            <a:ext cx="3035088" cy="466115"/>
          </a:xfrm>
          <a:prstGeom prst="rect">
            <a:avLst/>
          </a:prstGeom>
          <a:noFill/>
          <a:ln>
            <a:noFill/>
          </a:ln>
        </p:spPr>
        <p:txBody>
          <a:bodyPr spcFirstLastPara="1" wrap="square" lIns="93100" tIns="46550" rIns="93100" bIns="4655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7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67341" y="8823936"/>
            <a:ext cx="3035088" cy="466115"/>
          </a:xfrm>
          <a:prstGeom prst="rect">
            <a:avLst/>
          </a:prstGeom>
          <a:noFill/>
          <a:ln>
            <a:noFill/>
          </a:ln>
        </p:spPr>
        <p:txBody>
          <a:bodyPr spcFirstLastPara="1" wrap="square" lIns="93100" tIns="46550" rIns="93100" bIns="4655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rive.google.com/file/d/1qaO_xBY802Dg7etgFadgPlcdZlRcptaI/view?usp=sharing"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docs.google.com/document/d/1NRNF5x75ka0c7Pu9q08GIR1TZR8tnNmu9G7-rRLjLTU/edit"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rive.google.com/file/d/1fF0rSwKFtdF8Ldqhy43jcOztKv4FQlVz/view"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docs.google.com/document/d/1NRNF5x75ka0c7Pu9q08GIR1TZR8tnNmu9G7-rRLjLTU/edit"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rive.google.com/file/d/1ryHtvsdV55dm9hL_hKs8o2N2U2lAx58_/view"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docs.google.com/document/d/1NRNF5x75ka0c7Pu9q08GIR1TZR8tnNmu9G7-rRLjLTU/edit"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rive.google.com/file/d/1ZmQS2cph8vwbRJqJ5TyHCFgBny9i8FM1/view?usp=sharing"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docs.google.com/document/d/1NRNF5x75ka0c7Pu9q08GIR1TZR8tnNmu9G7-rRLjLTU/edit"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rive.google.com/file/d/1WCAhw1j2uWFLiPTCcsZj66EmuExhDYlf/view?usp=sharing"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drive.google.com/file/d/1bHd4D4KdtlkhGMBb_g8wdcBx_rRjCOZM/view?usp=sharing" TargetMode="External"/><Relationship Id="rId5" Type="http://schemas.openxmlformats.org/officeDocument/2006/relationships/hyperlink" Target="https://drive.google.com/file/d/10hQwuxpWXx4AwiKXOb7GyzAbzKasf2pV/view?usp=sharing" TargetMode="External"/><Relationship Id="rId4" Type="http://schemas.openxmlformats.org/officeDocument/2006/relationships/hyperlink" Target="https://drive.google.com/file/d/1jx8BOAZJaUhZOJmQC6Ui5CgWjpJAUu8V/view?usp=sharing"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rive.google.com/file/d/1WCAhw1j2uWFLiPTCcsZj66EmuExhDYlf/view?usp=sharing"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drive.google.com/file/d/1bHd4D4KdtlkhGMBb_g8wdcBx_rRjCOZM/view?usp=sharing" TargetMode="External"/><Relationship Id="rId5" Type="http://schemas.openxmlformats.org/officeDocument/2006/relationships/hyperlink" Target="https://drive.google.com/file/d/199-qXpYRtHQcNu3VrtxjuxGdpWxf6TRa/view?usp=sharing" TargetMode="External"/><Relationship Id="rId4" Type="http://schemas.openxmlformats.org/officeDocument/2006/relationships/hyperlink" Target="https://drive.google.com/file/d/1upK87QdAhLZdyK5c8Q74y3LiaYYmju02/view?usp=sharing"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ocs.google.com/document/d/1ZRcgLjvqHtDwVZ4lz8ZJFaEzVFezrZ8aihtDPtGHPak/edit"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rive.google.com/file/d/1QCb0GCcG5hThW8wbeFXEWhu0LsUYufsW/view?usp=sharing"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drive.google.com/file/d/1-tF98CIh5d1X31I5MivIaotuyG5ZHGkK/view?usp=sharing"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drive.google.com/file/d/15RBkgsklOesH9DfoB3yMwZgSsNbEoy86/view?usp=sharing"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drive.google.com/file/d/1QbKygF0WJHqFdCjy3gAJhgZjxf88m-tW/view?usp=sharing"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docs.google.com/document/d/1ZRcgLjvqHtDwVZ4lz8ZJFaEzVFezrZ8aihtDPtGHPak/edit"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drive.google.com/file/d/1kdUjO4Spht7mmEZU-IMgWGNZkfL8ZxKO/view?usp=sharing"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drive.google.com/file/d/1kdUjO4Spht7mmEZU-IMgWGNZkfL8ZxKO/view?usp=sharing"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drive.google.com/file/d/1hkX_K2G1KlzwbFUmmCoaOZhpG4AWjnt9/view?usp=sharing"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drive.google.com/file/d/1hkX_K2G1KlzwbFUmmCoaOZhpG4AWjnt9/view?usp=sharing"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docs.google.com/document/d/1ZRcgLjvqHtDwVZ4lz8ZJFaEzVFezrZ8aihtDPtGHPak/edit"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drive.google.com/file/d/1dlPHFRq0IKYytz4FkppbXX1MRv1N-9Vq/view?usp=sharing"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drive.google.com/file/d/1YkdHD8yq19G5n6LoTzjNk6kzDOCVZVp9/view?usp=sharing"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drive.google.com/file/d/1YkdHD8yq19G5n6LoTzjNk6kzDOCVZVp9/view?usp=sharing"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drive.google.com/file/d/18eiNNcaQDbbxFX-29UAYr6zZUpXqjEkt/view?usp=sharing"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drive.google.com/file/d/17-Sp58-lu0kLy7YkSSZfr4xJ-YCHgNxm/view?usp=sharing"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drive.google.com/file/d/15KS4GnFgpbAQOPNVUbHOoTibivghaQ7f/view?usp=sharing"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drive.google.com/file/d/15KS4GnFgpbAQOPNVUbHOoTibivghaQ7f/view?usp=sharing"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300ff3db6fa_0_26:notes"/>
          <p:cNvSpPr txBox="1">
            <a:spLocks noGrp="1"/>
          </p:cNvSpPr>
          <p:nvPr>
            <p:ph type="body" idx="1"/>
          </p:nvPr>
        </p:nvSpPr>
        <p:spPr>
          <a:xfrm>
            <a:off x="700405" y="4412774"/>
            <a:ext cx="5603100" cy="4180500"/>
          </a:xfrm>
          <a:prstGeom prst="rect">
            <a:avLst/>
          </a:prstGeom>
          <a:noFill/>
          <a:ln>
            <a:noFill/>
          </a:ln>
        </p:spPr>
        <p:txBody>
          <a:bodyPr spcFirstLastPara="1" wrap="square" lIns="93200" tIns="93200" rIns="93200" bIns="93200" anchor="t" anchorCtr="0">
            <a:noAutofit/>
          </a:bodyPr>
          <a:lstStyle/>
          <a:p>
            <a:pPr marL="469900" lvl="0" indent="-330200" algn="l" rtl="0">
              <a:spcBef>
                <a:spcPts val="0"/>
              </a:spcBef>
              <a:spcAft>
                <a:spcPts val="0"/>
              </a:spcAft>
              <a:buClr>
                <a:schemeClr val="dk1"/>
              </a:buClr>
              <a:buSzPts val="1400"/>
              <a:buAutoNum type="arabicPeriod"/>
            </a:pPr>
            <a:endParaRPr dirty="0"/>
          </a:p>
        </p:txBody>
      </p:sp>
      <p:sp>
        <p:nvSpPr>
          <p:cNvPr id="783" name="Google Shape;783;g300ff3db6fa_0_26:notes"/>
          <p:cNvSpPr>
            <a:spLocks noGrp="1" noRot="1" noChangeAspect="1"/>
          </p:cNvSpPr>
          <p:nvPr>
            <p:ph type="sldImg" idx="2"/>
          </p:nvPr>
        </p:nvSpPr>
        <p:spPr>
          <a:xfrm>
            <a:off x="407988" y="696913"/>
            <a:ext cx="6189662" cy="34829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3:notes"/>
          <p:cNvSpPr txBox="1">
            <a:spLocks noGrp="1"/>
          </p:cNvSpPr>
          <p:nvPr>
            <p:ph type="body" idx="1"/>
          </p:nvPr>
        </p:nvSpPr>
        <p:spPr>
          <a:xfrm>
            <a:off x="700405" y="4470837"/>
            <a:ext cx="5603100" cy="36579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794" name="Google Shape;794;p3:notes"/>
          <p:cNvSpPr>
            <a:spLocks noGrp="1" noRot="1" noChangeAspect="1"/>
          </p:cNvSpPr>
          <p:nvPr>
            <p:ph type="sldImg" idx="2"/>
          </p:nvPr>
        </p:nvSpPr>
        <p:spPr>
          <a:xfrm>
            <a:off x="714375" y="1160463"/>
            <a:ext cx="5575300" cy="3136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f7ac4e6486_0_212: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801" name="Google Shape;801;g2f7ac4e6486_0_212: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2f7b9ba5233_0_11: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837" name="Google Shape;837;g2f7b9ba5233_0_11: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f7ac4e6486_0_30: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860" name="Google Shape;860;g2f7ac4e6486_0_30: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f7ac4e6486_0_107: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903" name="Google Shape;903;g2f7ac4e6486_0_107: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2eefd46d416_0_23: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931" name="Google Shape;931;g2eefd46d416_0_23: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2eefd46d416_1_0: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a:p>
            <a:pPr marL="457200" lvl="0" indent="-317500" algn="l" rtl="0">
              <a:spcBef>
                <a:spcPts val="0"/>
              </a:spcBef>
              <a:spcAft>
                <a:spcPts val="0"/>
              </a:spcAft>
              <a:buSzPts val="1400"/>
              <a:buAutoNum type="arabicPeriod"/>
            </a:pPr>
            <a:r>
              <a:rPr lang="en-US"/>
              <a:t>Giáo viên phân tích ngữ cảnh của câu hỏi và gợi ý cho học viên dự đoán tình huống ở mỗi lựa chọn A, B, C, D</a:t>
            </a:r>
            <a:endParaRPr/>
          </a:p>
          <a:p>
            <a:pPr marL="457200" lvl="0" indent="-317500" algn="l" rtl="0">
              <a:spcBef>
                <a:spcPts val="0"/>
              </a:spcBef>
              <a:spcAft>
                <a:spcPts val="0"/>
              </a:spcAft>
              <a:buSzPts val="1400"/>
              <a:buAutoNum type="arabicPeriod"/>
            </a:pPr>
            <a:r>
              <a:rPr lang="en-US"/>
              <a:t>Có thể tải file nghe </a:t>
            </a:r>
            <a:r>
              <a:rPr lang="en-US" u="sng">
                <a:solidFill>
                  <a:schemeClr val="hlink"/>
                </a:solidFill>
                <a:hlinkClick r:id="rId3"/>
              </a:rPr>
              <a:t>tại đây</a:t>
            </a:r>
            <a:r>
              <a:rPr lang="en-US"/>
              <a:t> nếu không bật được audio ở slide</a:t>
            </a:r>
            <a:endParaRPr/>
          </a:p>
          <a:p>
            <a:pPr marL="457200" lvl="0" indent="-317500" algn="l" rtl="0">
              <a:spcBef>
                <a:spcPts val="0"/>
              </a:spcBef>
              <a:spcAft>
                <a:spcPts val="0"/>
              </a:spcAft>
              <a:buSzPts val="1400"/>
              <a:buAutoNum type="arabicPeriod"/>
            </a:pPr>
            <a:r>
              <a:rPr lang="en-US"/>
              <a:t>Giáo viên yêu cầu học viên take note khi nghe</a:t>
            </a:r>
            <a:endParaRPr/>
          </a:p>
          <a:p>
            <a:pPr marL="457200" lvl="0" indent="-317500" algn="l" rtl="0">
              <a:spcBef>
                <a:spcPts val="0"/>
              </a:spcBef>
              <a:spcAft>
                <a:spcPts val="0"/>
              </a:spcAft>
              <a:buSzPts val="1400"/>
              <a:buAutoNum type="arabicPeriod"/>
            </a:pPr>
            <a:r>
              <a:rPr lang="en-US"/>
              <a:t>Sau khi nghe, giáo viên gợi ý học viên chia sẻ những phần đã take note được, tư duy để loại các đáp án sai và đưa ra lựa chọn cuối cùng</a:t>
            </a:r>
            <a:endParaRPr/>
          </a:p>
          <a:p>
            <a:pPr marL="457200" lvl="0" indent="-317500" algn="l" rtl="0">
              <a:spcBef>
                <a:spcPts val="0"/>
              </a:spcBef>
              <a:spcAft>
                <a:spcPts val="0"/>
              </a:spcAft>
              <a:buSzPts val="1400"/>
              <a:buAutoNum type="arabicPeriod"/>
            </a:pPr>
            <a:r>
              <a:rPr lang="en-US"/>
              <a:t>Giáo viên gửi transcript cho cho học viên đọc và dịch </a:t>
            </a:r>
            <a:r>
              <a:rPr lang="en-US" u="sng">
                <a:solidFill>
                  <a:schemeClr val="hlink"/>
                </a:solidFill>
                <a:hlinkClick r:id="rId4"/>
              </a:rPr>
              <a:t>ở file này</a:t>
            </a:r>
            <a:r>
              <a:rPr lang="en-US"/>
              <a:t>, sau đó hướng dẫn nghe 5 bước để học viên thực hành tại nhà </a:t>
            </a:r>
            <a:endParaRPr/>
          </a:p>
        </p:txBody>
      </p:sp>
      <p:sp>
        <p:nvSpPr>
          <p:cNvPr id="957" name="Google Shape;957;g2eefd46d416_1_0: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2854718ac57_2_0: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Clr>
                <a:schemeClr val="dk1"/>
              </a:buClr>
              <a:buSzPts val="1100"/>
              <a:buFont typeface="Arial"/>
              <a:buNone/>
            </a:pPr>
            <a:endParaRPr/>
          </a:p>
          <a:p>
            <a:pPr marL="457200" lvl="0" indent="-317500" algn="l" rtl="0">
              <a:spcBef>
                <a:spcPts val="0"/>
              </a:spcBef>
              <a:spcAft>
                <a:spcPts val="0"/>
              </a:spcAft>
              <a:buClr>
                <a:schemeClr val="dk1"/>
              </a:buClr>
              <a:buSzPts val="1400"/>
              <a:buAutoNum type="arabicPeriod"/>
            </a:pPr>
            <a:r>
              <a:rPr lang="en-US"/>
              <a:t>Giáo viên phân tích ngữ cảnh của câu hỏi và gợi ý cho học viên dự đoán tình huống ở mỗi lựa chọn A, B, C, D</a:t>
            </a:r>
            <a:endParaRPr/>
          </a:p>
          <a:p>
            <a:pPr marL="457200" lvl="0" indent="-317500" algn="l" rtl="0">
              <a:spcBef>
                <a:spcPts val="0"/>
              </a:spcBef>
              <a:spcAft>
                <a:spcPts val="0"/>
              </a:spcAft>
              <a:buClr>
                <a:schemeClr val="dk1"/>
              </a:buClr>
              <a:buSzPts val="1400"/>
              <a:buAutoNum type="arabicPeriod"/>
            </a:pPr>
            <a:r>
              <a:rPr lang="en-US"/>
              <a:t>Có thể tải file nghe </a:t>
            </a:r>
            <a:r>
              <a:rPr lang="en-US" u="sng">
                <a:solidFill>
                  <a:schemeClr val="hlink"/>
                </a:solidFill>
                <a:hlinkClick r:id="rId3"/>
              </a:rPr>
              <a:t>tại đây</a:t>
            </a:r>
            <a:r>
              <a:rPr lang="en-US"/>
              <a:t> nếu không bật được audio ở slide</a:t>
            </a:r>
            <a:endParaRPr/>
          </a:p>
          <a:p>
            <a:pPr marL="457200" lvl="0" indent="-317500" algn="l" rtl="0">
              <a:spcBef>
                <a:spcPts val="0"/>
              </a:spcBef>
              <a:spcAft>
                <a:spcPts val="0"/>
              </a:spcAft>
              <a:buClr>
                <a:schemeClr val="dk1"/>
              </a:buClr>
              <a:buSzPts val="1400"/>
              <a:buAutoNum type="arabicPeriod"/>
            </a:pPr>
            <a:r>
              <a:rPr lang="en-US"/>
              <a:t>Giáo viên yêu cầu học viên take note khi nghe</a:t>
            </a:r>
            <a:endParaRPr/>
          </a:p>
          <a:p>
            <a:pPr marL="457200" lvl="0" indent="-317500" algn="l" rtl="0">
              <a:spcBef>
                <a:spcPts val="0"/>
              </a:spcBef>
              <a:spcAft>
                <a:spcPts val="0"/>
              </a:spcAft>
              <a:buClr>
                <a:schemeClr val="dk1"/>
              </a:buClr>
              <a:buSzPts val="1400"/>
              <a:buAutoNum type="arabicPeriod"/>
            </a:pPr>
            <a:r>
              <a:rPr lang="en-US"/>
              <a:t>Sau khi nghe, giáo viên gợi ý học viên chia sẻ những phần đã take note được, tư duy để loại các đáp án sai và đưa ra lựa chọn cuối cùng</a:t>
            </a:r>
            <a:endParaRPr/>
          </a:p>
          <a:p>
            <a:pPr marL="457200" lvl="0" indent="-317500" algn="l" rtl="0">
              <a:spcBef>
                <a:spcPts val="0"/>
              </a:spcBef>
              <a:spcAft>
                <a:spcPts val="0"/>
              </a:spcAft>
              <a:buClr>
                <a:schemeClr val="dk1"/>
              </a:buClr>
              <a:buSzPts val="1400"/>
              <a:buAutoNum type="arabicPeriod"/>
            </a:pPr>
            <a:r>
              <a:rPr lang="en-US"/>
              <a:t>Giáo viên gửi transcript cho cho học viên đọc và dịch </a:t>
            </a:r>
            <a:r>
              <a:rPr lang="en-US" u="sng">
                <a:solidFill>
                  <a:schemeClr val="hlink"/>
                </a:solidFill>
                <a:hlinkClick r:id="rId4"/>
              </a:rPr>
              <a:t>ở file này</a:t>
            </a:r>
            <a:r>
              <a:rPr lang="en-US"/>
              <a:t>, sau đó hướng dẫn nghe 5 bước để học viên thực hành tại nhà </a:t>
            </a:r>
            <a:endParaRPr/>
          </a:p>
          <a:p>
            <a:pPr marL="0" lvl="0" indent="0" algn="l" rtl="0">
              <a:spcBef>
                <a:spcPts val="0"/>
              </a:spcBef>
              <a:spcAft>
                <a:spcPts val="0"/>
              </a:spcAft>
              <a:buNone/>
            </a:pPr>
            <a:endParaRPr/>
          </a:p>
        </p:txBody>
      </p:sp>
      <p:sp>
        <p:nvSpPr>
          <p:cNvPr id="996" name="Google Shape;996;g2854718ac57_2_0: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2854718ac57_2_36: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Clr>
                <a:schemeClr val="dk1"/>
              </a:buClr>
              <a:buSzPts val="1100"/>
              <a:buFont typeface="Arial"/>
              <a:buNone/>
            </a:pPr>
            <a:endParaRPr/>
          </a:p>
          <a:p>
            <a:pPr marL="457200" lvl="0" indent="-317500" algn="l" rtl="0">
              <a:spcBef>
                <a:spcPts val="0"/>
              </a:spcBef>
              <a:spcAft>
                <a:spcPts val="0"/>
              </a:spcAft>
              <a:buClr>
                <a:schemeClr val="dk1"/>
              </a:buClr>
              <a:buSzPts val="1400"/>
              <a:buAutoNum type="arabicPeriod"/>
            </a:pPr>
            <a:r>
              <a:rPr lang="en-US"/>
              <a:t>Giáo viên phân tích ngữ cảnh của câu hỏi và gợi ý cho học viên dự đoán tình huống ở mỗi lựa chọn A, B, C, D</a:t>
            </a:r>
            <a:endParaRPr/>
          </a:p>
          <a:p>
            <a:pPr marL="457200" lvl="0" indent="-317500" algn="l" rtl="0">
              <a:spcBef>
                <a:spcPts val="0"/>
              </a:spcBef>
              <a:spcAft>
                <a:spcPts val="0"/>
              </a:spcAft>
              <a:buClr>
                <a:schemeClr val="dk1"/>
              </a:buClr>
              <a:buSzPts val="1400"/>
              <a:buAutoNum type="arabicPeriod"/>
            </a:pPr>
            <a:r>
              <a:rPr lang="en-US"/>
              <a:t>Có thể tải file nghe </a:t>
            </a:r>
            <a:r>
              <a:rPr lang="en-US" u="sng">
                <a:solidFill>
                  <a:schemeClr val="hlink"/>
                </a:solidFill>
                <a:hlinkClick r:id="rId3"/>
              </a:rPr>
              <a:t>tại đây</a:t>
            </a:r>
            <a:r>
              <a:rPr lang="en-US"/>
              <a:t> nếu không bật được audio ở slide</a:t>
            </a:r>
            <a:endParaRPr/>
          </a:p>
          <a:p>
            <a:pPr marL="457200" lvl="0" indent="-317500" algn="l" rtl="0">
              <a:spcBef>
                <a:spcPts val="0"/>
              </a:spcBef>
              <a:spcAft>
                <a:spcPts val="0"/>
              </a:spcAft>
              <a:buClr>
                <a:schemeClr val="dk1"/>
              </a:buClr>
              <a:buSzPts val="1400"/>
              <a:buAutoNum type="arabicPeriod"/>
            </a:pPr>
            <a:r>
              <a:rPr lang="en-US"/>
              <a:t>Giáo viên yêu cầu học viên take note khi nghe</a:t>
            </a:r>
            <a:endParaRPr/>
          </a:p>
          <a:p>
            <a:pPr marL="457200" lvl="0" indent="-317500" algn="l" rtl="0">
              <a:spcBef>
                <a:spcPts val="0"/>
              </a:spcBef>
              <a:spcAft>
                <a:spcPts val="0"/>
              </a:spcAft>
              <a:buClr>
                <a:schemeClr val="dk1"/>
              </a:buClr>
              <a:buSzPts val="1400"/>
              <a:buAutoNum type="arabicPeriod"/>
            </a:pPr>
            <a:r>
              <a:rPr lang="en-US"/>
              <a:t>Sau khi nghe, giáo viên gợi ý học viên chia sẻ những phần đã take note được, tư duy để loại các đáp án sai và đưa ra lựa chọn cuối cùng</a:t>
            </a:r>
            <a:endParaRPr/>
          </a:p>
          <a:p>
            <a:pPr marL="457200" lvl="0" indent="-317500" algn="l" rtl="0">
              <a:spcBef>
                <a:spcPts val="0"/>
              </a:spcBef>
              <a:spcAft>
                <a:spcPts val="0"/>
              </a:spcAft>
              <a:buClr>
                <a:schemeClr val="dk1"/>
              </a:buClr>
              <a:buSzPts val="1400"/>
              <a:buAutoNum type="arabicPeriod"/>
            </a:pPr>
            <a:r>
              <a:rPr lang="en-US"/>
              <a:t>Giáo viên gửi transcript cho cho học viên đọc và dịch </a:t>
            </a:r>
            <a:r>
              <a:rPr lang="en-US" u="sng">
                <a:solidFill>
                  <a:schemeClr val="hlink"/>
                </a:solidFill>
                <a:hlinkClick r:id="rId4"/>
              </a:rPr>
              <a:t>ở file này</a:t>
            </a:r>
            <a:r>
              <a:rPr lang="en-US"/>
              <a:t>, sau đó hướng dẫn nghe 5 bước để học viên thực hành tại nhà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1029" name="Google Shape;1029;g2854718ac57_2_36: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2854718ac57_2_77: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a:p>
            <a:pPr marL="457200" lvl="0" indent="-317500" algn="l" rtl="0">
              <a:spcBef>
                <a:spcPts val="0"/>
              </a:spcBef>
              <a:spcAft>
                <a:spcPts val="0"/>
              </a:spcAft>
              <a:buClr>
                <a:schemeClr val="dk1"/>
              </a:buClr>
              <a:buSzPts val="1400"/>
              <a:buAutoNum type="arabicPeriod"/>
            </a:pPr>
            <a:r>
              <a:rPr lang="en-US"/>
              <a:t>Giáo viên phân tích ngữ cảnh của câu hỏi và gợi ý cho học viên dự đoán tình huống ở mỗi lựa chọn A, B, C, D</a:t>
            </a:r>
            <a:endParaRPr/>
          </a:p>
          <a:p>
            <a:pPr marL="457200" lvl="0" indent="-317500" algn="l" rtl="0">
              <a:spcBef>
                <a:spcPts val="0"/>
              </a:spcBef>
              <a:spcAft>
                <a:spcPts val="0"/>
              </a:spcAft>
              <a:buClr>
                <a:schemeClr val="dk1"/>
              </a:buClr>
              <a:buSzPts val="1400"/>
              <a:buAutoNum type="arabicPeriod"/>
            </a:pPr>
            <a:r>
              <a:rPr lang="en-US"/>
              <a:t>Có thể tải file nghe </a:t>
            </a:r>
            <a:r>
              <a:rPr lang="en-US" u="sng">
                <a:solidFill>
                  <a:schemeClr val="hlink"/>
                </a:solidFill>
                <a:hlinkClick r:id="rId3"/>
              </a:rPr>
              <a:t>tại đây</a:t>
            </a:r>
            <a:r>
              <a:rPr lang="en-US"/>
              <a:t> nếu không bật được audio ở slide</a:t>
            </a:r>
            <a:endParaRPr/>
          </a:p>
          <a:p>
            <a:pPr marL="457200" lvl="0" indent="-317500" algn="l" rtl="0">
              <a:spcBef>
                <a:spcPts val="0"/>
              </a:spcBef>
              <a:spcAft>
                <a:spcPts val="0"/>
              </a:spcAft>
              <a:buClr>
                <a:schemeClr val="dk1"/>
              </a:buClr>
              <a:buSzPts val="1400"/>
              <a:buAutoNum type="arabicPeriod"/>
            </a:pPr>
            <a:r>
              <a:rPr lang="en-US"/>
              <a:t>Giáo viên yêu cầu học viên take note khi nghe</a:t>
            </a:r>
            <a:endParaRPr/>
          </a:p>
          <a:p>
            <a:pPr marL="457200" lvl="0" indent="-317500" algn="l" rtl="0">
              <a:spcBef>
                <a:spcPts val="0"/>
              </a:spcBef>
              <a:spcAft>
                <a:spcPts val="0"/>
              </a:spcAft>
              <a:buClr>
                <a:schemeClr val="dk1"/>
              </a:buClr>
              <a:buSzPts val="1400"/>
              <a:buAutoNum type="arabicPeriod"/>
            </a:pPr>
            <a:r>
              <a:rPr lang="en-US"/>
              <a:t>Sau khi nghe, giáo viên gợi ý học viên chia sẻ những phần đã take note được, tư duy để loại các đáp án sai và đưa ra lựa chọn cuối cùng</a:t>
            </a:r>
            <a:endParaRPr/>
          </a:p>
          <a:p>
            <a:pPr marL="457200" lvl="0" indent="-317500" algn="l" rtl="0">
              <a:spcBef>
                <a:spcPts val="0"/>
              </a:spcBef>
              <a:spcAft>
                <a:spcPts val="0"/>
              </a:spcAft>
              <a:buClr>
                <a:schemeClr val="dk1"/>
              </a:buClr>
              <a:buSzPts val="1400"/>
              <a:buAutoNum type="arabicPeriod"/>
            </a:pPr>
            <a:r>
              <a:rPr lang="en-US"/>
              <a:t>Giáo viên gửi transcript cho cho học viên đọc và dịch </a:t>
            </a:r>
            <a:r>
              <a:rPr lang="en-US" u="sng">
                <a:solidFill>
                  <a:schemeClr val="hlink"/>
                </a:solidFill>
                <a:hlinkClick r:id="rId4"/>
              </a:rPr>
              <a:t>ở file này</a:t>
            </a:r>
            <a:r>
              <a:rPr lang="en-US"/>
              <a:t>, sau đó hướng dẫn nghe 5 bước để học viên thực hành tại nhà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058" name="Google Shape;1058;g2854718ac57_2_77: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g2854718ac57_2_117: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457200" lvl="0" indent="-317500" algn="l" rtl="0">
              <a:spcBef>
                <a:spcPts val="0"/>
              </a:spcBef>
              <a:spcAft>
                <a:spcPts val="0"/>
              </a:spcAft>
              <a:buSzPts val="1400"/>
              <a:buAutoNum type="arabicPeriod"/>
            </a:pPr>
            <a:r>
              <a:rPr lang="en-US"/>
              <a:t>Giáo viên gợi ý để học viên recall chiến lược làm bài</a:t>
            </a:r>
            <a:endParaRPr/>
          </a:p>
          <a:p>
            <a:pPr marL="457200" lvl="0" indent="-317500" algn="l" rtl="0">
              <a:spcBef>
                <a:spcPts val="0"/>
              </a:spcBef>
              <a:spcAft>
                <a:spcPts val="0"/>
              </a:spcAft>
              <a:buSzPts val="1400"/>
              <a:buAutoNum type="arabicPeriod"/>
            </a:pPr>
            <a:r>
              <a:rPr lang="en-US"/>
              <a:t>Giáo viên cho học sinh thực hành từ câu 5 đến 8 theo các bước vừa học ở trên</a:t>
            </a:r>
            <a:endParaRPr/>
          </a:p>
          <a:p>
            <a:pPr marL="457200" lvl="0" indent="-317500" algn="l" rtl="0">
              <a:spcBef>
                <a:spcPts val="0"/>
              </a:spcBef>
              <a:spcAft>
                <a:spcPts val="0"/>
              </a:spcAft>
              <a:buSzPts val="1400"/>
              <a:buAutoNum type="arabicPeriod"/>
            </a:pPr>
            <a:r>
              <a:rPr lang="en-US"/>
              <a:t>Link các file nghe:</a:t>
            </a:r>
            <a:br>
              <a:rPr lang="en-US"/>
            </a:br>
            <a:r>
              <a:rPr lang="en-US"/>
              <a:t>audio 5: </a:t>
            </a:r>
            <a:r>
              <a:rPr lang="en-US" u="sng">
                <a:solidFill>
                  <a:schemeClr val="hlink"/>
                </a:solidFill>
                <a:hlinkClick r:id="rId3"/>
              </a:rPr>
              <a:t>tại đây</a:t>
            </a:r>
            <a:endParaRPr/>
          </a:p>
          <a:p>
            <a:pPr marL="457200" lvl="0" indent="0" algn="l" rtl="0">
              <a:spcBef>
                <a:spcPts val="0"/>
              </a:spcBef>
              <a:spcAft>
                <a:spcPts val="0"/>
              </a:spcAft>
              <a:buNone/>
            </a:pPr>
            <a:r>
              <a:rPr lang="en-US"/>
              <a:t>audio 6: </a:t>
            </a:r>
            <a:r>
              <a:rPr lang="en-US" u="sng">
                <a:solidFill>
                  <a:schemeClr val="hlink"/>
                </a:solidFill>
                <a:hlinkClick r:id="rId4"/>
              </a:rPr>
              <a:t>tại đây</a:t>
            </a:r>
            <a:endParaRPr/>
          </a:p>
          <a:p>
            <a:pPr marL="457200" lvl="0" indent="0" algn="l" rtl="0">
              <a:spcBef>
                <a:spcPts val="0"/>
              </a:spcBef>
              <a:spcAft>
                <a:spcPts val="0"/>
              </a:spcAft>
              <a:buNone/>
            </a:pPr>
            <a:r>
              <a:rPr lang="en-US"/>
              <a:t>audio 7: </a:t>
            </a:r>
            <a:r>
              <a:rPr lang="en-US" u="sng">
                <a:solidFill>
                  <a:schemeClr val="hlink"/>
                </a:solidFill>
                <a:hlinkClick r:id="rId5"/>
              </a:rPr>
              <a:t>tại đây</a:t>
            </a:r>
            <a:endParaRPr/>
          </a:p>
          <a:p>
            <a:pPr marL="457200" lvl="0" indent="0" algn="l" rtl="0">
              <a:spcBef>
                <a:spcPts val="0"/>
              </a:spcBef>
              <a:spcAft>
                <a:spcPts val="0"/>
              </a:spcAft>
              <a:buNone/>
            </a:pPr>
            <a:r>
              <a:rPr lang="en-US"/>
              <a:t>audio 8: </a:t>
            </a:r>
            <a:r>
              <a:rPr lang="en-US" u="sng">
                <a:solidFill>
                  <a:schemeClr val="hlink"/>
                </a:solidFill>
                <a:hlinkClick r:id="rId6"/>
              </a:rPr>
              <a:t>Tại đây</a:t>
            </a:r>
            <a:endParaRPr/>
          </a:p>
        </p:txBody>
      </p:sp>
      <p:sp>
        <p:nvSpPr>
          <p:cNvPr id="1085" name="Google Shape;1085;g2854718ac57_2_117: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2eefd46d416_1_50: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457200" lvl="0" indent="-317500" algn="l" rtl="0">
              <a:spcBef>
                <a:spcPts val="0"/>
              </a:spcBef>
              <a:spcAft>
                <a:spcPts val="0"/>
              </a:spcAft>
              <a:buSzPts val="1400"/>
              <a:buAutoNum type="arabicPeriod"/>
            </a:pPr>
            <a:r>
              <a:rPr lang="en-US"/>
              <a:t>Giáo viên gợi ý để học viên recall chiến lược làm bài</a:t>
            </a:r>
            <a:endParaRPr/>
          </a:p>
          <a:p>
            <a:pPr marL="457200" lvl="0" indent="-317500" algn="l" rtl="0">
              <a:spcBef>
                <a:spcPts val="0"/>
              </a:spcBef>
              <a:spcAft>
                <a:spcPts val="0"/>
              </a:spcAft>
              <a:buSzPts val="1400"/>
              <a:buAutoNum type="arabicPeriod"/>
            </a:pPr>
            <a:r>
              <a:rPr lang="en-US"/>
              <a:t>Giáo viên cho học sinh thực hành từ câu 5 đến 8 theo các bước vừa học ở trên</a:t>
            </a:r>
            <a:endParaRPr/>
          </a:p>
          <a:p>
            <a:pPr marL="457200" lvl="0" indent="-317500" algn="l" rtl="0">
              <a:spcBef>
                <a:spcPts val="0"/>
              </a:spcBef>
              <a:spcAft>
                <a:spcPts val="0"/>
              </a:spcAft>
              <a:buSzPts val="1400"/>
              <a:buAutoNum type="arabicPeriod"/>
            </a:pPr>
            <a:r>
              <a:rPr lang="en-US"/>
              <a:t>Link các file nghe:</a:t>
            </a:r>
            <a:br>
              <a:rPr lang="en-US"/>
            </a:br>
            <a:r>
              <a:rPr lang="en-US"/>
              <a:t>audio 5: </a:t>
            </a:r>
            <a:r>
              <a:rPr lang="en-US" u="sng">
                <a:solidFill>
                  <a:schemeClr val="hlink"/>
                </a:solidFill>
                <a:hlinkClick r:id="rId3"/>
              </a:rPr>
              <a:t>tại đây</a:t>
            </a:r>
            <a:endParaRPr/>
          </a:p>
          <a:p>
            <a:pPr marL="457200" lvl="0" indent="0" algn="l" rtl="0">
              <a:spcBef>
                <a:spcPts val="0"/>
              </a:spcBef>
              <a:spcAft>
                <a:spcPts val="0"/>
              </a:spcAft>
              <a:buNone/>
            </a:pPr>
            <a:r>
              <a:rPr lang="en-US"/>
              <a:t>audio 6: </a:t>
            </a:r>
            <a:r>
              <a:rPr lang="en-US" u="sng">
                <a:solidFill>
                  <a:schemeClr val="hlink"/>
                </a:solidFill>
                <a:hlinkClick r:id="rId4"/>
              </a:rPr>
              <a:t>tại đây</a:t>
            </a:r>
            <a:endParaRPr/>
          </a:p>
          <a:p>
            <a:pPr marL="457200" lvl="0" indent="0" algn="l" rtl="0">
              <a:spcBef>
                <a:spcPts val="0"/>
              </a:spcBef>
              <a:spcAft>
                <a:spcPts val="0"/>
              </a:spcAft>
              <a:buNone/>
            </a:pPr>
            <a:r>
              <a:rPr lang="en-US"/>
              <a:t>audio 7: </a:t>
            </a:r>
            <a:r>
              <a:rPr lang="en-US" u="sng">
                <a:solidFill>
                  <a:schemeClr val="hlink"/>
                </a:solidFill>
                <a:hlinkClick r:id="rId5"/>
              </a:rPr>
              <a:t>tại đây</a:t>
            </a:r>
            <a:endParaRPr/>
          </a:p>
          <a:p>
            <a:pPr marL="457200" lvl="0" indent="0" algn="l" rtl="0">
              <a:spcBef>
                <a:spcPts val="0"/>
              </a:spcBef>
              <a:spcAft>
                <a:spcPts val="0"/>
              </a:spcAft>
              <a:buNone/>
            </a:pPr>
            <a:r>
              <a:rPr lang="en-US"/>
              <a:t>audio 8: </a:t>
            </a:r>
            <a:r>
              <a:rPr lang="en-US" u="sng">
                <a:solidFill>
                  <a:schemeClr val="hlink"/>
                </a:solidFill>
                <a:hlinkClick r:id="rId6"/>
              </a:rPr>
              <a:t>Tại đây</a:t>
            </a:r>
            <a:endParaRPr/>
          </a:p>
        </p:txBody>
      </p:sp>
      <p:sp>
        <p:nvSpPr>
          <p:cNvPr id="1107" name="Google Shape;1107;g2eefd46d416_1_50: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1"/>
        <p:cNvGrpSpPr/>
        <p:nvPr/>
      </p:nvGrpSpPr>
      <p:grpSpPr>
        <a:xfrm>
          <a:off x="0" y="0"/>
          <a:ext cx="0" cy="0"/>
          <a:chOff x="0" y="0"/>
          <a:chExt cx="0" cy="0"/>
        </a:xfrm>
      </p:grpSpPr>
      <p:sp>
        <p:nvSpPr>
          <p:cNvPr id="1132" name="Google Shape;1132;g2fb773c8e67_1_0: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r>
              <a:rPr lang="en-US" u="sng">
                <a:solidFill>
                  <a:schemeClr val="hlink"/>
                </a:solidFill>
                <a:hlinkClick r:id="rId3"/>
              </a:rPr>
              <a:t>https://docs.google.com/document/d/1ZRcgLjvqHtDwVZ4lz8ZJFaEzVFezrZ8aihtDPtGHPak/edit</a:t>
            </a:r>
            <a:r>
              <a:rPr lang="en-US"/>
              <a:t> </a:t>
            </a:r>
            <a:endParaRPr/>
          </a:p>
        </p:txBody>
      </p:sp>
      <p:sp>
        <p:nvSpPr>
          <p:cNvPr id="1133" name="Google Shape;1133;g2fb773c8e67_1_0: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3"/>
        <p:cNvGrpSpPr/>
        <p:nvPr/>
      </p:nvGrpSpPr>
      <p:grpSpPr>
        <a:xfrm>
          <a:off x="0" y="0"/>
          <a:ext cx="0" cy="0"/>
          <a:chOff x="0" y="0"/>
          <a:chExt cx="0" cy="0"/>
        </a:xfrm>
      </p:grpSpPr>
      <p:sp>
        <p:nvSpPr>
          <p:cNvPr id="1154" name="Google Shape;1154;g2dd1df9a8dc_6_0: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r>
              <a:rPr lang="en-US" u="sng">
                <a:solidFill>
                  <a:schemeClr val="hlink"/>
                </a:solidFill>
                <a:hlinkClick r:id="rId3"/>
              </a:rPr>
              <a:t>https://drive.google.com/file/d/1QCb0GCcG5hThW8wbeFXEWhu0LsUYufsW/view?usp=sharing</a:t>
            </a:r>
            <a:r>
              <a:rPr lang="en-US"/>
              <a:t> </a:t>
            </a:r>
            <a:endParaRPr/>
          </a:p>
        </p:txBody>
      </p:sp>
      <p:sp>
        <p:nvSpPr>
          <p:cNvPr id="1155" name="Google Shape;1155;g2dd1df9a8dc_6_0: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1"/>
        <p:cNvGrpSpPr/>
        <p:nvPr/>
      </p:nvGrpSpPr>
      <p:grpSpPr>
        <a:xfrm>
          <a:off x="0" y="0"/>
          <a:ext cx="0" cy="0"/>
          <a:chOff x="0" y="0"/>
          <a:chExt cx="0" cy="0"/>
        </a:xfrm>
      </p:grpSpPr>
      <p:sp>
        <p:nvSpPr>
          <p:cNvPr id="1192" name="Google Shape;1192;g2dd1df9a8dc_6_37: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1193" name="Google Shape;1193;g2dd1df9a8dc_6_37: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2"/>
        <p:cNvGrpSpPr/>
        <p:nvPr/>
      </p:nvGrpSpPr>
      <p:grpSpPr>
        <a:xfrm>
          <a:off x="0" y="0"/>
          <a:ext cx="0" cy="0"/>
          <a:chOff x="0" y="0"/>
          <a:chExt cx="0" cy="0"/>
        </a:xfrm>
      </p:grpSpPr>
      <p:sp>
        <p:nvSpPr>
          <p:cNvPr id="1233" name="Google Shape;1233;g2fb773c8e67_3_20: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r>
              <a:rPr lang="en-US" u="sng">
                <a:solidFill>
                  <a:schemeClr val="hlink"/>
                </a:solidFill>
                <a:hlinkClick r:id="rId3"/>
              </a:rPr>
              <a:t>https://drive.google.com/file/d/1-tF98CIh5d1X31I5MivIaotuyG5ZHGkK/view?usp=sharing</a:t>
            </a:r>
            <a:r>
              <a:rPr lang="en-US"/>
              <a:t> </a:t>
            </a:r>
            <a:endParaRPr/>
          </a:p>
        </p:txBody>
      </p:sp>
      <p:sp>
        <p:nvSpPr>
          <p:cNvPr id="1234" name="Google Shape;1234;g2fb773c8e67_3_20: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5"/>
        <p:cNvGrpSpPr/>
        <p:nvPr/>
      </p:nvGrpSpPr>
      <p:grpSpPr>
        <a:xfrm>
          <a:off x="0" y="0"/>
          <a:ext cx="0" cy="0"/>
          <a:chOff x="0" y="0"/>
          <a:chExt cx="0" cy="0"/>
        </a:xfrm>
      </p:grpSpPr>
      <p:sp>
        <p:nvSpPr>
          <p:cNvPr id="1266" name="Google Shape;1266;g2fb773c8e67_3_71: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r>
              <a:rPr lang="en-US" u="sng">
                <a:solidFill>
                  <a:schemeClr val="hlink"/>
                </a:solidFill>
                <a:hlinkClick r:id="rId3"/>
              </a:rPr>
              <a:t>https://drive.google.com/file/d/15RBkgsklOesH9DfoB3yMwZgSsNbEoy86/view?usp=sharing</a:t>
            </a:r>
            <a:r>
              <a:rPr lang="en-US"/>
              <a:t> </a:t>
            </a:r>
            <a:endParaRPr/>
          </a:p>
        </p:txBody>
      </p:sp>
      <p:sp>
        <p:nvSpPr>
          <p:cNvPr id="1267" name="Google Shape;1267;g2fb773c8e67_3_71: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3"/>
        <p:cNvGrpSpPr/>
        <p:nvPr/>
      </p:nvGrpSpPr>
      <p:grpSpPr>
        <a:xfrm>
          <a:off x="0" y="0"/>
          <a:ext cx="0" cy="0"/>
          <a:chOff x="0" y="0"/>
          <a:chExt cx="0" cy="0"/>
        </a:xfrm>
      </p:grpSpPr>
      <p:sp>
        <p:nvSpPr>
          <p:cNvPr id="1304" name="Google Shape;1304;g28aa99e6cfa_0_0: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r>
              <a:rPr lang="en-US"/>
              <a:t>Audio 12: </a:t>
            </a:r>
            <a:r>
              <a:rPr lang="en-US" u="sng">
                <a:solidFill>
                  <a:schemeClr val="hlink"/>
                </a:solidFill>
                <a:hlinkClick r:id="rId3"/>
              </a:rPr>
              <a:t>https://drive.google.com/file/d/1QbKygF0WJHqFdCjy3gAJhgZjxf88m-tW/view?usp=sharing</a:t>
            </a:r>
            <a:r>
              <a:rPr lang="en-US"/>
              <a:t>	</a:t>
            </a:r>
            <a:endParaRPr/>
          </a:p>
        </p:txBody>
      </p:sp>
      <p:sp>
        <p:nvSpPr>
          <p:cNvPr id="1305" name="Google Shape;1305;g28aa99e6cfa_0_0: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3"/>
        <p:cNvGrpSpPr/>
        <p:nvPr/>
      </p:nvGrpSpPr>
      <p:grpSpPr>
        <a:xfrm>
          <a:off x="0" y="0"/>
          <a:ext cx="0" cy="0"/>
          <a:chOff x="0" y="0"/>
          <a:chExt cx="0" cy="0"/>
        </a:xfrm>
      </p:grpSpPr>
      <p:sp>
        <p:nvSpPr>
          <p:cNvPr id="1334" name="Google Shape;1334;g2856ace40d1_0_4: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r>
              <a:rPr lang="en-US" u="sng">
                <a:solidFill>
                  <a:schemeClr val="hlink"/>
                </a:solidFill>
                <a:hlinkClick r:id="rId3"/>
              </a:rPr>
              <a:t>https://docs.google.com/document/d/1ZRcgLjvqHtDwVZ4lz8ZJFaEzVFezrZ8aihtDPtGHPak/edit</a:t>
            </a:r>
            <a:r>
              <a:rPr lang="en-US"/>
              <a:t> </a:t>
            </a:r>
            <a:endParaRPr/>
          </a:p>
        </p:txBody>
      </p:sp>
      <p:sp>
        <p:nvSpPr>
          <p:cNvPr id="1335" name="Google Shape;1335;g2856ace40d1_0_4: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
        <p:cNvGrpSpPr/>
        <p:nvPr/>
      </p:nvGrpSpPr>
      <p:grpSpPr>
        <a:xfrm>
          <a:off x="0" y="0"/>
          <a:ext cx="0" cy="0"/>
          <a:chOff x="0" y="0"/>
          <a:chExt cx="0" cy="0"/>
        </a:xfrm>
      </p:grpSpPr>
      <p:sp>
        <p:nvSpPr>
          <p:cNvPr id="1360" name="Google Shape;1360;g2fb773c8e67_3_208: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endParaRPr/>
          </a:p>
        </p:txBody>
      </p:sp>
      <p:sp>
        <p:nvSpPr>
          <p:cNvPr id="1361" name="Google Shape;1361;g2fb773c8e67_3_208: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8"/>
        <p:cNvGrpSpPr/>
        <p:nvPr/>
      </p:nvGrpSpPr>
      <p:grpSpPr>
        <a:xfrm>
          <a:off x="0" y="0"/>
          <a:ext cx="0" cy="0"/>
          <a:chOff x="0" y="0"/>
          <a:chExt cx="0" cy="0"/>
        </a:xfrm>
      </p:grpSpPr>
      <p:sp>
        <p:nvSpPr>
          <p:cNvPr id="1379" name="Google Shape;1379;g28146a6e613_0_190: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r>
              <a:rPr lang="en-US" u="sng">
                <a:solidFill>
                  <a:schemeClr val="hlink"/>
                </a:solidFill>
                <a:hlinkClick r:id="rId3"/>
              </a:rPr>
              <a:t>https://drive.google.com/file/d/1kdUjO4Spht7mmEZU-IMgWGNZkfL8ZxKO/view?usp=sharing</a:t>
            </a:r>
            <a:r>
              <a:rPr lang="en-US"/>
              <a:t> </a:t>
            </a:r>
            <a:endParaRPr/>
          </a:p>
        </p:txBody>
      </p:sp>
      <p:sp>
        <p:nvSpPr>
          <p:cNvPr id="1380" name="Google Shape;1380;g28146a6e613_0_190: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9"/>
        <p:cNvGrpSpPr/>
        <p:nvPr/>
      </p:nvGrpSpPr>
      <p:grpSpPr>
        <a:xfrm>
          <a:off x="0" y="0"/>
          <a:ext cx="0" cy="0"/>
          <a:chOff x="0" y="0"/>
          <a:chExt cx="0" cy="0"/>
        </a:xfrm>
      </p:grpSpPr>
      <p:sp>
        <p:nvSpPr>
          <p:cNvPr id="1400" name="Google Shape;1400;g300ff3db6fa_0_0: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r>
              <a:rPr lang="en-US" u="sng">
                <a:solidFill>
                  <a:schemeClr val="hlink"/>
                </a:solidFill>
                <a:hlinkClick r:id="rId3"/>
              </a:rPr>
              <a:t>https://drive.google.com/file/d/1kdUjO4Spht7mmEZU-IMgWGNZkfL8ZxKO/view?usp=sharing</a:t>
            </a:r>
            <a:r>
              <a:rPr lang="en-US"/>
              <a:t> </a:t>
            </a:r>
            <a:endParaRPr/>
          </a:p>
        </p:txBody>
      </p:sp>
      <p:sp>
        <p:nvSpPr>
          <p:cNvPr id="1401" name="Google Shape;1401;g300ff3db6fa_0_0: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4"/>
        <p:cNvGrpSpPr/>
        <p:nvPr/>
      </p:nvGrpSpPr>
      <p:grpSpPr>
        <a:xfrm>
          <a:off x="0" y="0"/>
          <a:ext cx="0" cy="0"/>
          <a:chOff x="0" y="0"/>
          <a:chExt cx="0" cy="0"/>
        </a:xfrm>
      </p:grpSpPr>
      <p:sp>
        <p:nvSpPr>
          <p:cNvPr id="1425" name="Google Shape;1425;g28146a6e613_0_288: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r>
              <a:rPr lang="en-US" u="sng">
                <a:solidFill>
                  <a:schemeClr val="hlink"/>
                </a:solidFill>
                <a:hlinkClick r:id="rId3"/>
              </a:rPr>
              <a:t>https://drive.google.com/file/d/1hkX_K2G1KlzwbFUmmCoaOZhpG4AWjnt9/view?usp=sharing</a:t>
            </a:r>
            <a:r>
              <a:rPr lang="en-US"/>
              <a:t> </a:t>
            </a:r>
            <a:endParaRPr/>
          </a:p>
        </p:txBody>
      </p:sp>
      <p:sp>
        <p:nvSpPr>
          <p:cNvPr id="1426" name="Google Shape;1426;g28146a6e613_0_288: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3"/>
        <p:cNvGrpSpPr/>
        <p:nvPr/>
      </p:nvGrpSpPr>
      <p:grpSpPr>
        <a:xfrm>
          <a:off x="0" y="0"/>
          <a:ext cx="0" cy="0"/>
          <a:chOff x="0" y="0"/>
          <a:chExt cx="0" cy="0"/>
        </a:xfrm>
      </p:grpSpPr>
      <p:sp>
        <p:nvSpPr>
          <p:cNvPr id="1444" name="Google Shape;1444;g2fb773c8e67_3_181: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r>
              <a:rPr lang="en-US" u="sng">
                <a:solidFill>
                  <a:schemeClr val="hlink"/>
                </a:solidFill>
                <a:hlinkClick r:id="rId3"/>
              </a:rPr>
              <a:t>https://drive.google.com/file/d/1hkX_K2G1KlzwbFUmmCoaOZhpG4AWjnt9/view?usp=sharing</a:t>
            </a:r>
            <a:r>
              <a:rPr lang="en-US"/>
              <a:t> </a:t>
            </a:r>
            <a:endParaRPr/>
          </a:p>
        </p:txBody>
      </p:sp>
      <p:sp>
        <p:nvSpPr>
          <p:cNvPr id="1445" name="Google Shape;1445;g2fb773c8e67_3_181: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6"/>
        <p:cNvGrpSpPr/>
        <p:nvPr/>
      </p:nvGrpSpPr>
      <p:grpSpPr>
        <a:xfrm>
          <a:off x="0" y="0"/>
          <a:ext cx="0" cy="0"/>
          <a:chOff x="0" y="0"/>
          <a:chExt cx="0" cy="0"/>
        </a:xfrm>
      </p:grpSpPr>
      <p:sp>
        <p:nvSpPr>
          <p:cNvPr id="1467" name="Google Shape;1467;g2fb773c8e67_3_160:notes"/>
          <p:cNvSpPr txBox="1">
            <a:spLocks noGrp="1"/>
          </p:cNvSpPr>
          <p:nvPr>
            <p:ph type="body" idx="1"/>
          </p:nvPr>
        </p:nvSpPr>
        <p:spPr>
          <a:xfrm>
            <a:off x="700405" y="4470837"/>
            <a:ext cx="5603100" cy="3658200"/>
          </a:xfrm>
          <a:prstGeom prst="rect">
            <a:avLst/>
          </a:prstGeom>
        </p:spPr>
        <p:txBody>
          <a:bodyPr spcFirstLastPara="1" wrap="square" lIns="93100" tIns="46550" rIns="93100" bIns="46550" anchor="t" anchorCtr="0">
            <a:noAutofit/>
          </a:bodyPr>
          <a:lstStyle/>
          <a:p>
            <a:pPr marL="0" lvl="0" indent="0" algn="l" rtl="0">
              <a:spcBef>
                <a:spcPts val="0"/>
              </a:spcBef>
              <a:spcAft>
                <a:spcPts val="0"/>
              </a:spcAft>
              <a:buNone/>
            </a:pPr>
            <a:r>
              <a:rPr lang="en-US" u="sng">
                <a:solidFill>
                  <a:schemeClr val="hlink"/>
                </a:solidFill>
                <a:hlinkClick r:id="rId3"/>
              </a:rPr>
              <a:t>https://docs.google.com/document/d/1ZRcgLjvqHtDwVZ4lz8ZJFaEzVFezrZ8aihtDPtGHPak/edit</a:t>
            </a:r>
            <a:r>
              <a:rPr lang="en-US"/>
              <a:t> </a:t>
            </a:r>
            <a:endParaRPr/>
          </a:p>
        </p:txBody>
      </p:sp>
      <p:sp>
        <p:nvSpPr>
          <p:cNvPr id="1468" name="Google Shape;1468;g2fb773c8e67_3_160:notes"/>
          <p:cNvSpPr>
            <a:spLocks noGrp="1" noRot="1" noChangeAspect="1"/>
          </p:cNvSpPr>
          <p:nvPr>
            <p:ph type="sldImg" idx="2"/>
          </p:nvPr>
        </p:nvSpPr>
        <p:spPr>
          <a:xfrm>
            <a:off x="715963" y="1160463"/>
            <a:ext cx="5572125" cy="31353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9"/>
        <p:cNvGrpSpPr/>
        <p:nvPr/>
      </p:nvGrpSpPr>
      <p:grpSpPr>
        <a:xfrm>
          <a:off x="0" y="0"/>
          <a:ext cx="0" cy="0"/>
          <a:chOff x="0" y="0"/>
          <a:chExt cx="0" cy="0"/>
        </a:xfrm>
      </p:grpSpPr>
      <p:sp>
        <p:nvSpPr>
          <p:cNvPr id="1490" name="Google Shape;1490;g2fb773c8e67_3_262:notes"/>
          <p:cNvSpPr txBox="1">
            <a:spLocks noGrp="1"/>
          </p:cNvSpPr>
          <p:nvPr>
            <p:ph type="body" idx="1"/>
          </p:nvPr>
        </p:nvSpPr>
        <p:spPr>
          <a:xfrm>
            <a:off x="700405" y="4412774"/>
            <a:ext cx="5603100" cy="4180500"/>
          </a:xfrm>
          <a:prstGeom prst="rect">
            <a:avLst/>
          </a:prstGeom>
          <a:noFill/>
          <a:ln>
            <a:noFill/>
          </a:ln>
        </p:spPr>
        <p:txBody>
          <a:bodyPr spcFirstLastPara="1" wrap="square" lIns="93200" tIns="93200" rIns="93200" bIns="93200" anchor="t" anchorCtr="0">
            <a:noAutofit/>
          </a:bodyPr>
          <a:lstStyle/>
          <a:p>
            <a:pPr marL="0" lvl="0" indent="0" algn="l" rtl="0">
              <a:lnSpc>
                <a:spcPct val="100000"/>
              </a:lnSpc>
              <a:spcBef>
                <a:spcPts val="0"/>
              </a:spcBef>
              <a:spcAft>
                <a:spcPts val="0"/>
              </a:spcAft>
              <a:buSzPts val="1100"/>
              <a:buNone/>
            </a:pPr>
            <a:r>
              <a:rPr lang="en-US" u="sng">
                <a:solidFill>
                  <a:schemeClr val="hlink"/>
                </a:solidFill>
                <a:hlinkClick r:id="rId3"/>
              </a:rPr>
              <a:t>https://drive.google.com/file/d/1dlPHFRq0IKYytz4FkppbXX1MRv1N-9Vq/view?usp=sharing</a:t>
            </a:r>
            <a:r>
              <a:rPr lang="en-US"/>
              <a:t> </a:t>
            </a:r>
            <a:endParaRPr/>
          </a:p>
          <a:p>
            <a:pPr marL="0" lvl="0" indent="0" algn="l" rtl="0">
              <a:lnSpc>
                <a:spcPct val="100000"/>
              </a:lnSpc>
              <a:spcBef>
                <a:spcPts val="0"/>
              </a:spcBef>
              <a:spcAft>
                <a:spcPts val="0"/>
              </a:spcAft>
              <a:buSzPts val="1100"/>
              <a:buNone/>
            </a:pPr>
            <a:endParaRPr/>
          </a:p>
        </p:txBody>
      </p:sp>
      <p:sp>
        <p:nvSpPr>
          <p:cNvPr id="1491" name="Google Shape;1491;g2fb773c8e67_3_262:notes"/>
          <p:cNvSpPr>
            <a:spLocks noGrp="1" noRot="1" noChangeAspect="1"/>
          </p:cNvSpPr>
          <p:nvPr>
            <p:ph type="sldImg" idx="2"/>
          </p:nvPr>
        </p:nvSpPr>
        <p:spPr>
          <a:xfrm>
            <a:off x="406400" y="696913"/>
            <a:ext cx="6191250" cy="34829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p:cNvGrpSpPr/>
        <p:nvPr/>
      </p:nvGrpSpPr>
      <p:grpSpPr>
        <a:xfrm>
          <a:off x="0" y="0"/>
          <a:ext cx="0" cy="0"/>
          <a:chOff x="0" y="0"/>
          <a:chExt cx="0" cy="0"/>
        </a:xfrm>
      </p:grpSpPr>
      <p:sp>
        <p:nvSpPr>
          <p:cNvPr id="1518" name="Google Shape;1518;g28aa99e6cfa_0_217:notes"/>
          <p:cNvSpPr txBox="1">
            <a:spLocks noGrp="1"/>
          </p:cNvSpPr>
          <p:nvPr>
            <p:ph type="body" idx="1"/>
          </p:nvPr>
        </p:nvSpPr>
        <p:spPr>
          <a:xfrm>
            <a:off x="700405" y="4412774"/>
            <a:ext cx="5603100" cy="4180500"/>
          </a:xfrm>
          <a:prstGeom prst="rect">
            <a:avLst/>
          </a:prstGeom>
          <a:noFill/>
          <a:ln>
            <a:noFill/>
          </a:ln>
        </p:spPr>
        <p:txBody>
          <a:bodyPr spcFirstLastPara="1" wrap="square" lIns="93200" tIns="93200" rIns="93200" bIns="93200" anchor="t" anchorCtr="0">
            <a:noAutofit/>
          </a:bodyPr>
          <a:lstStyle/>
          <a:p>
            <a:pPr marL="0" lvl="0" indent="0" algn="l" rtl="0">
              <a:lnSpc>
                <a:spcPct val="100000"/>
              </a:lnSpc>
              <a:spcBef>
                <a:spcPts val="0"/>
              </a:spcBef>
              <a:spcAft>
                <a:spcPts val="0"/>
              </a:spcAft>
              <a:buSzPts val="1100"/>
              <a:buNone/>
            </a:pPr>
            <a:r>
              <a:rPr lang="en-US" u="sng">
                <a:solidFill>
                  <a:schemeClr val="hlink"/>
                </a:solidFill>
                <a:hlinkClick r:id="rId3"/>
              </a:rPr>
              <a:t>https://drive.google.com/file/d/1YkdHD8yq19G5n6LoTzjNk6kzDOCVZVp9/view?usp=sharing</a:t>
            </a:r>
            <a:r>
              <a:rPr lang="en-US"/>
              <a:t> </a:t>
            </a:r>
            <a:endParaRPr/>
          </a:p>
          <a:p>
            <a:pPr marL="0" lvl="0" indent="0" algn="l" rtl="0">
              <a:lnSpc>
                <a:spcPct val="100000"/>
              </a:lnSpc>
              <a:spcBef>
                <a:spcPts val="0"/>
              </a:spcBef>
              <a:spcAft>
                <a:spcPts val="0"/>
              </a:spcAft>
              <a:buSzPts val="1100"/>
              <a:buNone/>
            </a:pPr>
            <a:endParaRPr/>
          </a:p>
        </p:txBody>
      </p:sp>
      <p:sp>
        <p:nvSpPr>
          <p:cNvPr id="1519" name="Google Shape;1519;g28aa99e6cfa_0_217:notes"/>
          <p:cNvSpPr>
            <a:spLocks noGrp="1" noRot="1" noChangeAspect="1"/>
          </p:cNvSpPr>
          <p:nvPr>
            <p:ph type="sldImg" idx="2"/>
          </p:nvPr>
        </p:nvSpPr>
        <p:spPr>
          <a:xfrm>
            <a:off x="406400" y="696913"/>
            <a:ext cx="6191250" cy="34829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5"/>
        <p:cNvGrpSpPr/>
        <p:nvPr/>
      </p:nvGrpSpPr>
      <p:grpSpPr>
        <a:xfrm>
          <a:off x="0" y="0"/>
          <a:ext cx="0" cy="0"/>
          <a:chOff x="0" y="0"/>
          <a:chExt cx="0" cy="0"/>
        </a:xfrm>
      </p:grpSpPr>
      <p:sp>
        <p:nvSpPr>
          <p:cNvPr id="1536" name="Google Shape;1536;g28aa99e6cfa_0_234:notes"/>
          <p:cNvSpPr txBox="1">
            <a:spLocks noGrp="1"/>
          </p:cNvSpPr>
          <p:nvPr>
            <p:ph type="body" idx="1"/>
          </p:nvPr>
        </p:nvSpPr>
        <p:spPr>
          <a:xfrm>
            <a:off x="700405" y="4412774"/>
            <a:ext cx="5603100" cy="4180500"/>
          </a:xfrm>
          <a:prstGeom prst="rect">
            <a:avLst/>
          </a:prstGeom>
          <a:noFill/>
          <a:ln>
            <a:noFill/>
          </a:ln>
        </p:spPr>
        <p:txBody>
          <a:bodyPr spcFirstLastPara="1" wrap="square" lIns="93200" tIns="93200" rIns="93200" bIns="93200" anchor="t" anchorCtr="0">
            <a:noAutofit/>
          </a:bodyPr>
          <a:lstStyle/>
          <a:p>
            <a:pPr marL="0" lvl="0" indent="0" algn="l" rtl="0">
              <a:lnSpc>
                <a:spcPct val="100000"/>
              </a:lnSpc>
              <a:spcBef>
                <a:spcPts val="0"/>
              </a:spcBef>
              <a:spcAft>
                <a:spcPts val="0"/>
              </a:spcAft>
              <a:buSzPts val="1100"/>
              <a:buNone/>
            </a:pPr>
            <a:r>
              <a:rPr lang="en-US" u="sng">
                <a:solidFill>
                  <a:schemeClr val="hlink"/>
                </a:solidFill>
                <a:hlinkClick r:id="rId3"/>
              </a:rPr>
              <a:t>https://drive.google.com/file/d/1YkdHD8yq19G5n6LoTzjNk6kzDOCVZVp9/view?usp=sharing</a:t>
            </a:r>
            <a:r>
              <a:rPr lang="en-US"/>
              <a:t> </a:t>
            </a:r>
            <a:endParaRPr/>
          </a:p>
          <a:p>
            <a:pPr marL="0" lvl="0" indent="0" algn="l" rtl="0">
              <a:lnSpc>
                <a:spcPct val="100000"/>
              </a:lnSpc>
              <a:spcBef>
                <a:spcPts val="0"/>
              </a:spcBef>
              <a:spcAft>
                <a:spcPts val="0"/>
              </a:spcAft>
              <a:buSzPts val="1100"/>
              <a:buNone/>
            </a:pPr>
            <a:endParaRPr/>
          </a:p>
        </p:txBody>
      </p:sp>
      <p:sp>
        <p:nvSpPr>
          <p:cNvPr id="1537" name="Google Shape;1537;g28aa99e6cfa_0_234:notes"/>
          <p:cNvSpPr>
            <a:spLocks noGrp="1" noRot="1" noChangeAspect="1"/>
          </p:cNvSpPr>
          <p:nvPr>
            <p:ph type="sldImg" idx="2"/>
          </p:nvPr>
        </p:nvSpPr>
        <p:spPr>
          <a:xfrm>
            <a:off x="406400" y="696913"/>
            <a:ext cx="6191250" cy="34829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7"/>
        <p:cNvGrpSpPr/>
        <p:nvPr/>
      </p:nvGrpSpPr>
      <p:grpSpPr>
        <a:xfrm>
          <a:off x="0" y="0"/>
          <a:ext cx="0" cy="0"/>
          <a:chOff x="0" y="0"/>
          <a:chExt cx="0" cy="0"/>
        </a:xfrm>
      </p:grpSpPr>
      <p:sp>
        <p:nvSpPr>
          <p:cNvPr id="1568" name="Google Shape;1568;g28aa99e6cfa_0_453:notes"/>
          <p:cNvSpPr txBox="1">
            <a:spLocks noGrp="1"/>
          </p:cNvSpPr>
          <p:nvPr>
            <p:ph type="body" idx="1"/>
          </p:nvPr>
        </p:nvSpPr>
        <p:spPr>
          <a:xfrm>
            <a:off x="700405" y="4412774"/>
            <a:ext cx="5603100" cy="4180500"/>
          </a:xfrm>
          <a:prstGeom prst="rect">
            <a:avLst/>
          </a:prstGeom>
          <a:noFill/>
          <a:ln>
            <a:noFill/>
          </a:ln>
        </p:spPr>
        <p:txBody>
          <a:bodyPr spcFirstLastPara="1" wrap="square" lIns="93200" tIns="93200" rIns="93200" bIns="93200" anchor="t" anchorCtr="0">
            <a:noAutofit/>
          </a:bodyPr>
          <a:lstStyle/>
          <a:p>
            <a:pPr marL="0" lvl="0" indent="0" algn="l" rtl="0">
              <a:lnSpc>
                <a:spcPct val="100000"/>
              </a:lnSpc>
              <a:spcBef>
                <a:spcPts val="0"/>
              </a:spcBef>
              <a:spcAft>
                <a:spcPts val="0"/>
              </a:spcAft>
              <a:buSzPts val="1100"/>
              <a:buNone/>
            </a:pPr>
            <a:r>
              <a:rPr lang="en-US" u="sng">
                <a:solidFill>
                  <a:schemeClr val="hlink"/>
                </a:solidFill>
                <a:hlinkClick r:id="rId3"/>
              </a:rPr>
              <a:t>https://drive.google.com/file/d/18eiNNcaQDbbxFX-29UAYr6zZUpXqjEkt/view?usp=sharing</a:t>
            </a:r>
            <a:r>
              <a:rPr lang="en-US"/>
              <a:t> </a:t>
            </a:r>
            <a:endParaRPr/>
          </a:p>
          <a:p>
            <a:pPr marL="0" lvl="0" indent="0" algn="l" rtl="0">
              <a:lnSpc>
                <a:spcPct val="100000"/>
              </a:lnSpc>
              <a:spcBef>
                <a:spcPts val="0"/>
              </a:spcBef>
              <a:spcAft>
                <a:spcPts val="0"/>
              </a:spcAft>
              <a:buSzPts val="1100"/>
              <a:buNone/>
            </a:pPr>
            <a:endParaRPr/>
          </a:p>
        </p:txBody>
      </p:sp>
      <p:sp>
        <p:nvSpPr>
          <p:cNvPr id="1569" name="Google Shape;1569;g28aa99e6cfa_0_453:notes"/>
          <p:cNvSpPr>
            <a:spLocks noGrp="1" noRot="1" noChangeAspect="1"/>
          </p:cNvSpPr>
          <p:nvPr>
            <p:ph type="sldImg" idx="2"/>
          </p:nvPr>
        </p:nvSpPr>
        <p:spPr>
          <a:xfrm>
            <a:off x="406400" y="696913"/>
            <a:ext cx="6191250" cy="34829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5"/>
        <p:cNvGrpSpPr/>
        <p:nvPr/>
      </p:nvGrpSpPr>
      <p:grpSpPr>
        <a:xfrm>
          <a:off x="0" y="0"/>
          <a:ext cx="0" cy="0"/>
          <a:chOff x="0" y="0"/>
          <a:chExt cx="0" cy="0"/>
        </a:xfrm>
      </p:grpSpPr>
      <p:sp>
        <p:nvSpPr>
          <p:cNvPr id="1606" name="Google Shape;1606;g2fb773c8e67_3_474:notes"/>
          <p:cNvSpPr txBox="1">
            <a:spLocks noGrp="1"/>
          </p:cNvSpPr>
          <p:nvPr>
            <p:ph type="body" idx="1"/>
          </p:nvPr>
        </p:nvSpPr>
        <p:spPr>
          <a:xfrm>
            <a:off x="700405" y="4412774"/>
            <a:ext cx="5603100" cy="4180500"/>
          </a:xfrm>
          <a:prstGeom prst="rect">
            <a:avLst/>
          </a:prstGeom>
          <a:noFill/>
          <a:ln>
            <a:noFill/>
          </a:ln>
        </p:spPr>
        <p:txBody>
          <a:bodyPr spcFirstLastPara="1" wrap="square" lIns="93200" tIns="93200" rIns="93200" bIns="93200" anchor="t" anchorCtr="0">
            <a:noAutofit/>
          </a:bodyPr>
          <a:lstStyle/>
          <a:p>
            <a:pPr marL="0" lvl="0" indent="0" algn="l" rtl="0">
              <a:lnSpc>
                <a:spcPct val="100000"/>
              </a:lnSpc>
              <a:spcBef>
                <a:spcPts val="0"/>
              </a:spcBef>
              <a:spcAft>
                <a:spcPts val="0"/>
              </a:spcAft>
              <a:buSzPts val="1100"/>
              <a:buNone/>
            </a:pPr>
            <a:r>
              <a:rPr lang="en-US" u="sng">
                <a:solidFill>
                  <a:schemeClr val="hlink"/>
                </a:solidFill>
                <a:hlinkClick r:id="rId3"/>
              </a:rPr>
              <a:t>https://drive.google.com/file/d/17-Sp58-lu0kLy7YkSSZfr4xJ-YCHgNxm/view?usp=sharing</a:t>
            </a:r>
            <a:r>
              <a:rPr lang="en-US"/>
              <a:t> </a:t>
            </a:r>
            <a:endParaRPr/>
          </a:p>
        </p:txBody>
      </p:sp>
      <p:sp>
        <p:nvSpPr>
          <p:cNvPr id="1607" name="Google Shape;1607;g2fb773c8e67_3_474:notes"/>
          <p:cNvSpPr>
            <a:spLocks noGrp="1" noRot="1" noChangeAspect="1"/>
          </p:cNvSpPr>
          <p:nvPr>
            <p:ph type="sldImg" idx="2"/>
          </p:nvPr>
        </p:nvSpPr>
        <p:spPr>
          <a:xfrm>
            <a:off x="406400" y="696913"/>
            <a:ext cx="6191250" cy="34829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7"/>
        <p:cNvGrpSpPr/>
        <p:nvPr/>
      </p:nvGrpSpPr>
      <p:grpSpPr>
        <a:xfrm>
          <a:off x="0" y="0"/>
          <a:ext cx="0" cy="0"/>
          <a:chOff x="0" y="0"/>
          <a:chExt cx="0" cy="0"/>
        </a:xfrm>
      </p:grpSpPr>
      <p:sp>
        <p:nvSpPr>
          <p:cNvPr id="1628" name="Google Shape;1628;g2fb773c8e67_3_643:notes"/>
          <p:cNvSpPr txBox="1">
            <a:spLocks noGrp="1"/>
          </p:cNvSpPr>
          <p:nvPr>
            <p:ph type="body" idx="1"/>
          </p:nvPr>
        </p:nvSpPr>
        <p:spPr>
          <a:xfrm>
            <a:off x="700405" y="4412774"/>
            <a:ext cx="5603100" cy="4180500"/>
          </a:xfrm>
          <a:prstGeom prst="rect">
            <a:avLst/>
          </a:prstGeom>
          <a:noFill/>
          <a:ln>
            <a:noFill/>
          </a:ln>
        </p:spPr>
        <p:txBody>
          <a:bodyPr spcFirstLastPara="1" wrap="square" lIns="93200" tIns="93200" rIns="93200" bIns="93200" anchor="t" anchorCtr="0">
            <a:noAutofit/>
          </a:bodyPr>
          <a:lstStyle/>
          <a:p>
            <a:pPr marL="0" lvl="0" indent="0" algn="l" rtl="0">
              <a:lnSpc>
                <a:spcPct val="100000"/>
              </a:lnSpc>
              <a:spcBef>
                <a:spcPts val="0"/>
              </a:spcBef>
              <a:spcAft>
                <a:spcPts val="0"/>
              </a:spcAft>
              <a:buSzPts val="1100"/>
              <a:buNone/>
            </a:pPr>
            <a:endParaRPr/>
          </a:p>
        </p:txBody>
      </p:sp>
      <p:sp>
        <p:nvSpPr>
          <p:cNvPr id="1629" name="Google Shape;1629;g2fb773c8e67_3_643:notes"/>
          <p:cNvSpPr>
            <a:spLocks noGrp="1" noRot="1" noChangeAspect="1"/>
          </p:cNvSpPr>
          <p:nvPr>
            <p:ph type="sldImg" idx="2"/>
          </p:nvPr>
        </p:nvSpPr>
        <p:spPr>
          <a:xfrm>
            <a:off x="1167929" y="696754"/>
            <a:ext cx="4668900" cy="34839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5"/>
        <p:cNvGrpSpPr/>
        <p:nvPr/>
      </p:nvGrpSpPr>
      <p:grpSpPr>
        <a:xfrm>
          <a:off x="0" y="0"/>
          <a:ext cx="0" cy="0"/>
          <a:chOff x="0" y="0"/>
          <a:chExt cx="0" cy="0"/>
        </a:xfrm>
      </p:grpSpPr>
      <p:sp>
        <p:nvSpPr>
          <p:cNvPr id="1646" name="Google Shape;1646;g28146a6e613_0_569:notes"/>
          <p:cNvSpPr txBox="1">
            <a:spLocks noGrp="1"/>
          </p:cNvSpPr>
          <p:nvPr>
            <p:ph type="body" idx="1"/>
          </p:nvPr>
        </p:nvSpPr>
        <p:spPr>
          <a:xfrm>
            <a:off x="700405" y="4412774"/>
            <a:ext cx="5603100" cy="4180500"/>
          </a:xfrm>
          <a:prstGeom prst="rect">
            <a:avLst/>
          </a:prstGeom>
          <a:noFill/>
          <a:ln>
            <a:noFill/>
          </a:ln>
        </p:spPr>
        <p:txBody>
          <a:bodyPr spcFirstLastPara="1" wrap="square" lIns="93200" tIns="93200" rIns="93200" bIns="93200" anchor="t" anchorCtr="0">
            <a:noAutofit/>
          </a:bodyPr>
          <a:lstStyle/>
          <a:p>
            <a:pPr marL="0" lvl="0" indent="0" algn="l" rtl="0">
              <a:lnSpc>
                <a:spcPct val="100000"/>
              </a:lnSpc>
              <a:spcBef>
                <a:spcPts val="0"/>
              </a:spcBef>
              <a:spcAft>
                <a:spcPts val="0"/>
              </a:spcAft>
              <a:buSzPts val="1100"/>
              <a:buNone/>
            </a:pPr>
            <a:r>
              <a:rPr lang="en-US" u="sng">
                <a:solidFill>
                  <a:schemeClr val="hlink"/>
                </a:solidFill>
                <a:hlinkClick r:id="rId3"/>
              </a:rPr>
              <a:t>https://drive.google.com/file/d/15KS4GnFgpbAQOPNVUbHOoTibivghaQ7f/view?usp=sharing</a:t>
            </a:r>
            <a:r>
              <a:rPr lang="en-US"/>
              <a:t> </a:t>
            </a:r>
            <a:endParaRPr/>
          </a:p>
        </p:txBody>
      </p:sp>
      <p:sp>
        <p:nvSpPr>
          <p:cNvPr id="1647" name="Google Shape;1647;g28146a6e613_0_569:notes"/>
          <p:cNvSpPr>
            <a:spLocks noGrp="1" noRot="1" noChangeAspect="1"/>
          </p:cNvSpPr>
          <p:nvPr>
            <p:ph type="sldImg" idx="2"/>
          </p:nvPr>
        </p:nvSpPr>
        <p:spPr>
          <a:xfrm>
            <a:off x="406400" y="696913"/>
            <a:ext cx="6191250" cy="34829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2"/>
        <p:cNvGrpSpPr/>
        <p:nvPr/>
      </p:nvGrpSpPr>
      <p:grpSpPr>
        <a:xfrm>
          <a:off x="0" y="0"/>
          <a:ext cx="0" cy="0"/>
          <a:chOff x="0" y="0"/>
          <a:chExt cx="0" cy="0"/>
        </a:xfrm>
      </p:grpSpPr>
      <p:sp>
        <p:nvSpPr>
          <p:cNvPr id="1663" name="Google Shape;1663;g2fb773c8e67_3_490:notes"/>
          <p:cNvSpPr txBox="1">
            <a:spLocks noGrp="1"/>
          </p:cNvSpPr>
          <p:nvPr>
            <p:ph type="body" idx="1"/>
          </p:nvPr>
        </p:nvSpPr>
        <p:spPr>
          <a:xfrm>
            <a:off x="700405" y="4412774"/>
            <a:ext cx="5603100" cy="4180500"/>
          </a:xfrm>
          <a:prstGeom prst="rect">
            <a:avLst/>
          </a:prstGeom>
          <a:noFill/>
          <a:ln>
            <a:noFill/>
          </a:ln>
        </p:spPr>
        <p:txBody>
          <a:bodyPr spcFirstLastPara="1" wrap="square" lIns="93200" tIns="93200" rIns="93200" bIns="93200" anchor="t" anchorCtr="0">
            <a:noAutofit/>
          </a:bodyPr>
          <a:lstStyle/>
          <a:p>
            <a:pPr marL="0" lvl="0" indent="0" algn="l" rtl="0">
              <a:lnSpc>
                <a:spcPct val="100000"/>
              </a:lnSpc>
              <a:spcBef>
                <a:spcPts val="0"/>
              </a:spcBef>
              <a:spcAft>
                <a:spcPts val="0"/>
              </a:spcAft>
              <a:buSzPts val="1100"/>
              <a:buNone/>
            </a:pPr>
            <a:r>
              <a:rPr lang="en-US" u="sng">
                <a:solidFill>
                  <a:schemeClr val="hlink"/>
                </a:solidFill>
                <a:hlinkClick r:id="rId3"/>
              </a:rPr>
              <a:t>https://drive.google.com/file/d/15KS4GnFgpbAQOPNVUbHOoTibivghaQ7f/view?usp=sharing</a:t>
            </a:r>
            <a:r>
              <a:rPr lang="en-US"/>
              <a:t> </a:t>
            </a:r>
            <a:endParaRPr/>
          </a:p>
        </p:txBody>
      </p:sp>
      <p:sp>
        <p:nvSpPr>
          <p:cNvPr id="1664" name="Google Shape;1664;g2fb773c8e67_3_490:notes"/>
          <p:cNvSpPr>
            <a:spLocks noGrp="1" noRot="1" noChangeAspect="1"/>
          </p:cNvSpPr>
          <p:nvPr>
            <p:ph type="sldImg" idx="2"/>
          </p:nvPr>
        </p:nvSpPr>
        <p:spPr>
          <a:xfrm>
            <a:off x="406400" y="696913"/>
            <a:ext cx="6191250" cy="34829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4"/>
        <p:cNvGrpSpPr/>
        <p:nvPr/>
      </p:nvGrpSpPr>
      <p:grpSpPr>
        <a:xfrm>
          <a:off x="0" y="0"/>
          <a:ext cx="0" cy="0"/>
          <a:chOff x="0" y="0"/>
          <a:chExt cx="0" cy="0"/>
        </a:xfrm>
      </p:grpSpPr>
      <p:sp>
        <p:nvSpPr>
          <p:cNvPr id="1685" name="Google Shape;1685;g2fb773c8e67_3_761:notes"/>
          <p:cNvSpPr txBox="1">
            <a:spLocks noGrp="1"/>
          </p:cNvSpPr>
          <p:nvPr>
            <p:ph type="body" idx="1"/>
          </p:nvPr>
        </p:nvSpPr>
        <p:spPr>
          <a:xfrm>
            <a:off x="700405" y="4412774"/>
            <a:ext cx="5603100" cy="4180500"/>
          </a:xfrm>
          <a:prstGeom prst="rect">
            <a:avLst/>
          </a:prstGeom>
          <a:noFill/>
          <a:ln>
            <a:noFill/>
          </a:ln>
        </p:spPr>
        <p:txBody>
          <a:bodyPr spcFirstLastPara="1" wrap="square" lIns="93200" tIns="93200" rIns="93200" bIns="93200" anchor="t" anchorCtr="0">
            <a:noAutofit/>
          </a:bodyPr>
          <a:lstStyle/>
          <a:p>
            <a:pPr marL="0" lvl="0" indent="0" algn="l" rtl="0">
              <a:lnSpc>
                <a:spcPct val="100000"/>
              </a:lnSpc>
              <a:spcBef>
                <a:spcPts val="0"/>
              </a:spcBef>
              <a:spcAft>
                <a:spcPts val="0"/>
              </a:spcAft>
              <a:buSzPts val="1100"/>
              <a:buNone/>
            </a:pPr>
            <a:endParaRPr/>
          </a:p>
        </p:txBody>
      </p:sp>
      <p:sp>
        <p:nvSpPr>
          <p:cNvPr id="1686" name="Google Shape;1686;g2fb773c8e67_3_761:notes"/>
          <p:cNvSpPr>
            <a:spLocks noGrp="1" noRot="1" noChangeAspect="1"/>
          </p:cNvSpPr>
          <p:nvPr>
            <p:ph type="sldImg" idx="2"/>
          </p:nvPr>
        </p:nvSpPr>
        <p:spPr>
          <a:xfrm>
            <a:off x="407988" y="696913"/>
            <a:ext cx="6189662" cy="34829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0"/>
        <p:cNvGrpSpPr/>
        <p:nvPr/>
      </p:nvGrpSpPr>
      <p:grpSpPr>
        <a:xfrm>
          <a:off x="0" y="0"/>
          <a:ext cx="0" cy="0"/>
          <a:chOff x="0" y="0"/>
          <a:chExt cx="0" cy="0"/>
        </a:xfrm>
      </p:grpSpPr>
      <p:sp>
        <p:nvSpPr>
          <p:cNvPr id="1711" name="Google Shape;1711;g2ee203ee2b2_0_2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2" name="Google Shape;1712;g2ee203ee2b2_0_25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1"/>
        <p:cNvGrpSpPr/>
        <p:nvPr/>
      </p:nvGrpSpPr>
      <p:grpSpPr>
        <a:xfrm>
          <a:off x="0" y="0"/>
          <a:ext cx="0" cy="0"/>
          <a:chOff x="0" y="0"/>
          <a:chExt cx="0" cy="0"/>
        </a:xfrm>
      </p:grpSpPr>
      <p:pic>
        <p:nvPicPr>
          <p:cNvPr id="22" name="Google Shape;22;p2" descr="A picture containing person, suit&#10;&#10;Description automatically generated"/>
          <p:cNvPicPr preferRelativeResize="0"/>
          <p:nvPr/>
        </p:nvPicPr>
        <p:blipFill rotWithShape="1">
          <a:blip r:embed="rId2">
            <a:alphaModFix/>
          </a:blip>
          <a:srcRect/>
          <a:stretch/>
        </p:blipFill>
        <p:spPr>
          <a:xfrm>
            <a:off x="-1540719" y="0"/>
            <a:ext cx="21369437" cy="10288589"/>
          </a:xfrm>
          <a:prstGeom prst="rect">
            <a:avLst/>
          </a:prstGeom>
          <a:noFill/>
          <a:ln>
            <a:noFill/>
          </a:ln>
        </p:spPr>
      </p:pic>
      <p:sp>
        <p:nvSpPr>
          <p:cNvPr id="23" name="Google Shape;23;p2"/>
          <p:cNvSpPr/>
          <p:nvPr/>
        </p:nvSpPr>
        <p:spPr>
          <a:xfrm>
            <a:off x="0" y="0"/>
            <a:ext cx="11583300" cy="10288500"/>
          </a:xfrm>
          <a:prstGeom prst="rect">
            <a:avLst/>
          </a:prstGeom>
          <a:gradFill>
            <a:gsLst>
              <a:gs pos="0">
                <a:schemeClr val="lt1"/>
              </a:gs>
              <a:gs pos="48000">
                <a:schemeClr val="lt1"/>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b="0" i="0" u="none" strike="noStrike" cap="none">
              <a:solidFill>
                <a:schemeClr val="lt1"/>
              </a:solidFill>
              <a:latin typeface="Roboto"/>
              <a:ea typeface="Roboto"/>
              <a:cs typeface="Roboto"/>
              <a:sym typeface="Roboto"/>
            </a:endParaRPr>
          </a:p>
        </p:txBody>
      </p:sp>
      <p:sp>
        <p:nvSpPr>
          <p:cNvPr id="24" name="Google Shape;24;p2"/>
          <p:cNvSpPr txBox="1">
            <a:spLocks noGrp="1"/>
          </p:cNvSpPr>
          <p:nvPr>
            <p:ph type="ctrTitle"/>
          </p:nvPr>
        </p:nvSpPr>
        <p:spPr>
          <a:xfrm>
            <a:off x="1042883" y="3855091"/>
            <a:ext cx="13716000" cy="25785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9000"/>
              <a:buFont typeface="Playfair Display"/>
              <a:buNone/>
              <a:defRPr sz="9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2"/>
          <p:cNvSpPr txBox="1">
            <a:spLocks noGrp="1"/>
          </p:cNvSpPr>
          <p:nvPr>
            <p:ph type="subTitle" idx="1"/>
          </p:nvPr>
        </p:nvSpPr>
        <p:spPr>
          <a:xfrm>
            <a:off x="1042988" y="6804474"/>
            <a:ext cx="13716000" cy="1242000"/>
          </a:xfrm>
          <a:prstGeom prst="rect">
            <a:avLst/>
          </a:prstGeom>
          <a:noFill/>
          <a:ln>
            <a:noFill/>
          </a:ln>
        </p:spPr>
        <p:txBody>
          <a:bodyPr spcFirstLastPara="1" wrap="square" lIns="91425" tIns="45700" rIns="91425" bIns="45700" anchor="t" anchorCtr="0">
            <a:normAutofit/>
          </a:bodyPr>
          <a:lstStyle>
            <a:lvl1pPr lvl="0" algn="l" rtl="0">
              <a:lnSpc>
                <a:spcPct val="90000"/>
              </a:lnSpc>
              <a:spcBef>
                <a:spcPts val="1500"/>
              </a:spcBef>
              <a:spcAft>
                <a:spcPts val="0"/>
              </a:spcAft>
              <a:buClr>
                <a:schemeClr val="dk1"/>
              </a:buClr>
              <a:buSzPts val="3600"/>
              <a:buNone/>
              <a:defRPr sz="3600"/>
            </a:lvl1pPr>
            <a:lvl2pPr lvl="1" algn="ctr" rtl="0">
              <a:lnSpc>
                <a:spcPct val="90000"/>
              </a:lnSpc>
              <a:spcBef>
                <a:spcPts val="750"/>
              </a:spcBef>
              <a:spcAft>
                <a:spcPts val="0"/>
              </a:spcAft>
              <a:buClr>
                <a:schemeClr val="dk1"/>
              </a:buClr>
              <a:buSzPts val="3000"/>
              <a:buNone/>
              <a:defRPr sz="3000"/>
            </a:lvl2pPr>
            <a:lvl3pPr lvl="2" algn="ctr" rtl="0">
              <a:lnSpc>
                <a:spcPct val="90000"/>
              </a:lnSpc>
              <a:spcBef>
                <a:spcPts val="750"/>
              </a:spcBef>
              <a:spcAft>
                <a:spcPts val="0"/>
              </a:spcAft>
              <a:buClr>
                <a:schemeClr val="dk1"/>
              </a:buClr>
              <a:buSzPts val="2700"/>
              <a:buNone/>
              <a:defRPr sz="2700"/>
            </a:lvl3pPr>
            <a:lvl4pPr lvl="3" algn="ctr" rtl="0">
              <a:lnSpc>
                <a:spcPct val="90000"/>
              </a:lnSpc>
              <a:spcBef>
                <a:spcPts val="750"/>
              </a:spcBef>
              <a:spcAft>
                <a:spcPts val="0"/>
              </a:spcAft>
              <a:buClr>
                <a:schemeClr val="dk1"/>
              </a:buClr>
              <a:buSzPts val="2400"/>
              <a:buNone/>
              <a:defRPr sz="2400"/>
            </a:lvl4pPr>
            <a:lvl5pPr lvl="4" algn="ctr" rtl="0">
              <a:lnSpc>
                <a:spcPct val="90000"/>
              </a:lnSpc>
              <a:spcBef>
                <a:spcPts val="750"/>
              </a:spcBef>
              <a:spcAft>
                <a:spcPts val="0"/>
              </a:spcAft>
              <a:buClr>
                <a:schemeClr val="dk1"/>
              </a:buClr>
              <a:buSzPts val="2400"/>
              <a:buNone/>
              <a:defRPr sz="2400"/>
            </a:lvl5pPr>
            <a:lvl6pPr lvl="5" algn="ctr" rtl="0">
              <a:lnSpc>
                <a:spcPct val="90000"/>
              </a:lnSpc>
              <a:spcBef>
                <a:spcPts val="750"/>
              </a:spcBef>
              <a:spcAft>
                <a:spcPts val="0"/>
              </a:spcAft>
              <a:buClr>
                <a:schemeClr val="dk1"/>
              </a:buClr>
              <a:buSzPts val="2400"/>
              <a:buNone/>
              <a:defRPr sz="2400"/>
            </a:lvl6pPr>
            <a:lvl7pPr lvl="6" algn="ctr" rtl="0">
              <a:lnSpc>
                <a:spcPct val="90000"/>
              </a:lnSpc>
              <a:spcBef>
                <a:spcPts val="750"/>
              </a:spcBef>
              <a:spcAft>
                <a:spcPts val="0"/>
              </a:spcAft>
              <a:buClr>
                <a:schemeClr val="dk1"/>
              </a:buClr>
              <a:buSzPts val="2400"/>
              <a:buNone/>
              <a:defRPr sz="2400"/>
            </a:lvl7pPr>
            <a:lvl8pPr lvl="7" algn="ctr" rtl="0">
              <a:lnSpc>
                <a:spcPct val="90000"/>
              </a:lnSpc>
              <a:spcBef>
                <a:spcPts val="750"/>
              </a:spcBef>
              <a:spcAft>
                <a:spcPts val="0"/>
              </a:spcAft>
              <a:buClr>
                <a:schemeClr val="dk1"/>
              </a:buClr>
              <a:buSzPts val="2400"/>
              <a:buNone/>
              <a:defRPr sz="2400"/>
            </a:lvl8pPr>
            <a:lvl9pPr lvl="8" algn="ctr" rtl="0">
              <a:lnSpc>
                <a:spcPct val="90000"/>
              </a:lnSpc>
              <a:spcBef>
                <a:spcPts val="750"/>
              </a:spcBef>
              <a:spcAft>
                <a:spcPts val="0"/>
              </a:spcAft>
              <a:buClr>
                <a:schemeClr val="dk1"/>
              </a:buClr>
              <a:buSzPts val="2400"/>
              <a:buNone/>
              <a:defRPr sz="2400"/>
            </a:lvl9pPr>
          </a:lstStyle>
          <a:p>
            <a:endParaRPr/>
          </a:p>
        </p:txBody>
      </p:sp>
      <p:sp>
        <p:nvSpPr>
          <p:cNvPr id="26" name="Google Shape;26;p2"/>
          <p:cNvSpPr txBox="1">
            <a:spLocks noGrp="1"/>
          </p:cNvSpPr>
          <p:nvPr>
            <p:ph type="dt" idx="10"/>
          </p:nvPr>
        </p:nvSpPr>
        <p:spPr>
          <a:xfrm>
            <a:off x="1042988" y="9535996"/>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2"/>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28" name="Google Shape;28;p2"/>
          <p:cNvGrpSpPr/>
          <p:nvPr/>
        </p:nvGrpSpPr>
        <p:grpSpPr>
          <a:xfrm>
            <a:off x="16311697" y="-799989"/>
            <a:ext cx="3953014" cy="4041090"/>
            <a:chOff x="9414500" y="3211685"/>
            <a:chExt cx="1939368" cy="1982287"/>
          </a:xfrm>
        </p:grpSpPr>
        <p:sp>
          <p:nvSpPr>
            <p:cNvPr id="29" name="Google Shape;29;p2"/>
            <p:cNvSpPr/>
            <p:nvPr/>
          </p:nvSpPr>
          <p:spPr>
            <a:xfrm>
              <a:off x="9414500" y="3673801"/>
              <a:ext cx="924300" cy="924300"/>
            </a:xfrm>
            <a:prstGeom prst="ellipse">
              <a:avLst/>
            </a:prstGeom>
            <a:noFill/>
            <a:ln w="28575" cap="flat" cmpd="sng">
              <a:solidFill>
                <a:srgbClr val="EC1B23">
                  <a:alpha val="2902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30" name="Google Shape;30;p2"/>
            <p:cNvSpPr/>
            <p:nvPr/>
          </p:nvSpPr>
          <p:spPr>
            <a:xfrm>
              <a:off x="10429568" y="3211685"/>
              <a:ext cx="924300" cy="924300"/>
            </a:xfrm>
            <a:prstGeom prst="ellipse">
              <a:avLst/>
            </a:prstGeom>
            <a:noFill/>
            <a:ln w="28575" cap="flat" cmpd="sng">
              <a:solidFill>
                <a:srgbClr val="EC1B23">
                  <a:alpha val="2902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31" name="Google Shape;31;p2"/>
            <p:cNvSpPr/>
            <p:nvPr/>
          </p:nvSpPr>
          <p:spPr>
            <a:xfrm>
              <a:off x="10338732" y="4269672"/>
              <a:ext cx="924300" cy="924300"/>
            </a:xfrm>
            <a:prstGeom prst="ellipse">
              <a:avLst/>
            </a:prstGeom>
            <a:noFill/>
            <a:ln w="28575" cap="flat" cmpd="sng">
              <a:solidFill>
                <a:srgbClr val="EC1B23">
                  <a:alpha val="2902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grpSp>
      <p:pic>
        <p:nvPicPr>
          <p:cNvPr id="32" name="Google Shape;32;p2" descr="Logo"/>
          <p:cNvPicPr preferRelativeResize="0"/>
          <p:nvPr/>
        </p:nvPicPr>
        <p:blipFill rotWithShape="1">
          <a:blip r:embed="rId3">
            <a:alphaModFix/>
          </a:blip>
          <a:srcRect/>
          <a:stretch/>
        </p:blipFill>
        <p:spPr>
          <a:xfrm>
            <a:off x="1042883" y="1998957"/>
            <a:ext cx="4817871" cy="124201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3"/>
        <p:cNvGrpSpPr/>
        <p:nvPr/>
      </p:nvGrpSpPr>
      <p:grpSpPr>
        <a:xfrm>
          <a:off x="0" y="0"/>
          <a:ext cx="0" cy="0"/>
          <a:chOff x="0" y="0"/>
          <a:chExt cx="0" cy="0"/>
        </a:xfrm>
      </p:grpSpPr>
      <p:sp>
        <p:nvSpPr>
          <p:cNvPr id="34" name="Google Shape;34;p3"/>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5" name="Google Shape;35;p3"/>
          <p:cNvSpPr txBox="1">
            <a:spLocks noGrp="1"/>
          </p:cNvSpPr>
          <p:nvPr>
            <p:ph type="body" idx="1"/>
          </p:nvPr>
        </p:nvSpPr>
        <p:spPr>
          <a:xfrm>
            <a:off x="1042988" y="2493893"/>
            <a:ext cx="16771500" cy="6528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500"/>
              </a:spcBef>
              <a:spcAft>
                <a:spcPts val="0"/>
              </a:spcAft>
              <a:buClr>
                <a:schemeClr val="dk1"/>
              </a:buClr>
              <a:buSzPts val="1800"/>
              <a:buChar char="•"/>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36" name="Google Shape;36;p3"/>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3"/>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8" name="Google Shape;38;p3"/>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9" name="Google Shape;39;p3"/>
          <p:cNvSpPr txBox="1">
            <a:spLocks noGrp="1"/>
          </p:cNvSpPr>
          <p:nvPr>
            <p:ph type="body" idx="2"/>
          </p:nvPr>
        </p:nvSpPr>
        <p:spPr>
          <a:xfrm>
            <a:off x="473870" y="1186046"/>
            <a:ext cx="17340300" cy="791400"/>
          </a:xfrm>
          <a:prstGeom prst="rect">
            <a:avLst/>
          </a:prstGeom>
          <a:noFill/>
          <a:ln>
            <a:noFill/>
          </a:ln>
        </p:spPr>
        <p:txBody>
          <a:bodyPr spcFirstLastPara="1" wrap="square" lIns="91425" tIns="45700" rIns="91425" bIns="45700" anchor="ctr" anchorCtr="0">
            <a:normAutofit/>
          </a:bodyPr>
          <a:lstStyle>
            <a:lvl1pPr marL="457200" lvl="0" indent="-228600" algn="l" rtl="0">
              <a:lnSpc>
                <a:spcPct val="90000"/>
              </a:lnSpc>
              <a:spcBef>
                <a:spcPts val="1500"/>
              </a:spcBef>
              <a:spcAft>
                <a:spcPts val="0"/>
              </a:spcAft>
              <a:buClr>
                <a:schemeClr val="dk1"/>
              </a:buClr>
              <a:buSzPts val="4200"/>
              <a:buNone/>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40"/>
        <p:cNvGrpSpPr/>
        <p:nvPr/>
      </p:nvGrpSpPr>
      <p:grpSpPr>
        <a:xfrm>
          <a:off x="0" y="0"/>
          <a:ext cx="0" cy="0"/>
          <a:chOff x="0" y="0"/>
          <a:chExt cx="0" cy="0"/>
        </a:xfrm>
      </p:grpSpPr>
      <p:sp>
        <p:nvSpPr>
          <p:cNvPr id="41" name="Google Shape;41;p4"/>
          <p:cNvSpPr/>
          <p:nvPr/>
        </p:nvSpPr>
        <p:spPr>
          <a:xfrm>
            <a:off x="14677444" y="6666207"/>
            <a:ext cx="3620700" cy="3620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b="0" i="0" u="none" strike="noStrike" cap="none">
              <a:solidFill>
                <a:schemeClr val="lt1"/>
              </a:solidFill>
              <a:latin typeface="Roboto"/>
              <a:ea typeface="Roboto"/>
              <a:cs typeface="Roboto"/>
              <a:sym typeface="Roboto"/>
            </a:endParaRPr>
          </a:p>
        </p:txBody>
      </p:sp>
      <p:sp>
        <p:nvSpPr>
          <p:cNvPr id="42" name="Google Shape;42;p4"/>
          <p:cNvSpPr/>
          <p:nvPr/>
        </p:nvSpPr>
        <p:spPr>
          <a:xfrm>
            <a:off x="0" y="1588"/>
            <a:ext cx="18288000" cy="14643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dk1"/>
              </a:solidFill>
              <a:latin typeface="Roboto"/>
              <a:ea typeface="Roboto"/>
              <a:cs typeface="Roboto"/>
              <a:sym typeface="Roboto"/>
            </a:endParaRPr>
          </a:p>
        </p:txBody>
      </p:sp>
      <p:sp>
        <p:nvSpPr>
          <p:cNvPr id="43" name="Google Shape;43;p4"/>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4"/>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4"/>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4"/>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7" name="Google Shape;47;p4"/>
          <p:cNvSpPr/>
          <p:nvPr/>
        </p:nvSpPr>
        <p:spPr>
          <a:xfrm>
            <a:off x="-1251175" y="8476603"/>
            <a:ext cx="3620700" cy="3620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00"/>
              <a:buFont typeface="Roboto"/>
              <a:buNone/>
            </a:pPr>
            <a:endParaRPr sz="2700" b="0" i="0" u="none" strike="noStrike" cap="none">
              <a:solidFill>
                <a:schemeClr val="dk1"/>
              </a:solidFill>
              <a:latin typeface="Roboto"/>
              <a:ea typeface="Roboto"/>
              <a:cs typeface="Roboto"/>
              <a:sym typeface="Roboto"/>
            </a:endParaRPr>
          </a:p>
        </p:txBody>
      </p:sp>
      <p:pic>
        <p:nvPicPr>
          <p:cNvPr id="48" name="Google Shape;48;p4"/>
          <p:cNvPicPr preferRelativeResize="0"/>
          <p:nvPr/>
        </p:nvPicPr>
        <p:blipFill rotWithShape="1">
          <a:blip r:embed="rId2">
            <a:alphaModFix/>
          </a:blip>
          <a:srcRect/>
          <a:stretch/>
        </p:blipFill>
        <p:spPr>
          <a:xfrm>
            <a:off x="162161" y="9535996"/>
            <a:ext cx="1761650" cy="398927"/>
          </a:xfrm>
          <a:prstGeom prst="rect">
            <a:avLst/>
          </a:prstGeom>
          <a:noFill/>
          <a:ln>
            <a:noFill/>
          </a:ln>
        </p:spPr>
      </p:pic>
      <p:cxnSp>
        <p:nvCxnSpPr>
          <p:cNvPr id="49" name="Google Shape;49;p4"/>
          <p:cNvCxnSpPr/>
          <p:nvPr/>
        </p:nvCxnSpPr>
        <p:spPr>
          <a:xfrm>
            <a:off x="473529" y="395691"/>
            <a:ext cx="0" cy="791400"/>
          </a:xfrm>
          <a:prstGeom prst="straightConnector1">
            <a:avLst/>
          </a:prstGeom>
          <a:noFill/>
          <a:ln w="57150" cap="flat" cmpd="sng">
            <a:solidFill>
              <a:schemeClr val="lt1"/>
            </a:solidFill>
            <a:prstDash val="solid"/>
            <a:miter lim="800000"/>
            <a:headEnd type="none" w="sm" len="sm"/>
            <a:tailEnd type="none" w="sm" len="sm"/>
          </a:ln>
        </p:spPr>
      </p:cxnSp>
      <p:sp>
        <p:nvSpPr>
          <p:cNvPr id="50" name="Google Shape;50;p4"/>
          <p:cNvSpPr txBox="1">
            <a:spLocks noGrp="1"/>
          </p:cNvSpPr>
          <p:nvPr>
            <p:ph type="body" idx="1"/>
          </p:nvPr>
        </p:nvSpPr>
        <p:spPr>
          <a:xfrm>
            <a:off x="1042988" y="2493893"/>
            <a:ext cx="16771500" cy="6528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500"/>
              </a:spcBef>
              <a:spcAft>
                <a:spcPts val="0"/>
              </a:spcAft>
              <a:buClr>
                <a:schemeClr val="dk1"/>
              </a:buClr>
              <a:buSzPts val="1800"/>
              <a:buChar char="•"/>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Only">
  <p:cSld name="2_Title Only">
    <p:spTree>
      <p:nvGrpSpPr>
        <p:cNvPr id="1" name="Shape 51"/>
        <p:cNvGrpSpPr/>
        <p:nvPr/>
      </p:nvGrpSpPr>
      <p:grpSpPr>
        <a:xfrm>
          <a:off x="0" y="0"/>
          <a:ext cx="0" cy="0"/>
          <a:chOff x="0" y="0"/>
          <a:chExt cx="0" cy="0"/>
        </a:xfrm>
      </p:grpSpPr>
      <p:sp>
        <p:nvSpPr>
          <p:cNvPr id="52" name="Google Shape;52;p5"/>
          <p:cNvSpPr/>
          <p:nvPr/>
        </p:nvSpPr>
        <p:spPr>
          <a:xfrm>
            <a:off x="14677444" y="6666207"/>
            <a:ext cx="3620700" cy="3620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b="0" i="0" u="none" strike="noStrike" cap="none">
              <a:solidFill>
                <a:schemeClr val="lt1"/>
              </a:solidFill>
              <a:latin typeface="Roboto"/>
              <a:ea typeface="Roboto"/>
              <a:cs typeface="Roboto"/>
              <a:sym typeface="Roboto"/>
            </a:endParaRPr>
          </a:p>
        </p:txBody>
      </p:sp>
      <p:sp>
        <p:nvSpPr>
          <p:cNvPr id="53" name="Google Shape;53;p5"/>
          <p:cNvSpPr/>
          <p:nvPr/>
        </p:nvSpPr>
        <p:spPr>
          <a:xfrm>
            <a:off x="0" y="1588"/>
            <a:ext cx="18288000" cy="14643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dk1"/>
              </a:solidFill>
              <a:latin typeface="Roboto"/>
              <a:ea typeface="Roboto"/>
              <a:cs typeface="Roboto"/>
              <a:sym typeface="Roboto"/>
            </a:endParaRPr>
          </a:p>
        </p:txBody>
      </p:sp>
      <p:sp>
        <p:nvSpPr>
          <p:cNvPr id="54" name="Google Shape;54;p5"/>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 name="Google Shape;55;p5"/>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5"/>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7" name="Google Shape;57;p5"/>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8" name="Google Shape;58;p5"/>
          <p:cNvSpPr/>
          <p:nvPr/>
        </p:nvSpPr>
        <p:spPr>
          <a:xfrm>
            <a:off x="-1810397" y="8478191"/>
            <a:ext cx="3620700" cy="36207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00"/>
              <a:buFont typeface="Roboto"/>
              <a:buNone/>
            </a:pPr>
            <a:endParaRPr sz="2700" b="0" i="0" u="none" strike="noStrike" cap="none">
              <a:solidFill>
                <a:schemeClr val="dk1"/>
              </a:solidFill>
              <a:latin typeface="Roboto"/>
              <a:ea typeface="Roboto"/>
              <a:cs typeface="Roboto"/>
              <a:sym typeface="Roboto"/>
            </a:endParaRPr>
          </a:p>
        </p:txBody>
      </p:sp>
      <p:pic>
        <p:nvPicPr>
          <p:cNvPr id="59" name="Google Shape;59;p5"/>
          <p:cNvPicPr preferRelativeResize="0"/>
          <p:nvPr/>
        </p:nvPicPr>
        <p:blipFill rotWithShape="1">
          <a:blip r:embed="rId2">
            <a:alphaModFix/>
          </a:blip>
          <a:srcRect/>
          <a:stretch/>
        </p:blipFill>
        <p:spPr>
          <a:xfrm>
            <a:off x="15457823" y="441265"/>
            <a:ext cx="2472744" cy="559952"/>
          </a:xfrm>
          <a:prstGeom prst="rect">
            <a:avLst/>
          </a:prstGeom>
          <a:noFill/>
          <a:ln>
            <a:noFill/>
          </a:ln>
        </p:spPr>
      </p:pic>
      <p:cxnSp>
        <p:nvCxnSpPr>
          <p:cNvPr id="60" name="Google Shape;60;p5"/>
          <p:cNvCxnSpPr/>
          <p:nvPr/>
        </p:nvCxnSpPr>
        <p:spPr>
          <a:xfrm>
            <a:off x="473529" y="395691"/>
            <a:ext cx="0" cy="791400"/>
          </a:xfrm>
          <a:prstGeom prst="straightConnector1">
            <a:avLst/>
          </a:prstGeom>
          <a:noFill/>
          <a:ln w="57150" cap="flat" cmpd="sng">
            <a:solidFill>
              <a:schemeClr val="lt1"/>
            </a:solidFill>
            <a:prstDash val="solid"/>
            <a:miter lim="800000"/>
            <a:headEnd type="none" w="sm" len="sm"/>
            <a:tailEnd type="none" w="sm" len="sm"/>
          </a:ln>
        </p:spPr>
      </p:cxnSp>
      <p:sp>
        <p:nvSpPr>
          <p:cNvPr id="61" name="Google Shape;61;p5"/>
          <p:cNvSpPr txBox="1">
            <a:spLocks noGrp="1"/>
          </p:cNvSpPr>
          <p:nvPr>
            <p:ph type="body" idx="1"/>
          </p:nvPr>
        </p:nvSpPr>
        <p:spPr>
          <a:xfrm>
            <a:off x="1042988" y="2493893"/>
            <a:ext cx="16771500" cy="6528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500"/>
              </a:spcBef>
              <a:spcAft>
                <a:spcPts val="0"/>
              </a:spcAft>
              <a:buClr>
                <a:schemeClr val="dk1"/>
              </a:buClr>
              <a:buSzPts val="1800"/>
              <a:buChar char="•"/>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2"/>
        <p:cNvGrpSpPr/>
        <p:nvPr/>
      </p:nvGrpSpPr>
      <p:grpSpPr>
        <a:xfrm>
          <a:off x="0" y="0"/>
          <a:ext cx="0" cy="0"/>
          <a:chOff x="0" y="0"/>
          <a:chExt cx="0" cy="0"/>
        </a:xfrm>
      </p:grpSpPr>
      <p:sp>
        <p:nvSpPr>
          <p:cNvPr id="63" name="Google Shape;63;p6"/>
          <p:cNvSpPr txBox="1">
            <a:spLocks noGrp="1"/>
          </p:cNvSpPr>
          <p:nvPr>
            <p:ph type="body" idx="1"/>
          </p:nvPr>
        </p:nvSpPr>
        <p:spPr>
          <a:xfrm>
            <a:off x="1042988" y="2522134"/>
            <a:ext cx="7736700" cy="1236000"/>
          </a:xfrm>
          <a:prstGeom prst="rect">
            <a:avLst/>
          </a:prstGeom>
          <a:noFill/>
          <a:ln>
            <a:noFill/>
          </a:ln>
        </p:spPr>
        <p:txBody>
          <a:bodyPr spcFirstLastPara="1" wrap="square" lIns="91425" tIns="45700" rIns="91425" bIns="45700" anchor="b" anchorCtr="0">
            <a:noAutofit/>
          </a:bodyPr>
          <a:lstStyle>
            <a:lvl1pPr marL="457200" lvl="0" indent="-228600" algn="l" rtl="0">
              <a:lnSpc>
                <a:spcPct val="90000"/>
              </a:lnSpc>
              <a:spcBef>
                <a:spcPts val="1500"/>
              </a:spcBef>
              <a:spcAft>
                <a:spcPts val="0"/>
              </a:spcAft>
              <a:buClr>
                <a:schemeClr val="dk1"/>
              </a:buClr>
              <a:buSzPts val="4400"/>
              <a:buNone/>
              <a:defRPr sz="4400" b="1"/>
            </a:lvl1pPr>
            <a:lvl2pPr marL="914400" lvl="1" indent="-228600" algn="l" rtl="0">
              <a:lnSpc>
                <a:spcPct val="90000"/>
              </a:lnSpc>
              <a:spcBef>
                <a:spcPts val="750"/>
              </a:spcBef>
              <a:spcAft>
                <a:spcPts val="0"/>
              </a:spcAft>
              <a:buClr>
                <a:schemeClr val="dk1"/>
              </a:buClr>
              <a:buSzPts val="3000"/>
              <a:buNone/>
              <a:defRPr sz="3000" b="1"/>
            </a:lvl2pPr>
            <a:lvl3pPr marL="1371600" lvl="2" indent="-228600" algn="l" rtl="0">
              <a:lnSpc>
                <a:spcPct val="90000"/>
              </a:lnSpc>
              <a:spcBef>
                <a:spcPts val="750"/>
              </a:spcBef>
              <a:spcAft>
                <a:spcPts val="0"/>
              </a:spcAft>
              <a:buClr>
                <a:schemeClr val="dk1"/>
              </a:buClr>
              <a:buSzPts val="2700"/>
              <a:buNone/>
              <a:defRPr sz="2700" b="1"/>
            </a:lvl3pPr>
            <a:lvl4pPr marL="1828800" lvl="3" indent="-228600" algn="l" rtl="0">
              <a:lnSpc>
                <a:spcPct val="90000"/>
              </a:lnSpc>
              <a:spcBef>
                <a:spcPts val="750"/>
              </a:spcBef>
              <a:spcAft>
                <a:spcPts val="0"/>
              </a:spcAft>
              <a:buClr>
                <a:schemeClr val="dk1"/>
              </a:buClr>
              <a:buSzPts val="2400"/>
              <a:buNone/>
              <a:defRPr sz="2400" b="1"/>
            </a:lvl4pPr>
            <a:lvl5pPr marL="2286000" lvl="4" indent="-228600" algn="l" rtl="0">
              <a:lnSpc>
                <a:spcPct val="90000"/>
              </a:lnSpc>
              <a:spcBef>
                <a:spcPts val="750"/>
              </a:spcBef>
              <a:spcAft>
                <a:spcPts val="0"/>
              </a:spcAft>
              <a:buClr>
                <a:schemeClr val="dk1"/>
              </a:buClr>
              <a:buSzPts val="2400"/>
              <a:buNone/>
              <a:defRPr sz="2400" b="1"/>
            </a:lvl5pPr>
            <a:lvl6pPr marL="2743200" lvl="5" indent="-228600" algn="l" rtl="0">
              <a:lnSpc>
                <a:spcPct val="90000"/>
              </a:lnSpc>
              <a:spcBef>
                <a:spcPts val="750"/>
              </a:spcBef>
              <a:spcAft>
                <a:spcPts val="0"/>
              </a:spcAft>
              <a:buClr>
                <a:schemeClr val="dk1"/>
              </a:buClr>
              <a:buSzPts val="2400"/>
              <a:buNone/>
              <a:defRPr sz="2400" b="1"/>
            </a:lvl6pPr>
            <a:lvl7pPr marL="3200400" lvl="6" indent="-228600" algn="l" rtl="0">
              <a:lnSpc>
                <a:spcPct val="90000"/>
              </a:lnSpc>
              <a:spcBef>
                <a:spcPts val="750"/>
              </a:spcBef>
              <a:spcAft>
                <a:spcPts val="0"/>
              </a:spcAft>
              <a:buClr>
                <a:schemeClr val="dk1"/>
              </a:buClr>
              <a:buSzPts val="2400"/>
              <a:buNone/>
              <a:defRPr sz="2400" b="1"/>
            </a:lvl7pPr>
            <a:lvl8pPr marL="3657600" lvl="7" indent="-228600" algn="l" rtl="0">
              <a:lnSpc>
                <a:spcPct val="90000"/>
              </a:lnSpc>
              <a:spcBef>
                <a:spcPts val="750"/>
              </a:spcBef>
              <a:spcAft>
                <a:spcPts val="0"/>
              </a:spcAft>
              <a:buClr>
                <a:schemeClr val="dk1"/>
              </a:buClr>
              <a:buSzPts val="2400"/>
              <a:buNone/>
              <a:defRPr sz="2400" b="1"/>
            </a:lvl8pPr>
            <a:lvl9pPr marL="4114800" lvl="8" indent="-228600" algn="l" rtl="0">
              <a:lnSpc>
                <a:spcPct val="90000"/>
              </a:lnSpc>
              <a:spcBef>
                <a:spcPts val="750"/>
              </a:spcBef>
              <a:spcAft>
                <a:spcPts val="0"/>
              </a:spcAft>
              <a:buClr>
                <a:schemeClr val="dk1"/>
              </a:buClr>
              <a:buSzPts val="2400"/>
              <a:buNone/>
              <a:defRPr sz="2400" b="1"/>
            </a:lvl9pPr>
          </a:lstStyle>
          <a:p>
            <a:endParaRPr/>
          </a:p>
        </p:txBody>
      </p:sp>
      <p:sp>
        <p:nvSpPr>
          <p:cNvPr id="64" name="Google Shape;64;p6"/>
          <p:cNvSpPr txBox="1">
            <a:spLocks noGrp="1"/>
          </p:cNvSpPr>
          <p:nvPr>
            <p:ph type="body" idx="2"/>
          </p:nvPr>
        </p:nvSpPr>
        <p:spPr>
          <a:xfrm>
            <a:off x="1042988" y="3758193"/>
            <a:ext cx="7736700" cy="5527800"/>
          </a:xfrm>
          <a:prstGeom prst="rect">
            <a:avLst/>
          </a:prstGeom>
          <a:noFill/>
          <a:ln>
            <a:noFill/>
          </a:ln>
        </p:spPr>
        <p:txBody>
          <a:bodyPr spcFirstLastPara="1" wrap="square" lIns="91425" tIns="45700" rIns="91425" bIns="45700" anchor="t" anchorCtr="0">
            <a:normAutofit/>
          </a:bodyPr>
          <a:lstStyle>
            <a:lvl1pPr marL="457200" lvl="0" indent="-482600" algn="l" rtl="0">
              <a:lnSpc>
                <a:spcPct val="90000"/>
              </a:lnSpc>
              <a:spcBef>
                <a:spcPts val="1500"/>
              </a:spcBef>
              <a:spcAft>
                <a:spcPts val="0"/>
              </a:spcAft>
              <a:buClr>
                <a:schemeClr val="dk1"/>
              </a:buClr>
              <a:buSzPts val="4000"/>
              <a:buChar char="•"/>
              <a:defRPr sz="4000"/>
            </a:lvl1pPr>
            <a:lvl2pPr marL="914400" lvl="1" indent="-431800" algn="l" rtl="0">
              <a:lnSpc>
                <a:spcPct val="90000"/>
              </a:lnSpc>
              <a:spcBef>
                <a:spcPts val="750"/>
              </a:spcBef>
              <a:spcAft>
                <a:spcPts val="0"/>
              </a:spcAft>
              <a:buClr>
                <a:schemeClr val="dk1"/>
              </a:buClr>
              <a:buSzPts val="3200"/>
              <a:buChar char="•"/>
              <a:defRPr sz="3200"/>
            </a:lvl2pPr>
            <a:lvl3pPr marL="1371600" lvl="2" indent="-406400" algn="l" rtl="0">
              <a:lnSpc>
                <a:spcPct val="90000"/>
              </a:lnSpc>
              <a:spcBef>
                <a:spcPts val="750"/>
              </a:spcBef>
              <a:spcAft>
                <a:spcPts val="0"/>
              </a:spcAft>
              <a:buClr>
                <a:schemeClr val="dk1"/>
              </a:buClr>
              <a:buSzPts val="2800"/>
              <a:buChar char="•"/>
              <a:defRPr sz="2800"/>
            </a:lvl3pPr>
            <a:lvl4pPr marL="1828800" lvl="3" indent="-381000" algn="l" rtl="0">
              <a:lnSpc>
                <a:spcPct val="90000"/>
              </a:lnSpc>
              <a:spcBef>
                <a:spcPts val="750"/>
              </a:spcBef>
              <a:spcAft>
                <a:spcPts val="0"/>
              </a:spcAft>
              <a:buClr>
                <a:schemeClr val="dk1"/>
              </a:buClr>
              <a:buSzPts val="2400"/>
              <a:buChar char="•"/>
              <a:defRPr sz="2400"/>
            </a:lvl4pPr>
            <a:lvl5pPr marL="2286000" lvl="4" indent="-381000" algn="l" rtl="0">
              <a:lnSpc>
                <a:spcPct val="90000"/>
              </a:lnSpc>
              <a:spcBef>
                <a:spcPts val="750"/>
              </a:spcBef>
              <a:spcAft>
                <a:spcPts val="0"/>
              </a:spcAft>
              <a:buClr>
                <a:schemeClr val="dk1"/>
              </a:buClr>
              <a:buSzPts val="2400"/>
              <a:buChar char="•"/>
              <a:defRPr sz="2400"/>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65" name="Google Shape;65;p6"/>
          <p:cNvSpPr txBox="1">
            <a:spLocks noGrp="1"/>
          </p:cNvSpPr>
          <p:nvPr>
            <p:ph type="body" idx="3"/>
          </p:nvPr>
        </p:nvSpPr>
        <p:spPr>
          <a:xfrm>
            <a:off x="9147690" y="2522134"/>
            <a:ext cx="7774800" cy="1236000"/>
          </a:xfrm>
          <a:prstGeom prst="rect">
            <a:avLst/>
          </a:prstGeom>
          <a:noFill/>
          <a:ln>
            <a:noFill/>
          </a:ln>
        </p:spPr>
        <p:txBody>
          <a:bodyPr spcFirstLastPara="1" wrap="square" lIns="91425" tIns="45700" rIns="91425" bIns="45700" anchor="b" anchorCtr="0">
            <a:noAutofit/>
          </a:bodyPr>
          <a:lstStyle>
            <a:lvl1pPr marL="457200" lvl="0" indent="-228600" algn="l" rtl="0">
              <a:lnSpc>
                <a:spcPct val="90000"/>
              </a:lnSpc>
              <a:spcBef>
                <a:spcPts val="1500"/>
              </a:spcBef>
              <a:spcAft>
                <a:spcPts val="0"/>
              </a:spcAft>
              <a:buClr>
                <a:schemeClr val="dk1"/>
              </a:buClr>
              <a:buSzPts val="4400"/>
              <a:buNone/>
              <a:defRPr sz="4400" b="1"/>
            </a:lvl1pPr>
            <a:lvl2pPr marL="914400" lvl="1" indent="-228600" algn="l" rtl="0">
              <a:lnSpc>
                <a:spcPct val="90000"/>
              </a:lnSpc>
              <a:spcBef>
                <a:spcPts val="750"/>
              </a:spcBef>
              <a:spcAft>
                <a:spcPts val="0"/>
              </a:spcAft>
              <a:buClr>
                <a:schemeClr val="dk1"/>
              </a:buClr>
              <a:buSzPts val="3000"/>
              <a:buNone/>
              <a:defRPr sz="3000" b="1"/>
            </a:lvl2pPr>
            <a:lvl3pPr marL="1371600" lvl="2" indent="-228600" algn="l" rtl="0">
              <a:lnSpc>
                <a:spcPct val="90000"/>
              </a:lnSpc>
              <a:spcBef>
                <a:spcPts val="750"/>
              </a:spcBef>
              <a:spcAft>
                <a:spcPts val="0"/>
              </a:spcAft>
              <a:buClr>
                <a:schemeClr val="dk1"/>
              </a:buClr>
              <a:buSzPts val="2700"/>
              <a:buNone/>
              <a:defRPr sz="2700" b="1"/>
            </a:lvl3pPr>
            <a:lvl4pPr marL="1828800" lvl="3" indent="-228600" algn="l" rtl="0">
              <a:lnSpc>
                <a:spcPct val="90000"/>
              </a:lnSpc>
              <a:spcBef>
                <a:spcPts val="750"/>
              </a:spcBef>
              <a:spcAft>
                <a:spcPts val="0"/>
              </a:spcAft>
              <a:buClr>
                <a:schemeClr val="dk1"/>
              </a:buClr>
              <a:buSzPts val="2400"/>
              <a:buNone/>
              <a:defRPr sz="2400" b="1"/>
            </a:lvl4pPr>
            <a:lvl5pPr marL="2286000" lvl="4" indent="-228600" algn="l" rtl="0">
              <a:lnSpc>
                <a:spcPct val="90000"/>
              </a:lnSpc>
              <a:spcBef>
                <a:spcPts val="750"/>
              </a:spcBef>
              <a:spcAft>
                <a:spcPts val="0"/>
              </a:spcAft>
              <a:buClr>
                <a:schemeClr val="dk1"/>
              </a:buClr>
              <a:buSzPts val="2400"/>
              <a:buNone/>
              <a:defRPr sz="2400" b="1"/>
            </a:lvl5pPr>
            <a:lvl6pPr marL="2743200" lvl="5" indent="-228600" algn="l" rtl="0">
              <a:lnSpc>
                <a:spcPct val="90000"/>
              </a:lnSpc>
              <a:spcBef>
                <a:spcPts val="750"/>
              </a:spcBef>
              <a:spcAft>
                <a:spcPts val="0"/>
              </a:spcAft>
              <a:buClr>
                <a:schemeClr val="dk1"/>
              </a:buClr>
              <a:buSzPts val="2400"/>
              <a:buNone/>
              <a:defRPr sz="2400" b="1"/>
            </a:lvl6pPr>
            <a:lvl7pPr marL="3200400" lvl="6" indent="-228600" algn="l" rtl="0">
              <a:lnSpc>
                <a:spcPct val="90000"/>
              </a:lnSpc>
              <a:spcBef>
                <a:spcPts val="750"/>
              </a:spcBef>
              <a:spcAft>
                <a:spcPts val="0"/>
              </a:spcAft>
              <a:buClr>
                <a:schemeClr val="dk1"/>
              </a:buClr>
              <a:buSzPts val="2400"/>
              <a:buNone/>
              <a:defRPr sz="2400" b="1"/>
            </a:lvl7pPr>
            <a:lvl8pPr marL="3657600" lvl="7" indent="-228600" algn="l" rtl="0">
              <a:lnSpc>
                <a:spcPct val="90000"/>
              </a:lnSpc>
              <a:spcBef>
                <a:spcPts val="750"/>
              </a:spcBef>
              <a:spcAft>
                <a:spcPts val="0"/>
              </a:spcAft>
              <a:buClr>
                <a:schemeClr val="dk1"/>
              </a:buClr>
              <a:buSzPts val="2400"/>
              <a:buNone/>
              <a:defRPr sz="2400" b="1"/>
            </a:lvl8pPr>
            <a:lvl9pPr marL="4114800" lvl="8" indent="-228600" algn="l" rtl="0">
              <a:lnSpc>
                <a:spcPct val="90000"/>
              </a:lnSpc>
              <a:spcBef>
                <a:spcPts val="750"/>
              </a:spcBef>
              <a:spcAft>
                <a:spcPts val="0"/>
              </a:spcAft>
              <a:buClr>
                <a:schemeClr val="dk1"/>
              </a:buClr>
              <a:buSzPts val="2400"/>
              <a:buNone/>
              <a:defRPr sz="2400" b="1"/>
            </a:lvl9pPr>
          </a:lstStyle>
          <a:p>
            <a:endParaRPr/>
          </a:p>
        </p:txBody>
      </p:sp>
      <p:sp>
        <p:nvSpPr>
          <p:cNvPr id="66" name="Google Shape;66;p6"/>
          <p:cNvSpPr txBox="1">
            <a:spLocks noGrp="1"/>
          </p:cNvSpPr>
          <p:nvPr>
            <p:ph type="body" idx="4"/>
          </p:nvPr>
        </p:nvSpPr>
        <p:spPr>
          <a:xfrm>
            <a:off x="9147690" y="3758193"/>
            <a:ext cx="7774800" cy="5527800"/>
          </a:xfrm>
          <a:prstGeom prst="rect">
            <a:avLst/>
          </a:prstGeom>
          <a:noFill/>
          <a:ln>
            <a:noFill/>
          </a:ln>
        </p:spPr>
        <p:txBody>
          <a:bodyPr spcFirstLastPara="1" wrap="square" lIns="91425" tIns="45700" rIns="91425" bIns="45700" anchor="t" anchorCtr="0">
            <a:normAutofit/>
          </a:bodyPr>
          <a:lstStyle>
            <a:lvl1pPr marL="457200" lvl="0" indent="-482600" algn="l" rtl="0">
              <a:lnSpc>
                <a:spcPct val="90000"/>
              </a:lnSpc>
              <a:spcBef>
                <a:spcPts val="1500"/>
              </a:spcBef>
              <a:spcAft>
                <a:spcPts val="0"/>
              </a:spcAft>
              <a:buClr>
                <a:schemeClr val="dk1"/>
              </a:buClr>
              <a:buSzPts val="4000"/>
              <a:buChar char="•"/>
              <a:defRPr sz="4000"/>
            </a:lvl1pPr>
            <a:lvl2pPr marL="914400" lvl="1" indent="-431800" algn="l" rtl="0">
              <a:lnSpc>
                <a:spcPct val="90000"/>
              </a:lnSpc>
              <a:spcBef>
                <a:spcPts val="750"/>
              </a:spcBef>
              <a:spcAft>
                <a:spcPts val="0"/>
              </a:spcAft>
              <a:buClr>
                <a:schemeClr val="dk1"/>
              </a:buClr>
              <a:buSzPts val="3200"/>
              <a:buChar char="•"/>
              <a:defRPr sz="3200"/>
            </a:lvl2pPr>
            <a:lvl3pPr marL="1371600" lvl="2" indent="-406400" algn="l" rtl="0">
              <a:lnSpc>
                <a:spcPct val="90000"/>
              </a:lnSpc>
              <a:spcBef>
                <a:spcPts val="750"/>
              </a:spcBef>
              <a:spcAft>
                <a:spcPts val="0"/>
              </a:spcAft>
              <a:buClr>
                <a:schemeClr val="dk1"/>
              </a:buClr>
              <a:buSzPts val="2800"/>
              <a:buChar char="•"/>
              <a:defRPr sz="2800"/>
            </a:lvl3pPr>
            <a:lvl4pPr marL="1828800" lvl="3" indent="-381000" algn="l" rtl="0">
              <a:lnSpc>
                <a:spcPct val="90000"/>
              </a:lnSpc>
              <a:spcBef>
                <a:spcPts val="750"/>
              </a:spcBef>
              <a:spcAft>
                <a:spcPts val="0"/>
              </a:spcAft>
              <a:buClr>
                <a:schemeClr val="dk1"/>
              </a:buClr>
              <a:buSzPts val="2400"/>
              <a:buChar char="•"/>
              <a:defRPr sz="2400"/>
            </a:lvl4pPr>
            <a:lvl5pPr marL="2286000" lvl="4" indent="-381000" algn="l" rtl="0">
              <a:lnSpc>
                <a:spcPct val="90000"/>
              </a:lnSpc>
              <a:spcBef>
                <a:spcPts val="750"/>
              </a:spcBef>
              <a:spcAft>
                <a:spcPts val="0"/>
              </a:spcAft>
              <a:buClr>
                <a:schemeClr val="dk1"/>
              </a:buClr>
              <a:buSzPts val="2400"/>
              <a:buChar char="•"/>
              <a:defRPr sz="2400"/>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67" name="Google Shape;67;p6"/>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8" name="Google Shape;68;p6"/>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6"/>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0" name="Google Shape;70;p6"/>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1" name="Google Shape;71;p6"/>
          <p:cNvSpPr txBox="1">
            <a:spLocks noGrp="1"/>
          </p:cNvSpPr>
          <p:nvPr>
            <p:ph type="body" idx="5"/>
          </p:nvPr>
        </p:nvSpPr>
        <p:spPr>
          <a:xfrm>
            <a:off x="473870" y="1186046"/>
            <a:ext cx="17340300" cy="791400"/>
          </a:xfrm>
          <a:prstGeom prst="rect">
            <a:avLst/>
          </a:prstGeom>
          <a:noFill/>
          <a:ln>
            <a:noFill/>
          </a:ln>
        </p:spPr>
        <p:txBody>
          <a:bodyPr spcFirstLastPara="1" wrap="square" lIns="91425" tIns="45700" rIns="91425" bIns="45700" anchor="ctr" anchorCtr="0">
            <a:normAutofit/>
          </a:bodyPr>
          <a:lstStyle>
            <a:lvl1pPr marL="457200" lvl="0" indent="-228600" algn="l" rtl="0">
              <a:lnSpc>
                <a:spcPct val="90000"/>
              </a:lnSpc>
              <a:spcBef>
                <a:spcPts val="1500"/>
              </a:spcBef>
              <a:spcAft>
                <a:spcPts val="0"/>
              </a:spcAft>
              <a:buClr>
                <a:schemeClr val="dk1"/>
              </a:buClr>
              <a:buSzPts val="4200"/>
              <a:buNone/>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1_Blank">
  <p:cSld name="1_Blank">
    <p:spTree>
      <p:nvGrpSpPr>
        <p:cNvPr id="1" name="Shape 72"/>
        <p:cNvGrpSpPr/>
        <p:nvPr/>
      </p:nvGrpSpPr>
      <p:grpSpPr>
        <a:xfrm>
          <a:off x="0" y="0"/>
          <a:ext cx="0" cy="0"/>
          <a:chOff x="0" y="0"/>
          <a:chExt cx="0" cy="0"/>
        </a:xfrm>
      </p:grpSpPr>
      <p:sp>
        <p:nvSpPr>
          <p:cNvPr id="73" name="Google Shape;73;p7"/>
          <p:cNvSpPr/>
          <p:nvPr/>
        </p:nvSpPr>
        <p:spPr>
          <a:xfrm>
            <a:off x="1" y="0"/>
            <a:ext cx="6119700" cy="10288500"/>
          </a:xfrm>
          <a:prstGeom prst="rect">
            <a:avLst/>
          </a:prstGeom>
          <a:solidFill>
            <a:srgbClr val="01814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74" name="Google Shape;74;p7"/>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5" name="Google Shape;75;p7"/>
          <p:cNvSpPr txBox="1">
            <a:spLocks noGrp="1"/>
          </p:cNvSpPr>
          <p:nvPr>
            <p:ph type="body" idx="1"/>
          </p:nvPr>
        </p:nvSpPr>
        <p:spPr>
          <a:xfrm>
            <a:off x="450057" y="5144295"/>
            <a:ext cx="5191200" cy="1529100"/>
          </a:xfrm>
          <a:prstGeom prst="rect">
            <a:avLst/>
          </a:prstGeom>
          <a:noFill/>
          <a:ln>
            <a:noFill/>
          </a:ln>
        </p:spPr>
        <p:txBody>
          <a:bodyPr spcFirstLastPara="1" wrap="square" lIns="91425" tIns="45700" rIns="91425" bIns="45700" anchor="t" anchorCtr="0">
            <a:normAutofit/>
          </a:bodyPr>
          <a:lstStyle>
            <a:lvl1pPr marL="457200" lvl="0" indent="-495300" algn="l" rtl="0">
              <a:lnSpc>
                <a:spcPct val="90000"/>
              </a:lnSpc>
              <a:spcBef>
                <a:spcPts val="1500"/>
              </a:spcBef>
              <a:spcAft>
                <a:spcPts val="0"/>
              </a:spcAft>
              <a:buClr>
                <a:schemeClr val="lt1"/>
              </a:buClr>
              <a:buSzPts val="4200"/>
              <a:buChar char="•"/>
              <a:defRPr>
                <a:solidFill>
                  <a:schemeClr val="lt1"/>
                </a:solidFill>
              </a:defRPr>
            </a:lvl1pPr>
            <a:lvl2pPr marL="914400" lvl="1" indent="-457200" algn="l" rtl="0">
              <a:lnSpc>
                <a:spcPct val="90000"/>
              </a:lnSpc>
              <a:spcBef>
                <a:spcPts val="750"/>
              </a:spcBef>
              <a:spcAft>
                <a:spcPts val="0"/>
              </a:spcAft>
              <a:buClr>
                <a:schemeClr val="lt1"/>
              </a:buClr>
              <a:buSzPts val="3600"/>
              <a:buChar char="•"/>
              <a:defRPr>
                <a:solidFill>
                  <a:schemeClr val="lt1"/>
                </a:solidFill>
              </a:defRPr>
            </a:lvl2pPr>
            <a:lvl3pPr marL="1371600" lvl="2" indent="-419100" algn="l" rtl="0">
              <a:lnSpc>
                <a:spcPct val="90000"/>
              </a:lnSpc>
              <a:spcBef>
                <a:spcPts val="750"/>
              </a:spcBef>
              <a:spcAft>
                <a:spcPts val="0"/>
              </a:spcAft>
              <a:buClr>
                <a:schemeClr val="lt1"/>
              </a:buClr>
              <a:buSzPts val="3000"/>
              <a:buChar char="•"/>
              <a:defRPr>
                <a:solidFill>
                  <a:schemeClr val="lt1"/>
                </a:solidFill>
              </a:defRPr>
            </a:lvl3pPr>
            <a:lvl4pPr marL="1828800" lvl="3" indent="-400050" algn="l" rtl="0">
              <a:lnSpc>
                <a:spcPct val="90000"/>
              </a:lnSpc>
              <a:spcBef>
                <a:spcPts val="750"/>
              </a:spcBef>
              <a:spcAft>
                <a:spcPts val="0"/>
              </a:spcAft>
              <a:buClr>
                <a:schemeClr val="lt1"/>
              </a:buClr>
              <a:buSzPts val="2700"/>
              <a:buChar char="•"/>
              <a:defRPr>
                <a:solidFill>
                  <a:schemeClr val="lt1"/>
                </a:solidFill>
              </a:defRPr>
            </a:lvl4pPr>
            <a:lvl5pPr marL="2286000" lvl="4" indent="-400050" algn="l" rtl="0">
              <a:lnSpc>
                <a:spcPct val="90000"/>
              </a:lnSpc>
              <a:spcBef>
                <a:spcPts val="750"/>
              </a:spcBef>
              <a:spcAft>
                <a:spcPts val="0"/>
              </a:spcAft>
              <a:buClr>
                <a:schemeClr val="lt1"/>
              </a:buClr>
              <a:buSzPts val="2700"/>
              <a:buChar char="•"/>
              <a:defRPr>
                <a:solidFill>
                  <a:schemeClr val="lt1"/>
                </a:solidFill>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76" name="Google Shape;76;p7"/>
          <p:cNvSpPr txBox="1">
            <a:spLocks noGrp="1"/>
          </p:cNvSpPr>
          <p:nvPr>
            <p:ph type="title"/>
          </p:nvPr>
        </p:nvSpPr>
        <p:spPr>
          <a:xfrm>
            <a:off x="450057" y="3087345"/>
            <a:ext cx="5191200" cy="19887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chemeClr val="lt1"/>
              </a:buClr>
              <a:buSzPts val="5400"/>
              <a:buFont typeface="Playfair Display"/>
              <a:buNone/>
              <a:defRPr sz="5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 name="Google Shape;77;p7"/>
          <p:cNvSpPr txBox="1">
            <a:spLocks noGrp="1"/>
          </p:cNvSpPr>
          <p:nvPr>
            <p:ph type="body" idx="2"/>
          </p:nvPr>
        </p:nvSpPr>
        <p:spPr>
          <a:xfrm>
            <a:off x="6119814" y="0"/>
            <a:ext cx="12168300" cy="10288500"/>
          </a:xfrm>
          <a:prstGeom prst="rect">
            <a:avLst/>
          </a:prstGeom>
          <a:noFill/>
          <a:ln>
            <a:noFill/>
          </a:ln>
        </p:spPr>
        <p:txBody>
          <a:bodyPr spcFirstLastPara="1" wrap="square" lIns="91425" tIns="45700" rIns="91425" bIns="45700" anchor="ctr" anchorCtr="0">
            <a:normAutofit/>
          </a:bodyPr>
          <a:lstStyle>
            <a:lvl1pPr marL="457200" lvl="0" indent="-533400" algn="l" rtl="0">
              <a:lnSpc>
                <a:spcPct val="90000"/>
              </a:lnSpc>
              <a:spcBef>
                <a:spcPts val="1500"/>
              </a:spcBef>
              <a:spcAft>
                <a:spcPts val="0"/>
              </a:spcAft>
              <a:buClr>
                <a:schemeClr val="dk1"/>
              </a:buClr>
              <a:buSzPts val="4800"/>
              <a:buChar char="•"/>
              <a:defRPr sz="4800"/>
            </a:lvl1pPr>
            <a:lvl2pPr marL="914400" lvl="1" indent="-495300" algn="l" rtl="0">
              <a:lnSpc>
                <a:spcPct val="90000"/>
              </a:lnSpc>
              <a:spcBef>
                <a:spcPts val="750"/>
              </a:spcBef>
              <a:spcAft>
                <a:spcPts val="0"/>
              </a:spcAft>
              <a:buClr>
                <a:schemeClr val="dk1"/>
              </a:buClr>
              <a:buSzPts val="4200"/>
              <a:buChar char="•"/>
              <a:defRPr sz="4200"/>
            </a:lvl2pPr>
            <a:lvl3pPr marL="1371600" lvl="2" indent="-457200" algn="l" rtl="0">
              <a:lnSpc>
                <a:spcPct val="90000"/>
              </a:lnSpc>
              <a:spcBef>
                <a:spcPts val="750"/>
              </a:spcBef>
              <a:spcAft>
                <a:spcPts val="0"/>
              </a:spcAft>
              <a:buClr>
                <a:schemeClr val="dk1"/>
              </a:buClr>
              <a:buSzPts val="3600"/>
              <a:buChar char="•"/>
              <a:defRPr sz="3600"/>
            </a:lvl3pPr>
            <a:lvl4pPr marL="1828800" lvl="3" indent="-419100" algn="l" rtl="0">
              <a:lnSpc>
                <a:spcPct val="90000"/>
              </a:lnSpc>
              <a:spcBef>
                <a:spcPts val="750"/>
              </a:spcBef>
              <a:spcAft>
                <a:spcPts val="0"/>
              </a:spcAft>
              <a:buClr>
                <a:schemeClr val="dk1"/>
              </a:buClr>
              <a:buSzPts val="3000"/>
              <a:buChar char="•"/>
              <a:defRPr sz="3000"/>
            </a:lvl4pPr>
            <a:lvl5pPr marL="2286000" lvl="4" indent="-419100" algn="l" rtl="0">
              <a:lnSpc>
                <a:spcPct val="90000"/>
              </a:lnSpc>
              <a:spcBef>
                <a:spcPts val="750"/>
              </a:spcBef>
              <a:spcAft>
                <a:spcPts val="0"/>
              </a:spcAft>
              <a:buClr>
                <a:schemeClr val="dk1"/>
              </a:buClr>
              <a:buSzPts val="3000"/>
              <a:buChar char="•"/>
              <a:defRPr sz="3000"/>
            </a:lvl5pPr>
            <a:lvl6pPr marL="2743200" lvl="5" indent="-419100" algn="l" rtl="0">
              <a:lnSpc>
                <a:spcPct val="90000"/>
              </a:lnSpc>
              <a:spcBef>
                <a:spcPts val="750"/>
              </a:spcBef>
              <a:spcAft>
                <a:spcPts val="0"/>
              </a:spcAft>
              <a:buClr>
                <a:schemeClr val="dk1"/>
              </a:buClr>
              <a:buSzPts val="3000"/>
              <a:buChar char="•"/>
              <a:defRPr sz="3000"/>
            </a:lvl6pPr>
            <a:lvl7pPr marL="3200400" lvl="6" indent="-419100" algn="l" rtl="0">
              <a:lnSpc>
                <a:spcPct val="90000"/>
              </a:lnSpc>
              <a:spcBef>
                <a:spcPts val="750"/>
              </a:spcBef>
              <a:spcAft>
                <a:spcPts val="0"/>
              </a:spcAft>
              <a:buClr>
                <a:schemeClr val="dk1"/>
              </a:buClr>
              <a:buSzPts val="3000"/>
              <a:buChar char="•"/>
              <a:defRPr sz="3000"/>
            </a:lvl7pPr>
            <a:lvl8pPr marL="3657600" lvl="7" indent="-419100" algn="l" rtl="0">
              <a:lnSpc>
                <a:spcPct val="90000"/>
              </a:lnSpc>
              <a:spcBef>
                <a:spcPts val="750"/>
              </a:spcBef>
              <a:spcAft>
                <a:spcPts val="0"/>
              </a:spcAft>
              <a:buClr>
                <a:schemeClr val="dk1"/>
              </a:buClr>
              <a:buSzPts val="3000"/>
              <a:buChar char="•"/>
              <a:defRPr sz="3000"/>
            </a:lvl8pPr>
            <a:lvl9pPr marL="4114800" lvl="8" indent="-419100" algn="l" rtl="0">
              <a:lnSpc>
                <a:spcPct val="90000"/>
              </a:lnSpc>
              <a:spcBef>
                <a:spcPts val="750"/>
              </a:spcBef>
              <a:spcAft>
                <a:spcPts val="0"/>
              </a:spcAft>
              <a:buClr>
                <a:schemeClr val="dk1"/>
              </a:buClr>
              <a:buSzPts val="3000"/>
              <a:buChar char="•"/>
              <a:defRPr sz="3000"/>
            </a:lvl9pPr>
          </a:lstStyle>
          <a:p>
            <a:endParaRPr/>
          </a:p>
        </p:txBody>
      </p:sp>
      <p:pic>
        <p:nvPicPr>
          <p:cNvPr id="78" name="Google Shape;78;p7"/>
          <p:cNvPicPr preferRelativeResize="0"/>
          <p:nvPr/>
        </p:nvPicPr>
        <p:blipFill rotWithShape="1">
          <a:blip r:embed="rId2">
            <a:alphaModFix/>
          </a:blip>
          <a:srcRect/>
          <a:stretch/>
        </p:blipFill>
        <p:spPr>
          <a:xfrm>
            <a:off x="1823535" y="441265"/>
            <a:ext cx="2472744" cy="55995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ntent with Caption -LEFT" type="objTx">
  <p:cSld name="OBJECT_WITH_CAPTION_TEXT">
    <p:spTree>
      <p:nvGrpSpPr>
        <p:cNvPr id="1" name="Shape 79"/>
        <p:cNvGrpSpPr/>
        <p:nvPr/>
      </p:nvGrpSpPr>
      <p:grpSpPr>
        <a:xfrm>
          <a:off x="0" y="0"/>
          <a:ext cx="0" cy="0"/>
          <a:chOff x="0" y="0"/>
          <a:chExt cx="0" cy="0"/>
        </a:xfrm>
      </p:grpSpPr>
      <p:sp>
        <p:nvSpPr>
          <p:cNvPr id="80" name="Google Shape;80;p8"/>
          <p:cNvSpPr/>
          <p:nvPr/>
        </p:nvSpPr>
        <p:spPr>
          <a:xfrm>
            <a:off x="0" y="0"/>
            <a:ext cx="9144000" cy="10288500"/>
          </a:xfrm>
          <a:prstGeom prst="rect">
            <a:avLst/>
          </a:prstGeom>
          <a:solidFill>
            <a:srgbClr val="01814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81" name="Google Shape;81;p8"/>
          <p:cNvSpPr txBox="1">
            <a:spLocks noGrp="1"/>
          </p:cNvSpPr>
          <p:nvPr>
            <p:ph type="title"/>
          </p:nvPr>
        </p:nvSpPr>
        <p:spPr>
          <a:xfrm>
            <a:off x="812721" y="4342880"/>
            <a:ext cx="7518600" cy="1602900"/>
          </a:xfrm>
          <a:prstGeom prst="rect">
            <a:avLst/>
          </a:prstGeom>
          <a:noFill/>
          <a:ln>
            <a:noFill/>
          </a:ln>
        </p:spPr>
        <p:txBody>
          <a:bodyPr spcFirstLastPara="1" wrap="square" lIns="91425" tIns="45700" rIns="91425" bIns="45700" anchor="ctr" anchorCtr="0">
            <a:noAutofit/>
          </a:bodyPr>
          <a:lstStyle>
            <a:lvl1pPr lvl="0" algn="ctr" rtl="0">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
          <p:cNvSpPr txBox="1">
            <a:spLocks noGrp="1"/>
          </p:cNvSpPr>
          <p:nvPr>
            <p:ph type="body" idx="1"/>
          </p:nvPr>
        </p:nvSpPr>
        <p:spPr>
          <a:xfrm>
            <a:off x="9144000" y="0"/>
            <a:ext cx="9144000" cy="10288500"/>
          </a:xfrm>
          <a:prstGeom prst="rect">
            <a:avLst/>
          </a:prstGeom>
          <a:noFill/>
          <a:ln>
            <a:noFill/>
          </a:ln>
        </p:spPr>
        <p:txBody>
          <a:bodyPr spcFirstLastPara="1" wrap="square" lIns="91425" tIns="45700" rIns="91425" bIns="45700" anchor="ctr" anchorCtr="0">
            <a:normAutofit/>
          </a:bodyPr>
          <a:lstStyle>
            <a:lvl1pPr marL="457200" lvl="0" indent="-533400" algn="l" rtl="0">
              <a:lnSpc>
                <a:spcPct val="90000"/>
              </a:lnSpc>
              <a:spcBef>
                <a:spcPts val="1500"/>
              </a:spcBef>
              <a:spcAft>
                <a:spcPts val="0"/>
              </a:spcAft>
              <a:buClr>
                <a:schemeClr val="dk1"/>
              </a:buClr>
              <a:buSzPts val="4800"/>
              <a:buChar char="•"/>
              <a:defRPr sz="4800"/>
            </a:lvl1pPr>
            <a:lvl2pPr marL="914400" lvl="1" indent="-495300" algn="l" rtl="0">
              <a:lnSpc>
                <a:spcPct val="90000"/>
              </a:lnSpc>
              <a:spcBef>
                <a:spcPts val="750"/>
              </a:spcBef>
              <a:spcAft>
                <a:spcPts val="0"/>
              </a:spcAft>
              <a:buClr>
                <a:schemeClr val="dk1"/>
              </a:buClr>
              <a:buSzPts val="4200"/>
              <a:buChar char="•"/>
              <a:defRPr sz="4200"/>
            </a:lvl2pPr>
            <a:lvl3pPr marL="1371600" lvl="2" indent="-457200" algn="l" rtl="0">
              <a:lnSpc>
                <a:spcPct val="90000"/>
              </a:lnSpc>
              <a:spcBef>
                <a:spcPts val="750"/>
              </a:spcBef>
              <a:spcAft>
                <a:spcPts val="0"/>
              </a:spcAft>
              <a:buClr>
                <a:schemeClr val="dk1"/>
              </a:buClr>
              <a:buSzPts val="3600"/>
              <a:buChar char="•"/>
              <a:defRPr sz="3600"/>
            </a:lvl3pPr>
            <a:lvl4pPr marL="1828800" lvl="3" indent="-419100" algn="l" rtl="0">
              <a:lnSpc>
                <a:spcPct val="90000"/>
              </a:lnSpc>
              <a:spcBef>
                <a:spcPts val="750"/>
              </a:spcBef>
              <a:spcAft>
                <a:spcPts val="0"/>
              </a:spcAft>
              <a:buClr>
                <a:schemeClr val="dk1"/>
              </a:buClr>
              <a:buSzPts val="3000"/>
              <a:buChar char="•"/>
              <a:defRPr sz="3000"/>
            </a:lvl4pPr>
            <a:lvl5pPr marL="2286000" lvl="4" indent="-419100" algn="l" rtl="0">
              <a:lnSpc>
                <a:spcPct val="90000"/>
              </a:lnSpc>
              <a:spcBef>
                <a:spcPts val="750"/>
              </a:spcBef>
              <a:spcAft>
                <a:spcPts val="0"/>
              </a:spcAft>
              <a:buClr>
                <a:schemeClr val="dk1"/>
              </a:buClr>
              <a:buSzPts val="3000"/>
              <a:buChar char="•"/>
              <a:defRPr sz="3000"/>
            </a:lvl5pPr>
            <a:lvl6pPr marL="2743200" lvl="5" indent="-419100" algn="l" rtl="0">
              <a:lnSpc>
                <a:spcPct val="90000"/>
              </a:lnSpc>
              <a:spcBef>
                <a:spcPts val="750"/>
              </a:spcBef>
              <a:spcAft>
                <a:spcPts val="0"/>
              </a:spcAft>
              <a:buClr>
                <a:schemeClr val="dk1"/>
              </a:buClr>
              <a:buSzPts val="3000"/>
              <a:buChar char="•"/>
              <a:defRPr sz="3000"/>
            </a:lvl6pPr>
            <a:lvl7pPr marL="3200400" lvl="6" indent="-419100" algn="l" rtl="0">
              <a:lnSpc>
                <a:spcPct val="90000"/>
              </a:lnSpc>
              <a:spcBef>
                <a:spcPts val="750"/>
              </a:spcBef>
              <a:spcAft>
                <a:spcPts val="0"/>
              </a:spcAft>
              <a:buClr>
                <a:schemeClr val="dk1"/>
              </a:buClr>
              <a:buSzPts val="3000"/>
              <a:buChar char="•"/>
              <a:defRPr sz="3000"/>
            </a:lvl7pPr>
            <a:lvl8pPr marL="3657600" lvl="7" indent="-419100" algn="l" rtl="0">
              <a:lnSpc>
                <a:spcPct val="90000"/>
              </a:lnSpc>
              <a:spcBef>
                <a:spcPts val="750"/>
              </a:spcBef>
              <a:spcAft>
                <a:spcPts val="0"/>
              </a:spcAft>
              <a:buClr>
                <a:schemeClr val="dk1"/>
              </a:buClr>
              <a:buSzPts val="3000"/>
              <a:buChar char="•"/>
              <a:defRPr sz="3000"/>
            </a:lvl8pPr>
            <a:lvl9pPr marL="4114800" lvl="8" indent="-419100" algn="l" rtl="0">
              <a:lnSpc>
                <a:spcPct val="90000"/>
              </a:lnSpc>
              <a:spcBef>
                <a:spcPts val="750"/>
              </a:spcBef>
              <a:spcAft>
                <a:spcPts val="0"/>
              </a:spcAft>
              <a:buClr>
                <a:schemeClr val="dk1"/>
              </a:buClr>
              <a:buSzPts val="3000"/>
              <a:buChar char="•"/>
              <a:defRPr sz="3000"/>
            </a:lvl9pPr>
          </a:lstStyle>
          <a:p>
            <a:endParaRPr/>
          </a:p>
        </p:txBody>
      </p:sp>
      <p:sp>
        <p:nvSpPr>
          <p:cNvPr id="83" name="Google Shape;83;p8"/>
          <p:cNvSpPr txBox="1">
            <a:spLocks noGrp="1"/>
          </p:cNvSpPr>
          <p:nvPr>
            <p:ph type="body" idx="2"/>
          </p:nvPr>
        </p:nvSpPr>
        <p:spPr>
          <a:xfrm>
            <a:off x="812721" y="6138021"/>
            <a:ext cx="7518600" cy="16029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500"/>
              </a:spcBef>
              <a:spcAft>
                <a:spcPts val="0"/>
              </a:spcAft>
              <a:buClr>
                <a:schemeClr val="lt1"/>
              </a:buClr>
              <a:buSzPts val="3600"/>
              <a:buNone/>
              <a:defRPr sz="3600">
                <a:solidFill>
                  <a:schemeClr val="lt1"/>
                </a:solidFill>
              </a:defRPr>
            </a:lvl1pPr>
            <a:lvl2pPr marL="914400" lvl="1" indent="-228600" algn="l" rtl="0">
              <a:lnSpc>
                <a:spcPct val="90000"/>
              </a:lnSpc>
              <a:spcBef>
                <a:spcPts val="750"/>
              </a:spcBef>
              <a:spcAft>
                <a:spcPts val="0"/>
              </a:spcAft>
              <a:buClr>
                <a:schemeClr val="dk1"/>
              </a:buClr>
              <a:buSzPts val="2100"/>
              <a:buNone/>
              <a:defRPr sz="2100"/>
            </a:lvl2pPr>
            <a:lvl3pPr marL="1371600" lvl="2" indent="-228600" algn="l" rtl="0">
              <a:lnSpc>
                <a:spcPct val="90000"/>
              </a:lnSpc>
              <a:spcBef>
                <a:spcPts val="750"/>
              </a:spcBef>
              <a:spcAft>
                <a:spcPts val="0"/>
              </a:spcAft>
              <a:buClr>
                <a:schemeClr val="dk1"/>
              </a:buClr>
              <a:buSzPts val="1800"/>
              <a:buNone/>
              <a:defRPr sz="1800"/>
            </a:lvl3pPr>
            <a:lvl4pPr marL="1828800" lvl="3" indent="-228600" algn="l" rtl="0">
              <a:lnSpc>
                <a:spcPct val="90000"/>
              </a:lnSpc>
              <a:spcBef>
                <a:spcPts val="750"/>
              </a:spcBef>
              <a:spcAft>
                <a:spcPts val="0"/>
              </a:spcAft>
              <a:buClr>
                <a:schemeClr val="dk1"/>
              </a:buClr>
              <a:buSzPts val="1500"/>
              <a:buNone/>
              <a:defRPr sz="1500"/>
            </a:lvl4pPr>
            <a:lvl5pPr marL="2286000" lvl="4" indent="-228600" algn="l" rtl="0">
              <a:lnSpc>
                <a:spcPct val="90000"/>
              </a:lnSpc>
              <a:spcBef>
                <a:spcPts val="750"/>
              </a:spcBef>
              <a:spcAft>
                <a:spcPts val="0"/>
              </a:spcAft>
              <a:buClr>
                <a:schemeClr val="dk1"/>
              </a:buClr>
              <a:buSzPts val="1500"/>
              <a:buNone/>
              <a:defRPr sz="1500"/>
            </a:lvl5pPr>
            <a:lvl6pPr marL="2743200" lvl="5" indent="-228600" algn="l" rtl="0">
              <a:lnSpc>
                <a:spcPct val="90000"/>
              </a:lnSpc>
              <a:spcBef>
                <a:spcPts val="750"/>
              </a:spcBef>
              <a:spcAft>
                <a:spcPts val="0"/>
              </a:spcAft>
              <a:buClr>
                <a:schemeClr val="dk1"/>
              </a:buClr>
              <a:buSzPts val="1500"/>
              <a:buNone/>
              <a:defRPr sz="1500"/>
            </a:lvl6pPr>
            <a:lvl7pPr marL="3200400" lvl="6" indent="-228600" algn="l" rtl="0">
              <a:lnSpc>
                <a:spcPct val="90000"/>
              </a:lnSpc>
              <a:spcBef>
                <a:spcPts val="750"/>
              </a:spcBef>
              <a:spcAft>
                <a:spcPts val="0"/>
              </a:spcAft>
              <a:buClr>
                <a:schemeClr val="dk1"/>
              </a:buClr>
              <a:buSzPts val="1500"/>
              <a:buNone/>
              <a:defRPr sz="1500"/>
            </a:lvl7pPr>
            <a:lvl8pPr marL="3657600" lvl="7" indent="-228600" algn="l" rtl="0">
              <a:lnSpc>
                <a:spcPct val="90000"/>
              </a:lnSpc>
              <a:spcBef>
                <a:spcPts val="750"/>
              </a:spcBef>
              <a:spcAft>
                <a:spcPts val="0"/>
              </a:spcAft>
              <a:buClr>
                <a:schemeClr val="dk1"/>
              </a:buClr>
              <a:buSzPts val="1500"/>
              <a:buNone/>
              <a:defRPr sz="1500"/>
            </a:lvl8pPr>
            <a:lvl9pPr marL="4114800" lvl="8" indent="-228600" algn="l" rtl="0">
              <a:lnSpc>
                <a:spcPct val="90000"/>
              </a:lnSpc>
              <a:spcBef>
                <a:spcPts val="750"/>
              </a:spcBef>
              <a:spcAft>
                <a:spcPts val="0"/>
              </a:spcAft>
              <a:buClr>
                <a:schemeClr val="dk1"/>
              </a:buClr>
              <a:buSzPts val="1500"/>
              <a:buNone/>
              <a:defRPr sz="1500"/>
            </a:lvl9pPr>
          </a:lstStyle>
          <a:p>
            <a:endParaRPr/>
          </a:p>
        </p:txBody>
      </p:sp>
      <p:sp>
        <p:nvSpPr>
          <p:cNvPr id="84" name="Google Shape;84;p8"/>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85" name="Google Shape;85;p8"/>
          <p:cNvPicPr preferRelativeResize="0"/>
          <p:nvPr/>
        </p:nvPicPr>
        <p:blipFill rotWithShape="1">
          <a:blip r:embed="rId2">
            <a:alphaModFix/>
          </a:blip>
          <a:srcRect/>
          <a:stretch/>
        </p:blipFill>
        <p:spPr>
          <a:xfrm>
            <a:off x="3335628" y="441265"/>
            <a:ext cx="2472744" cy="55995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86"/>
        <p:cNvGrpSpPr/>
        <p:nvPr/>
      </p:nvGrpSpPr>
      <p:grpSpPr>
        <a:xfrm>
          <a:off x="0" y="0"/>
          <a:ext cx="0" cy="0"/>
          <a:chOff x="0" y="0"/>
          <a:chExt cx="0" cy="0"/>
        </a:xfrm>
      </p:grpSpPr>
      <p:sp>
        <p:nvSpPr>
          <p:cNvPr id="87" name="Google Shape;87;p9"/>
          <p:cNvSpPr txBox="1">
            <a:spLocks noGrp="1"/>
          </p:cNvSpPr>
          <p:nvPr>
            <p:ph type="body" idx="1"/>
          </p:nvPr>
        </p:nvSpPr>
        <p:spPr>
          <a:xfrm>
            <a:off x="1042988" y="2492702"/>
            <a:ext cx="7772400" cy="6528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500"/>
              </a:spcBef>
              <a:spcAft>
                <a:spcPts val="0"/>
              </a:spcAft>
              <a:buClr>
                <a:schemeClr val="dk1"/>
              </a:buClr>
              <a:buSzPts val="1800"/>
              <a:buChar char="•"/>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88" name="Google Shape;88;p9"/>
          <p:cNvSpPr txBox="1">
            <a:spLocks noGrp="1"/>
          </p:cNvSpPr>
          <p:nvPr>
            <p:ph type="body" idx="2"/>
          </p:nvPr>
        </p:nvSpPr>
        <p:spPr>
          <a:xfrm>
            <a:off x="9144000" y="2492702"/>
            <a:ext cx="7772400" cy="6528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500"/>
              </a:spcBef>
              <a:spcAft>
                <a:spcPts val="0"/>
              </a:spcAft>
              <a:buClr>
                <a:schemeClr val="dk1"/>
              </a:buClr>
              <a:buSzPts val="1800"/>
              <a:buChar char="•"/>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89" name="Google Shape;89;p9"/>
          <p:cNvSpPr txBox="1">
            <a:spLocks noGrp="1"/>
          </p:cNvSpPr>
          <p:nvPr>
            <p:ph type="dt" idx="10"/>
          </p:nvPr>
        </p:nvSpPr>
        <p:spPr>
          <a:xfrm>
            <a:off x="1257300" y="9535998"/>
            <a:ext cx="411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 name="Google Shape;90;p9"/>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1" name="Google Shape;91;p9"/>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2" name="Google Shape;92;p9"/>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 name="Google Shape;93;p9"/>
          <p:cNvSpPr txBox="1">
            <a:spLocks noGrp="1"/>
          </p:cNvSpPr>
          <p:nvPr>
            <p:ph type="body" idx="3"/>
          </p:nvPr>
        </p:nvSpPr>
        <p:spPr>
          <a:xfrm>
            <a:off x="473870" y="1186046"/>
            <a:ext cx="17340300" cy="791400"/>
          </a:xfrm>
          <a:prstGeom prst="rect">
            <a:avLst/>
          </a:prstGeom>
          <a:noFill/>
          <a:ln>
            <a:noFill/>
          </a:ln>
        </p:spPr>
        <p:txBody>
          <a:bodyPr spcFirstLastPara="1" wrap="square" lIns="91425" tIns="45700" rIns="91425" bIns="45700" anchor="ctr" anchorCtr="0">
            <a:normAutofit/>
          </a:bodyPr>
          <a:lstStyle>
            <a:lvl1pPr marL="457200" lvl="0" indent="-228600" algn="l" rtl="0">
              <a:lnSpc>
                <a:spcPct val="90000"/>
              </a:lnSpc>
              <a:spcBef>
                <a:spcPts val="1500"/>
              </a:spcBef>
              <a:spcAft>
                <a:spcPts val="0"/>
              </a:spcAft>
              <a:buClr>
                <a:schemeClr val="dk1"/>
              </a:buClr>
              <a:buSzPts val="4200"/>
              <a:buNone/>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Comparison">
  <p:cSld name="1_Comparison">
    <p:spTree>
      <p:nvGrpSpPr>
        <p:cNvPr id="1" name="Shape 94"/>
        <p:cNvGrpSpPr/>
        <p:nvPr/>
      </p:nvGrpSpPr>
      <p:grpSpPr>
        <a:xfrm>
          <a:off x="0" y="0"/>
          <a:ext cx="0" cy="0"/>
          <a:chOff x="0" y="0"/>
          <a:chExt cx="0" cy="0"/>
        </a:xfrm>
      </p:grpSpPr>
      <p:sp>
        <p:nvSpPr>
          <p:cNvPr id="95" name="Google Shape;95;p10"/>
          <p:cNvSpPr txBox="1">
            <a:spLocks noGrp="1"/>
          </p:cNvSpPr>
          <p:nvPr>
            <p:ph type="body" idx="1"/>
          </p:nvPr>
        </p:nvSpPr>
        <p:spPr>
          <a:xfrm>
            <a:off x="1042989" y="2522134"/>
            <a:ext cx="5067300" cy="12360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500"/>
              </a:spcBef>
              <a:spcAft>
                <a:spcPts val="0"/>
              </a:spcAft>
              <a:buClr>
                <a:schemeClr val="dk1"/>
              </a:buClr>
              <a:buSzPts val="4000"/>
              <a:buNone/>
              <a:defRPr sz="4000" b="1"/>
            </a:lvl1pPr>
            <a:lvl2pPr marL="914400" lvl="1" indent="-228600" algn="l" rtl="0">
              <a:lnSpc>
                <a:spcPct val="90000"/>
              </a:lnSpc>
              <a:spcBef>
                <a:spcPts val="750"/>
              </a:spcBef>
              <a:spcAft>
                <a:spcPts val="0"/>
              </a:spcAft>
              <a:buClr>
                <a:schemeClr val="dk1"/>
              </a:buClr>
              <a:buSzPts val="3000"/>
              <a:buNone/>
              <a:defRPr sz="3000" b="1"/>
            </a:lvl2pPr>
            <a:lvl3pPr marL="1371600" lvl="2" indent="-228600" algn="l" rtl="0">
              <a:lnSpc>
                <a:spcPct val="90000"/>
              </a:lnSpc>
              <a:spcBef>
                <a:spcPts val="750"/>
              </a:spcBef>
              <a:spcAft>
                <a:spcPts val="0"/>
              </a:spcAft>
              <a:buClr>
                <a:schemeClr val="dk1"/>
              </a:buClr>
              <a:buSzPts val="2700"/>
              <a:buNone/>
              <a:defRPr sz="2700" b="1"/>
            </a:lvl3pPr>
            <a:lvl4pPr marL="1828800" lvl="3" indent="-228600" algn="l" rtl="0">
              <a:lnSpc>
                <a:spcPct val="90000"/>
              </a:lnSpc>
              <a:spcBef>
                <a:spcPts val="750"/>
              </a:spcBef>
              <a:spcAft>
                <a:spcPts val="0"/>
              </a:spcAft>
              <a:buClr>
                <a:schemeClr val="dk1"/>
              </a:buClr>
              <a:buSzPts val="2400"/>
              <a:buNone/>
              <a:defRPr sz="2400" b="1"/>
            </a:lvl4pPr>
            <a:lvl5pPr marL="2286000" lvl="4" indent="-228600" algn="l" rtl="0">
              <a:lnSpc>
                <a:spcPct val="90000"/>
              </a:lnSpc>
              <a:spcBef>
                <a:spcPts val="750"/>
              </a:spcBef>
              <a:spcAft>
                <a:spcPts val="0"/>
              </a:spcAft>
              <a:buClr>
                <a:schemeClr val="dk1"/>
              </a:buClr>
              <a:buSzPts val="2400"/>
              <a:buNone/>
              <a:defRPr sz="2400" b="1"/>
            </a:lvl5pPr>
            <a:lvl6pPr marL="2743200" lvl="5" indent="-228600" algn="l" rtl="0">
              <a:lnSpc>
                <a:spcPct val="90000"/>
              </a:lnSpc>
              <a:spcBef>
                <a:spcPts val="750"/>
              </a:spcBef>
              <a:spcAft>
                <a:spcPts val="0"/>
              </a:spcAft>
              <a:buClr>
                <a:schemeClr val="dk1"/>
              </a:buClr>
              <a:buSzPts val="2400"/>
              <a:buNone/>
              <a:defRPr sz="2400" b="1"/>
            </a:lvl6pPr>
            <a:lvl7pPr marL="3200400" lvl="6" indent="-228600" algn="l" rtl="0">
              <a:lnSpc>
                <a:spcPct val="90000"/>
              </a:lnSpc>
              <a:spcBef>
                <a:spcPts val="750"/>
              </a:spcBef>
              <a:spcAft>
                <a:spcPts val="0"/>
              </a:spcAft>
              <a:buClr>
                <a:schemeClr val="dk1"/>
              </a:buClr>
              <a:buSzPts val="2400"/>
              <a:buNone/>
              <a:defRPr sz="2400" b="1"/>
            </a:lvl7pPr>
            <a:lvl8pPr marL="3657600" lvl="7" indent="-228600" algn="l" rtl="0">
              <a:lnSpc>
                <a:spcPct val="90000"/>
              </a:lnSpc>
              <a:spcBef>
                <a:spcPts val="750"/>
              </a:spcBef>
              <a:spcAft>
                <a:spcPts val="0"/>
              </a:spcAft>
              <a:buClr>
                <a:schemeClr val="dk1"/>
              </a:buClr>
              <a:buSzPts val="2400"/>
              <a:buNone/>
              <a:defRPr sz="2400" b="1"/>
            </a:lvl8pPr>
            <a:lvl9pPr marL="4114800" lvl="8" indent="-228600" algn="l" rtl="0">
              <a:lnSpc>
                <a:spcPct val="90000"/>
              </a:lnSpc>
              <a:spcBef>
                <a:spcPts val="750"/>
              </a:spcBef>
              <a:spcAft>
                <a:spcPts val="0"/>
              </a:spcAft>
              <a:buClr>
                <a:schemeClr val="dk1"/>
              </a:buClr>
              <a:buSzPts val="2400"/>
              <a:buNone/>
              <a:defRPr sz="2400" b="1"/>
            </a:lvl9pPr>
          </a:lstStyle>
          <a:p>
            <a:endParaRPr/>
          </a:p>
        </p:txBody>
      </p:sp>
      <p:sp>
        <p:nvSpPr>
          <p:cNvPr id="96" name="Google Shape;96;p10"/>
          <p:cNvSpPr txBox="1">
            <a:spLocks noGrp="1"/>
          </p:cNvSpPr>
          <p:nvPr>
            <p:ph type="body" idx="2"/>
          </p:nvPr>
        </p:nvSpPr>
        <p:spPr>
          <a:xfrm>
            <a:off x="1042989" y="3758193"/>
            <a:ext cx="5067300" cy="5527800"/>
          </a:xfrm>
          <a:prstGeom prst="rect">
            <a:avLst/>
          </a:prstGeom>
          <a:noFill/>
          <a:ln>
            <a:noFill/>
          </a:ln>
        </p:spPr>
        <p:txBody>
          <a:bodyPr spcFirstLastPara="1" wrap="square" lIns="91425" tIns="45700" rIns="91425" bIns="45700" anchor="t" anchorCtr="0">
            <a:normAutofit/>
          </a:bodyPr>
          <a:lstStyle>
            <a:lvl1pPr marL="457200" lvl="0" indent="-482600" algn="l" rtl="0">
              <a:lnSpc>
                <a:spcPct val="90000"/>
              </a:lnSpc>
              <a:spcBef>
                <a:spcPts val="1500"/>
              </a:spcBef>
              <a:spcAft>
                <a:spcPts val="0"/>
              </a:spcAft>
              <a:buClr>
                <a:schemeClr val="dk1"/>
              </a:buClr>
              <a:buSzPts val="4000"/>
              <a:buChar char="•"/>
              <a:defRPr sz="4000"/>
            </a:lvl1pPr>
            <a:lvl2pPr marL="914400" lvl="1" indent="-431800" algn="l" rtl="0">
              <a:lnSpc>
                <a:spcPct val="90000"/>
              </a:lnSpc>
              <a:spcBef>
                <a:spcPts val="750"/>
              </a:spcBef>
              <a:spcAft>
                <a:spcPts val="0"/>
              </a:spcAft>
              <a:buClr>
                <a:schemeClr val="dk1"/>
              </a:buClr>
              <a:buSzPts val="3200"/>
              <a:buChar char="•"/>
              <a:defRPr sz="3200"/>
            </a:lvl2pPr>
            <a:lvl3pPr marL="1371600" lvl="2" indent="-406400" algn="l" rtl="0">
              <a:lnSpc>
                <a:spcPct val="90000"/>
              </a:lnSpc>
              <a:spcBef>
                <a:spcPts val="750"/>
              </a:spcBef>
              <a:spcAft>
                <a:spcPts val="0"/>
              </a:spcAft>
              <a:buClr>
                <a:schemeClr val="dk1"/>
              </a:buClr>
              <a:buSzPts val="2800"/>
              <a:buChar char="•"/>
              <a:defRPr sz="2800"/>
            </a:lvl3pPr>
            <a:lvl4pPr marL="1828800" lvl="3" indent="-381000" algn="l" rtl="0">
              <a:lnSpc>
                <a:spcPct val="90000"/>
              </a:lnSpc>
              <a:spcBef>
                <a:spcPts val="750"/>
              </a:spcBef>
              <a:spcAft>
                <a:spcPts val="0"/>
              </a:spcAft>
              <a:buClr>
                <a:schemeClr val="dk1"/>
              </a:buClr>
              <a:buSzPts val="2400"/>
              <a:buChar char="•"/>
              <a:defRPr sz="2400"/>
            </a:lvl4pPr>
            <a:lvl5pPr marL="2286000" lvl="4" indent="-381000" algn="l" rtl="0">
              <a:lnSpc>
                <a:spcPct val="90000"/>
              </a:lnSpc>
              <a:spcBef>
                <a:spcPts val="750"/>
              </a:spcBef>
              <a:spcAft>
                <a:spcPts val="0"/>
              </a:spcAft>
              <a:buClr>
                <a:schemeClr val="dk1"/>
              </a:buClr>
              <a:buSzPts val="2400"/>
              <a:buChar char="•"/>
              <a:defRPr sz="2400"/>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97" name="Google Shape;97;p10"/>
          <p:cNvSpPr txBox="1">
            <a:spLocks noGrp="1"/>
          </p:cNvSpPr>
          <p:nvPr>
            <p:ph type="body" idx="3"/>
          </p:nvPr>
        </p:nvSpPr>
        <p:spPr>
          <a:xfrm>
            <a:off x="6597854" y="2522134"/>
            <a:ext cx="5092200" cy="12360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500"/>
              </a:spcBef>
              <a:spcAft>
                <a:spcPts val="0"/>
              </a:spcAft>
              <a:buClr>
                <a:schemeClr val="dk1"/>
              </a:buClr>
              <a:buSzPts val="4000"/>
              <a:buNone/>
              <a:defRPr sz="4000" b="1"/>
            </a:lvl1pPr>
            <a:lvl2pPr marL="914400" lvl="1" indent="-228600" algn="l" rtl="0">
              <a:lnSpc>
                <a:spcPct val="90000"/>
              </a:lnSpc>
              <a:spcBef>
                <a:spcPts val="750"/>
              </a:spcBef>
              <a:spcAft>
                <a:spcPts val="0"/>
              </a:spcAft>
              <a:buClr>
                <a:schemeClr val="dk1"/>
              </a:buClr>
              <a:buSzPts val="3000"/>
              <a:buNone/>
              <a:defRPr sz="3000" b="1"/>
            </a:lvl2pPr>
            <a:lvl3pPr marL="1371600" lvl="2" indent="-228600" algn="l" rtl="0">
              <a:lnSpc>
                <a:spcPct val="90000"/>
              </a:lnSpc>
              <a:spcBef>
                <a:spcPts val="750"/>
              </a:spcBef>
              <a:spcAft>
                <a:spcPts val="0"/>
              </a:spcAft>
              <a:buClr>
                <a:schemeClr val="dk1"/>
              </a:buClr>
              <a:buSzPts val="2700"/>
              <a:buNone/>
              <a:defRPr sz="2700" b="1"/>
            </a:lvl3pPr>
            <a:lvl4pPr marL="1828800" lvl="3" indent="-228600" algn="l" rtl="0">
              <a:lnSpc>
                <a:spcPct val="90000"/>
              </a:lnSpc>
              <a:spcBef>
                <a:spcPts val="750"/>
              </a:spcBef>
              <a:spcAft>
                <a:spcPts val="0"/>
              </a:spcAft>
              <a:buClr>
                <a:schemeClr val="dk1"/>
              </a:buClr>
              <a:buSzPts val="2400"/>
              <a:buNone/>
              <a:defRPr sz="2400" b="1"/>
            </a:lvl4pPr>
            <a:lvl5pPr marL="2286000" lvl="4" indent="-228600" algn="l" rtl="0">
              <a:lnSpc>
                <a:spcPct val="90000"/>
              </a:lnSpc>
              <a:spcBef>
                <a:spcPts val="750"/>
              </a:spcBef>
              <a:spcAft>
                <a:spcPts val="0"/>
              </a:spcAft>
              <a:buClr>
                <a:schemeClr val="dk1"/>
              </a:buClr>
              <a:buSzPts val="2400"/>
              <a:buNone/>
              <a:defRPr sz="2400" b="1"/>
            </a:lvl5pPr>
            <a:lvl6pPr marL="2743200" lvl="5" indent="-228600" algn="l" rtl="0">
              <a:lnSpc>
                <a:spcPct val="90000"/>
              </a:lnSpc>
              <a:spcBef>
                <a:spcPts val="750"/>
              </a:spcBef>
              <a:spcAft>
                <a:spcPts val="0"/>
              </a:spcAft>
              <a:buClr>
                <a:schemeClr val="dk1"/>
              </a:buClr>
              <a:buSzPts val="2400"/>
              <a:buNone/>
              <a:defRPr sz="2400" b="1"/>
            </a:lvl6pPr>
            <a:lvl7pPr marL="3200400" lvl="6" indent="-228600" algn="l" rtl="0">
              <a:lnSpc>
                <a:spcPct val="90000"/>
              </a:lnSpc>
              <a:spcBef>
                <a:spcPts val="750"/>
              </a:spcBef>
              <a:spcAft>
                <a:spcPts val="0"/>
              </a:spcAft>
              <a:buClr>
                <a:schemeClr val="dk1"/>
              </a:buClr>
              <a:buSzPts val="2400"/>
              <a:buNone/>
              <a:defRPr sz="2400" b="1"/>
            </a:lvl7pPr>
            <a:lvl8pPr marL="3657600" lvl="7" indent="-228600" algn="l" rtl="0">
              <a:lnSpc>
                <a:spcPct val="90000"/>
              </a:lnSpc>
              <a:spcBef>
                <a:spcPts val="750"/>
              </a:spcBef>
              <a:spcAft>
                <a:spcPts val="0"/>
              </a:spcAft>
              <a:buClr>
                <a:schemeClr val="dk1"/>
              </a:buClr>
              <a:buSzPts val="2400"/>
              <a:buNone/>
              <a:defRPr sz="2400" b="1"/>
            </a:lvl8pPr>
            <a:lvl9pPr marL="4114800" lvl="8" indent="-228600" algn="l" rtl="0">
              <a:lnSpc>
                <a:spcPct val="90000"/>
              </a:lnSpc>
              <a:spcBef>
                <a:spcPts val="750"/>
              </a:spcBef>
              <a:spcAft>
                <a:spcPts val="0"/>
              </a:spcAft>
              <a:buClr>
                <a:schemeClr val="dk1"/>
              </a:buClr>
              <a:buSzPts val="2400"/>
              <a:buNone/>
              <a:defRPr sz="2400" b="1"/>
            </a:lvl9pPr>
          </a:lstStyle>
          <a:p>
            <a:endParaRPr/>
          </a:p>
        </p:txBody>
      </p:sp>
      <p:sp>
        <p:nvSpPr>
          <p:cNvPr id="98" name="Google Shape;98;p10"/>
          <p:cNvSpPr txBox="1">
            <a:spLocks noGrp="1"/>
          </p:cNvSpPr>
          <p:nvPr>
            <p:ph type="body" idx="4"/>
          </p:nvPr>
        </p:nvSpPr>
        <p:spPr>
          <a:xfrm>
            <a:off x="6597854" y="3758193"/>
            <a:ext cx="5092200" cy="5527800"/>
          </a:xfrm>
          <a:prstGeom prst="rect">
            <a:avLst/>
          </a:prstGeom>
          <a:noFill/>
          <a:ln>
            <a:noFill/>
          </a:ln>
        </p:spPr>
        <p:txBody>
          <a:bodyPr spcFirstLastPara="1" wrap="square" lIns="91425" tIns="45700" rIns="91425" bIns="45700" anchor="t" anchorCtr="0">
            <a:normAutofit/>
          </a:bodyPr>
          <a:lstStyle>
            <a:lvl1pPr marL="457200" lvl="0" indent="-482600" algn="l" rtl="0">
              <a:lnSpc>
                <a:spcPct val="90000"/>
              </a:lnSpc>
              <a:spcBef>
                <a:spcPts val="1500"/>
              </a:spcBef>
              <a:spcAft>
                <a:spcPts val="0"/>
              </a:spcAft>
              <a:buClr>
                <a:schemeClr val="dk1"/>
              </a:buClr>
              <a:buSzPts val="4000"/>
              <a:buChar char="•"/>
              <a:defRPr sz="4000"/>
            </a:lvl1pPr>
            <a:lvl2pPr marL="914400" lvl="1" indent="-431800" algn="l" rtl="0">
              <a:lnSpc>
                <a:spcPct val="90000"/>
              </a:lnSpc>
              <a:spcBef>
                <a:spcPts val="750"/>
              </a:spcBef>
              <a:spcAft>
                <a:spcPts val="0"/>
              </a:spcAft>
              <a:buClr>
                <a:schemeClr val="dk1"/>
              </a:buClr>
              <a:buSzPts val="3200"/>
              <a:buChar char="•"/>
              <a:defRPr sz="3200"/>
            </a:lvl2pPr>
            <a:lvl3pPr marL="1371600" lvl="2" indent="-406400" algn="l" rtl="0">
              <a:lnSpc>
                <a:spcPct val="90000"/>
              </a:lnSpc>
              <a:spcBef>
                <a:spcPts val="750"/>
              </a:spcBef>
              <a:spcAft>
                <a:spcPts val="0"/>
              </a:spcAft>
              <a:buClr>
                <a:schemeClr val="dk1"/>
              </a:buClr>
              <a:buSzPts val="2800"/>
              <a:buChar char="•"/>
              <a:defRPr sz="2800"/>
            </a:lvl3pPr>
            <a:lvl4pPr marL="1828800" lvl="3" indent="-381000" algn="l" rtl="0">
              <a:lnSpc>
                <a:spcPct val="90000"/>
              </a:lnSpc>
              <a:spcBef>
                <a:spcPts val="750"/>
              </a:spcBef>
              <a:spcAft>
                <a:spcPts val="0"/>
              </a:spcAft>
              <a:buClr>
                <a:schemeClr val="dk1"/>
              </a:buClr>
              <a:buSzPts val="2400"/>
              <a:buChar char="•"/>
              <a:defRPr sz="2400"/>
            </a:lvl4pPr>
            <a:lvl5pPr marL="2286000" lvl="4" indent="-381000" algn="l" rtl="0">
              <a:lnSpc>
                <a:spcPct val="90000"/>
              </a:lnSpc>
              <a:spcBef>
                <a:spcPts val="750"/>
              </a:spcBef>
              <a:spcAft>
                <a:spcPts val="0"/>
              </a:spcAft>
              <a:buClr>
                <a:schemeClr val="dk1"/>
              </a:buClr>
              <a:buSzPts val="2400"/>
              <a:buChar char="•"/>
              <a:defRPr sz="2400"/>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99" name="Google Shape;99;p10"/>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 name="Google Shape;100;p10"/>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 name="Google Shape;101;p10"/>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2" name="Google Shape;102;p10"/>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3" name="Google Shape;103;p10"/>
          <p:cNvSpPr txBox="1">
            <a:spLocks noGrp="1"/>
          </p:cNvSpPr>
          <p:nvPr>
            <p:ph type="body" idx="5"/>
          </p:nvPr>
        </p:nvSpPr>
        <p:spPr>
          <a:xfrm>
            <a:off x="473870" y="1186046"/>
            <a:ext cx="17340300" cy="791400"/>
          </a:xfrm>
          <a:prstGeom prst="rect">
            <a:avLst/>
          </a:prstGeom>
          <a:noFill/>
          <a:ln>
            <a:noFill/>
          </a:ln>
        </p:spPr>
        <p:txBody>
          <a:bodyPr spcFirstLastPara="1" wrap="square" lIns="91425" tIns="45700" rIns="91425" bIns="45700" anchor="ctr" anchorCtr="0">
            <a:normAutofit/>
          </a:bodyPr>
          <a:lstStyle>
            <a:lvl1pPr marL="457200" lvl="0" indent="-228600" algn="l" rtl="0">
              <a:lnSpc>
                <a:spcPct val="90000"/>
              </a:lnSpc>
              <a:spcBef>
                <a:spcPts val="1500"/>
              </a:spcBef>
              <a:spcAft>
                <a:spcPts val="0"/>
              </a:spcAft>
              <a:buClr>
                <a:schemeClr val="dk1"/>
              </a:buClr>
              <a:buSzPts val="4200"/>
              <a:buNone/>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104" name="Google Shape;104;p10"/>
          <p:cNvSpPr txBox="1">
            <a:spLocks noGrp="1"/>
          </p:cNvSpPr>
          <p:nvPr>
            <p:ph type="body" idx="6"/>
          </p:nvPr>
        </p:nvSpPr>
        <p:spPr>
          <a:xfrm>
            <a:off x="12177674" y="2522134"/>
            <a:ext cx="5092200" cy="12360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500"/>
              </a:spcBef>
              <a:spcAft>
                <a:spcPts val="0"/>
              </a:spcAft>
              <a:buClr>
                <a:schemeClr val="dk1"/>
              </a:buClr>
              <a:buSzPts val="4000"/>
              <a:buNone/>
              <a:defRPr sz="4000" b="1"/>
            </a:lvl1pPr>
            <a:lvl2pPr marL="914400" lvl="1" indent="-228600" algn="l" rtl="0">
              <a:lnSpc>
                <a:spcPct val="90000"/>
              </a:lnSpc>
              <a:spcBef>
                <a:spcPts val="750"/>
              </a:spcBef>
              <a:spcAft>
                <a:spcPts val="0"/>
              </a:spcAft>
              <a:buClr>
                <a:schemeClr val="dk1"/>
              </a:buClr>
              <a:buSzPts val="3000"/>
              <a:buNone/>
              <a:defRPr sz="3000" b="1"/>
            </a:lvl2pPr>
            <a:lvl3pPr marL="1371600" lvl="2" indent="-228600" algn="l" rtl="0">
              <a:lnSpc>
                <a:spcPct val="90000"/>
              </a:lnSpc>
              <a:spcBef>
                <a:spcPts val="750"/>
              </a:spcBef>
              <a:spcAft>
                <a:spcPts val="0"/>
              </a:spcAft>
              <a:buClr>
                <a:schemeClr val="dk1"/>
              </a:buClr>
              <a:buSzPts val="2700"/>
              <a:buNone/>
              <a:defRPr sz="2700" b="1"/>
            </a:lvl3pPr>
            <a:lvl4pPr marL="1828800" lvl="3" indent="-228600" algn="l" rtl="0">
              <a:lnSpc>
                <a:spcPct val="90000"/>
              </a:lnSpc>
              <a:spcBef>
                <a:spcPts val="750"/>
              </a:spcBef>
              <a:spcAft>
                <a:spcPts val="0"/>
              </a:spcAft>
              <a:buClr>
                <a:schemeClr val="dk1"/>
              </a:buClr>
              <a:buSzPts val="2400"/>
              <a:buNone/>
              <a:defRPr sz="2400" b="1"/>
            </a:lvl4pPr>
            <a:lvl5pPr marL="2286000" lvl="4" indent="-228600" algn="l" rtl="0">
              <a:lnSpc>
                <a:spcPct val="90000"/>
              </a:lnSpc>
              <a:spcBef>
                <a:spcPts val="750"/>
              </a:spcBef>
              <a:spcAft>
                <a:spcPts val="0"/>
              </a:spcAft>
              <a:buClr>
                <a:schemeClr val="dk1"/>
              </a:buClr>
              <a:buSzPts val="2400"/>
              <a:buNone/>
              <a:defRPr sz="2400" b="1"/>
            </a:lvl5pPr>
            <a:lvl6pPr marL="2743200" lvl="5" indent="-228600" algn="l" rtl="0">
              <a:lnSpc>
                <a:spcPct val="90000"/>
              </a:lnSpc>
              <a:spcBef>
                <a:spcPts val="750"/>
              </a:spcBef>
              <a:spcAft>
                <a:spcPts val="0"/>
              </a:spcAft>
              <a:buClr>
                <a:schemeClr val="dk1"/>
              </a:buClr>
              <a:buSzPts val="2400"/>
              <a:buNone/>
              <a:defRPr sz="2400" b="1"/>
            </a:lvl6pPr>
            <a:lvl7pPr marL="3200400" lvl="6" indent="-228600" algn="l" rtl="0">
              <a:lnSpc>
                <a:spcPct val="90000"/>
              </a:lnSpc>
              <a:spcBef>
                <a:spcPts val="750"/>
              </a:spcBef>
              <a:spcAft>
                <a:spcPts val="0"/>
              </a:spcAft>
              <a:buClr>
                <a:schemeClr val="dk1"/>
              </a:buClr>
              <a:buSzPts val="2400"/>
              <a:buNone/>
              <a:defRPr sz="2400" b="1"/>
            </a:lvl7pPr>
            <a:lvl8pPr marL="3657600" lvl="7" indent="-228600" algn="l" rtl="0">
              <a:lnSpc>
                <a:spcPct val="90000"/>
              </a:lnSpc>
              <a:spcBef>
                <a:spcPts val="750"/>
              </a:spcBef>
              <a:spcAft>
                <a:spcPts val="0"/>
              </a:spcAft>
              <a:buClr>
                <a:schemeClr val="dk1"/>
              </a:buClr>
              <a:buSzPts val="2400"/>
              <a:buNone/>
              <a:defRPr sz="2400" b="1"/>
            </a:lvl8pPr>
            <a:lvl9pPr marL="4114800" lvl="8" indent="-228600" algn="l" rtl="0">
              <a:lnSpc>
                <a:spcPct val="90000"/>
              </a:lnSpc>
              <a:spcBef>
                <a:spcPts val="750"/>
              </a:spcBef>
              <a:spcAft>
                <a:spcPts val="0"/>
              </a:spcAft>
              <a:buClr>
                <a:schemeClr val="dk1"/>
              </a:buClr>
              <a:buSzPts val="2400"/>
              <a:buNone/>
              <a:defRPr sz="2400" b="1"/>
            </a:lvl9pPr>
          </a:lstStyle>
          <a:p>
            <a:endParaRPr/>
          </a:p>
        </p:txBody>
      </p:sp>
      <p:sp>
        <p:nvSpPr>
          <p:cNvPr id="105" name="Google Shape;105;p10"/>
          <p:cNvSpPr txBox="1">
            <a:spLocks noGrp="1"/>
          </p:cNvSpPr>
          <p:nvPr>
            <p:ph type="body" idx="7"/>
          </p:nvPr>
        </p:nvSpPr>
        <p:spPr>
          <a:xfrm>
            <a:off x="12177674" y="3758193"/>
            <a:ext cx="5092200" cy="5527800"/>
          </a:xfrm>
          <a:prstGeom prst="rect">
            <a:avLst/>
          </a:prstGeom>
          <a:noFill/>
          <a:ln>
            <a:noFill/>
          </a:ln>
        </p:spPr>
        <p:txBody>
          <a:bodyPr spcFirstLastPara="1" wrap="square" lIns="91425" tIns="45700" rIns="91425" bIns="45700" anchor="t" anchorCtr="0">
            <a:normAutofit/>
          </a:bodyPr>
          <a:lstStyle>
            <a:lvl1pPr marL="457200" lvl="0" indent="-482600" algn="l" rtl="0">
              <a:lnSpc>
                <a:spcPct val="90000"/>
              </a:lnSpc>
              <a:spcBef>
                <a:spcPts val="1500"/>
              </a:spcBef>
              <a:spcAft>
                <a:spcPts val="0"/>
              </a:spcAft>
              <a:buClr>
                <a:schemeClr val="dk1"/>
              </a:buClr>
              <a:buSzPts val="4000"/>
              <a:buChar char="•"/>
              <a:defRPr sz="4000"/>
            </a:lvl1pPr>
            <a:lvl2pPr marL="914400" lvl="1" indent="-431800" algn="l" rtl="0">
              <a:lnSpc>
                <a:spcPct val="90000"/>
              </a:lnSpc>
              <a:spcBef>
                <a:spcPts val="750"/>
              </a:spcBef>
              <a:spcAft>
                <a:spcPts val="0"/>
              </a:spcAft>
              <a:buClr>
                <a:schemeClr val="dk1"/>
              </a:buClr>
              <a:buSzPts val="3200"/>
              <a:buChar char="•"/>
              <a:defRPr sz="3200"/>
            </a:lvl2pPr>
            <a:lvl3pPr marL="1371600" lvl="2" indent="-406400" algn="l" rtl="0">
              <a:lnSpc>
                <a:spcPct val="90000"/>
              </a:lnSpc>
              <a:spcBef>
                <a:spcPts val="750"/>
              </a:spcBef>
              <a:spcAft>
                <a:spcPts val="0"/>
              </a:spcAft>
              <a:buClr>
                <a:schemeClr val="dk1"/>
              </a:buClr>
              <a:buSzPts val="2800"/>
              <a:buChar char="•"/>
              <a:defRPr sz="2800"/>
            </a:lvl3pPr>
            <a:lvl4pPr marL="1828800" lvl="3" indent="-381000" algn="l" rtl="0">
              <a:lnSpc>
                <a:spcPct val="90000"/>
              </a:lnSpc>
              <a:spcBef>
                <a:spcPts val="750"/>
              </a:spcBef>
              <a:spcAft>
                <a:spcPts val="0"/>
              </a:spcAft>
              <a:buClr>
                <a:schemeClr val="dk1"/>
              </a:buClr>
              <a:buSzPts val="2400"/>
              <a:buChar char="•"/>
              <a:defRPr sz="2400"/>
            </a:lvl4pPr>
            <a:lvl5pPr marL="2286000" lvl="4" indent="-381000" algn="l" rtl="0">
              <a:lnSpc>
                <a:spcPct val="90000"/>
              </a:lnSpc>
              <a:spcBef>
                <a:spcPts val="750"/>
              </a:spcBef>
              <a:spcAft>
                <a:spcPts val="0"/>
              </a:spcAft>
              <a:buClr>
                <a:schemeClr val="dk1"/>
              </a:buClr>
              <a:buSzPts val="2400"/>
              <a:buChar char="•"/>
              <a:defRPr sz="2400"/>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4_Title Only">
  <p:cSld name="4_Title Only">
    <p:spTree>
      <p:nvGrpSpPr>
        <p:cNvPr id="1" name="Shape 111"/>
        <p:cNvGrpSpPr/>
        <p:nvPr/>
      </p:nvGrpSpPr>
      <p:grpSpPr>
        <a:xfrm>
          <a:off x="0" y="0"/>
          <a:ext cx="0" cy="0"/>
          <a:chOff x="0" y="0"/>
          <a:chExt cx="0" cy="0"/>
        </a:xfrm>
      </p:grpSpPr>
      <p:sp>
        <p:nvSpPr>
          <p:cNvPr id="112" name="Google Shape;112;p12"/>
          <p:cNvSpPr/>
          <p:nvPr/>
        </p:nvSpPr>
        <p:spPr>
          <a:xfrm>
            <a:off x="14677444" y="6666207"/>
            <a:ext cx="3620700" cy="3620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b="0" i="0" u="none" strike="noStrike" cap="none">
              <a:solidFill>
                <a:schemeClr val="lt1"/>
              </a:solidFill>
              <a:latin typeface="Roboto"/>
              <a:ea typeface="Roboto"/>
              <a:cs typeface="Roboto"/>
              <a:sym typeface="Roboto"/>
            </a:endParaRPr>
          </a:p>
        </p:txBody>
      </p:sp>
      <p:sp>
        <p:nvSpPr>
          <p:cNvPr id="113" name="Google Shape;113;p12"/>
          <p:cNvSpPr/>
          <p:nvPr/>
        </p:nvSpPr>
        <p:spPr>
          <a:xfrm>
            <a:off x="0" y="1588"/>
            <a:ext cx="18288000" cy="14643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dk1"/>
              </a:solidFill>
              <a:latin typeface="Roboto"/>
              <a:ea typeface="Roboto"/>
              <a:cs typeface="Roboto"/>
              <a:sym typeface="Roboto"/>
            </a:endParaRPr>
          </a:p>
        </p:txBody>
      </p:sp>
      <p:sp>
        <p:nvSpPr>
          <p:cNvPr id="114" name="Google Shape;114;p12"/>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5" name="Google Shape;115;p12"/>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6" name="Google Shape;116;p12"/>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7" name="Google Shape;117;p12"/>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8" name="Google Shape;118;p12"/>
          <p:cNvSpPr/>
          <p:nvPr/>
        </p:nvSpPr>
        <p:spPr>
          <a:xfrm>
            <a:off x="-1251175" y="8476603"/>
            <a:ext cx="3620700" cy="3620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00"/>
              <a:buFont typeface="Roboto"/>
              <a:buNone/>
            </a:pPr>
            <a:endParaRPr sz="2700" b="0" i="0" u="none" strike="noStrike" cap="none">
              <a:solidFill>
                <a:schemeClr val="dk1"/>
              </a:solidFill>
              <a:latin typeface="Roboto"/>
              <a:ea typeface="Roboto"/>
              <a:cs typeface="Roboto"/>
              <a:sym typeface="Roboto"/>
            </a:endParaRPr>
          </a:p>
        </p:txBody>
      </p:sp>
      <p:pic>
        <p:nvPicPr>
          <p:cNvPr id="119" name="Google Shape;119;p12"/>
          <p:cNvPicPr preferRelativeResize="0"/>
          <p:nvPr/>
        </p:nvPicPr>
        <p:blipFill rotWithShape="1">
          <a:blip r:embed="rId2">
            <a:alphaModFix/>
          </a:blip>
          <a:srcRect/>
          <a:stretch/>
        </p:blipFill>
        <p:spPr>
          <a:xfrm>
            <a:off x="15469112" y="455589"/>
            <a:ext cx="2563975" cy="580613"/>
          </a:xfrm>
          <a:prstGeom prst="rect">
            <a:avLst/>
          </a:prstGeom>
          <a:noFill/>
          <a:ln>
            <a:noFill/>
          </a:ln>
        </p:spPr>
      </p:pic>
      <p:cxnSp>
        <p:nvCxnSpPr>
          <p:cNvPr id="120" name="Google Shape;120;p12"/>
          <p:cNvCxnSpPr/>
          <p:nvPr/>
        </p:nvCxnSpPr>
        <p:spPr>
          <a:xfrm>
            <a:off x="473529" y="395691"/>
            <a:ext cx="0" cy="791400"/>
          </a:xfrm>
          <a:prstGeom prst="straightConnector1">
            <a:avLst/>
          </a:prstGeom>
          <a:noFill/>
          <a:ln w="57150" cap="flat" cmpd="sng">
            <a:solidFill>
              <a:schemeClr val="lt1"/>
            </a:solidFill>
            <a:prstDash val="solid"/>
            <a:miter lim="800000"/>
            <a:headEnd type="none" w="sm" len="sm"/>
            <a:tailEnd type="none" w="sm" len="sm"/>
          </a:ln>
        </p:spPr>
      </p:cxnSp>
      <p:sp>
        <p:nvSpPr>
          <p:cNvPr id="121" name="Google Shape;121;p12"/>
          <p:cNvSpPr txBox="1">
            <a:spLocks noGrp="1"/>
          </p:cNvSpPr>
          <p:nvPr>
            <p:ph type="body" idx="1"/>
          </p:nvPr>
        </p:nvSpPr>
        <p:spPr>
          <a:xfrm>
            <a:off x="1042988" y="2493893"/>
            <a:ext cx="16771500" cy="6528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500"/>
              </a:spcBef>
              <a:spcAft>
                <a:spcPts val="0"/>
              </a:spcAft>
              <a:buClr>
                <a:schemeClr val="dk1"/>
              </a:buClr>
              <a:buSzPts val="1800"/>
              <a:buChar char="•"/>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122"/>
        <p:cNvGrpSpPr/>
        <p:nvPr/>
      </p:nvGrpSpPr>
      <p:grpSpPr>
        <a:xfrm>
          <a:off x="0" y="0"/>
          <a:ext cx="0" cy="0"/>
          <a:chOff x="0" y="0"/>
          <a:chExt cx="0" cy="0"/>
        </a:xfrm>
      </p:grpSpPr>
      <p:sp>
        <p:nvSpPr>
          <p:cNvPr id="123" name="Google Shape;123;p13"/>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2"/>
              </a:buClr>
              <a:buSzPts val="6600"/>
              <a:buFont typeface="Playfair Display"/>
              <a:buNone/>
              <a:defRPr>
                <a:solidFill>
                  <a:schemeClr val="lt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4" name="Google Shape;124;p13"/>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5" name="Google Shape;125;p13"/>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6" name="Google Shape;126;p13"/>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7" name="Google Shape;127;p13"/>
          <p:cNvSpPr txBox="1">
            <a:spLocks noGrp="1"/>
          </p:cNvSpPr>
          <p:nvPr>
            <p:ph type="body" idx="1"/>
          </p:nvPr>
        </p:nvSpPr>
        <p:spPr>
          <a:xfrm>
            <a:off x="1042988" y="1781698"/>
            <a:ext cx="16771500" cy="6528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500"/>
              </a:spcBef>
              <a:spcAft>
                <a:spcPts val="0"/>
              </a:spcAft>
              <a:buClr>
                <a:schemeClr val="dk1"/>
              </a:buClr>
              <a:buSzPts val="1800"/>
              <a:buChar char="•"/>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128" name="Google Shape;128;p13"/>
          <p:cNvSpPr/>
          <p:nvPr/>
        </p:nvSpPr>
        <p:spPr>
          <a:xfrm>
            <a:off x="1" y="5144295"/>
            <a:ext cx="99900" cy="51444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b="0" i="0" u="none" strike="noStrike" cap="none">
              <a:solidFill>
                <a:schemeClr val="lt1"/>
              </a:solidFill>
              <a:latin typeface="Roboto"/>
              <a:ea typeface="Roboto"/>
              <a:cs typeface="Roboto"/>
              <a:sym typeface="Roboto"/>
            </a:endParaRPr>
          </a:p>
        </p:txBody>
      </p:sp>
      <p:sp>
        <p:nvSpPr>
          <p:cNvPr id="129" name="Google Shape;129;p13"/>
          <p:cNvSpPr/>
          <p:nvPr/>
        </p:nvSpPr>
        <p:spPr>
          <a:xfrm>
            <a:off x="1" y="-1"/>
            <a:ext cx="99900" cy="51444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b="0" i="0" u="none" strike="noStrike" cap="none">
              <a:solidFill>
                <a:schemeClr val="lt1"/>
              </a:solidFill>
              <a:latin typeface="Roboto"/>
              <a:ea typeface="Roboto"/>
              <a:cs typeface="Roboto"/>
              <a:sym typeface="Robot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ARK MIDDLE">
  <p:cSld name="DARK MIDDLE">
    <p:spTree>
      <p:nvGrpSpPr>
        <p:cNvPr id="1" name="Shape 130"/>
        <p:cNvGrpSpPr/>
        <p:nvPr/>
      </p:nvGrpSpPr>
      <p:grpSpPr>
        <a:xfrm>
          <a:off x="0" y="0"/>
          <a:ext cx="0" cy="0"/>
          <a:chOff x="0" y="0"/>
          <a:chExt cx="0" cy="0"/>
        </a:xfrm>
      </p:grpSpPr>
      <p:sp>
        <p:nvSpPr>
          <p:cNvPr id="131" name="Google Shape;131;p14"/>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2" name="Google Shape;132;p14"/>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3" name="Google Shape;133;p14"/>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4" name="Google Shape;134;p14"/>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35" name="Google Shape;135;p14"/>
          <p:cNvSpPr/>
          <p:nvPr/>
        </p:nvSpPr>
        <p:spPr>
          <a:xfrm>
            <a:off x="0" y="2400300"/>
            <a:ext cx="18288000" cy="5486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dk1"/>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ARK TOP SLIDE">
  <p:cSld name="DARK TOP SLIDE">
    <p:spTree>
      <p:nvGrpSpPr>
        <p:cNvPr id="1" name="Shape 136"/>
        <p:cNvGrpSpPr/>
        <p:nvPr/>
      </p:nvGrpSpPr>
      <p:grpSpPr>
        <a:xfrm>
          <a:off x="0" y="0"/>
          <a:ext cx="0" cy="0"/>
          <a:chOff x="0" y="0"/>
          <a:chExt cx="0" cy="0"/>
        </a:xfrm>
      </p:grpSpPr>
      <p:sp>
        <p:nvSpPr>
          <p:cNvPr id="137" name="Google Shape;137;p15"/>
          <p:cNvSpPr/>
          <p:nvPr/>
        </p:nvSpPr>
        <p:spPr>
          <a:xfrm>
            <a:off x="0" y="1587"/>
            <a:ext cx="18288000" cy="53175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0" i="0" u="none" strike="noStrike" cap="none">
              <a:solidFill>
                <a:schemeClr val="dk1"/>
              </a:solidFill>
              <a:latin typeface="Roboto"/>
              <a:ea typeface="Roboto"/>
              <a:cs typeface="Roboto"/>
              <a:sym typeface="Roboto"/>
            </a:endParaRPr>
          </a:p>
        </p:txBody>
      </p:sp>
      <p:sp>
        <p:nvSpPr>
          <p:cNvPr id="138" name="Google Shape;138;p15"/>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9" name="Google Shape;139;p15"/>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0" name="Google Shape;140;p15"/>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1" name="Google Shape;141;p15"/>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42" name="Google Shape;142;p15"/>
          <p:cNvCxnSpPr/>
          <p:nvPr/>
        </p:nvCxnSpPr>
        <p:spPr>
          <a:xfrm>
            <a:off x="473529" y="395691"/>
            <a:ext cx="0" cy="791400"/>
          </a:xfrm>
          <a:prstGeom prst="straightConnector1">
            <a:avLst/>
          </a:prstGeom>
          <a:noFill/>
          <a:ln w="57150" cap="flat" cmpd="sng">
            <a:solidFill>
              <a:schemeClr val="lt1"/>
            </a:solidFill>
            <a:prstDash val="solid"/>
            <a:miter lim="800000"/>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43"/>
        <p:cNvGrpSpPr/>
        <p:nvPr/>
      </p:nvGrpSpPr>
      <p:grpSpPr>
        <a:xfrm>
          <a:off x="0" y="0"/>
          <a:ext cx="0" cy="0"/>
          <a:chOff x="0" y="0"/>
          <a:chExt cx="0" cy="0"/>
        </a:xfrm>
      </p:grpSpPr>
      <p:sp>
        <p:nvSpPr>
          <p:cNvPr id="144" name="Google Shape;144;p16"/>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5" name="Google Shape;145;p16"/>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6" name="Google Shape;146;p16"/>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banner">
  <p:cSld name="banner">
    <p:spTree>
      <p:nvGrpSpPr>
        <p:cNvPr id="1" name="Shape 147"/>
        <p:cNvGrpSpPr/>
        <p:nvPr/>
      </p:nvGrpSpPr>
      <p:grpSpPr>
        <a:xfrm>
          <a:off x="0" y="0"/>
          <a:ext cx="0" cy="0"/>
          <a:chOff x="0" y="0"/>
          <a:chExt cx="0" cy="0"/>
        </a:xfrm>
      </p:grpSpPr>
      <p:sp>
        <p:nvSpPr>
          <p:cNvPr id="148" name="Google Shape;148;p17"/>
          <p:cNvSpPr/>
          <p:nvPr/>
        </p:nvSpPr>
        <p:spPr>
          <a:xfrm>
            <a:off x="5923722" y="8825948"/>
            <a:ext cx="3896100" cy="993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b="0" i="0" u="none" strike="noStrike" cap="none">
              <a:solidFill>
                <a:schemeClr val="lt1"/>
              </a:solidFill>
              <a:latin typeface="Roboto"/>
              <a:ea typeface="Roboto"/>
              <a:cs typeface="Roboto"/>
              <a:sym typeface="Robot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Custom Layout">
  <p:cSld name="Custom Layout">
    <p:spTree>
      <p:nvGrpSpPr>
        <p:cNvPr id="1" name="Shape 149"/>
        <p:cNvGrpSpPr/>
        <p:nvPr/>
      </p:nvGrpSpPr>
      <p:grpSpPr>
        <a:xfrm>
          <a:off x="0" y="0"/>
          <a:ext cx="0" cy="0"/>
          <a:chOff x="0" y="0"/>
          <a:chExt cx="0" cy="0"/>
        </a:xfrm>
      </p:grpSpPr>
      <p:sp>
        <p:nvSpPr>
          <p:cNvPr id="150" name="Google Shape;150;p18"/>
          <p:cNvSpPr>
            <a:spLocks noGrp="1"/>
          </p:cNvSpPr>
          <p:nvPr>
            <p:ph type="pic" idx="2"/>
          </p:nvPr>
        </p:nvSpPr>
        <p:spPr>
          <a:xfrm>
            <a:off x="0" y="0"/>
            <a:ext cx="18288000" cy="102885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Title ">
  <p:cSld name="Title ">
    <p:spTree>
      <p:nvGrpSpPr>
        <p:cNvPr id="1" name="Shape 151"/>
        <p:cNvGrpSpPr/>
        <p:nvPr/>
      </p:nvGrpSpPr>
      <p:grpSpPr>
        <a:xfrm>
          <a:off x="0" y="0"/>
          <a:ext cx="0" cy="0"/>
          <a:chOff x="0" y="0"/>
          <a:chExt cx="0" cy="0"/>
        </a:xfrm>
      </p:grpSpPr>
      <p:sp>
        <p:nvSpPr>
          <p:cNvPr id="152" name="Google Shape;152;p19"/>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3" name="Google Shape;153;p19"/>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54" name="Google Shape;154;p19"/>
          <p:cNvSpPr/>
          <p:nvPr/>
        </p:nvSpPr>
        <p:spPr>
          <a:xfrm>
            <a:off x="7905136" y="0"/>
            <a:ext cx="2477700" cy="2498400"/>
          </a:xfrm>
          <a:prstGeom prst="rect">
            <a:avLst/>
          </a:prstGeom>
          <a:solidFill>
            <a:srgbClr val="DE6A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55" name="Google Shape;155;p19"/>
          <p:cNvSpPr/>
          <p:nvPr/>
        </p:nvSpPr>
        <p:spPr>
          <a:xfrm>
            <a:off x="7905136" y="9535996"/>
            <a:ext cx="2477700" cy="7527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56" name="Google Shape;156;p19"/>
          <p:cNvSpPr txBox="1">
            <a:spLocks noGrp="1"/>
          </p:cNvSpPr>
          <p:nvPr>
            <p:ph type="body" idx="1"/>
          </p:nvPr>
        </p:nvSpPr>
        <p:spPr>
          <a:xfrm>
            <a:off x="7905749" y="0"/>
            <a:ext cx="2477100" cy="2498400"/>
          </a:xfrm>
          <a:prstGeom prst="rect">
            <a:avLst/>
          </a:prstGeom>
          <a:solidFill>
            <a:srgbClr val="018146"/>
          </a:solidFill>
          <a:ln>
            <a:noFill/>
          </a:ln>
        </p:spPr>
        <p:txBody>
          <a:bodyPr spcFirstLastPara="1" wrap="square" lIns="91425" tIns="45700" rIns="91425" bIns="45700" anchor="ctr" anchorCtr="0">
            <a:normAutofit/>
          </a:bodyPr>
          <a:lstStyle>
            <a:lvl1pPr marL="457200" lvl="0" indent="-228600" algn="ctr" rtl="0">
              <a:lnSpc>
                <a:spcPct val="90000"/>
              </a:lnSpc>
              <a:spcBef>
                <a:spcPts val="1500"/>
              </a:spcBef>
              <a:spcAft>
                <a:spcPts val="0"/>
              </a:spcAft>
              <a:buClr>
                <a:schemeClr val="lt1"/>
              </a:buClr>
              <a:buSzPts val="14400"/>
              <a:buNone/>
              <a:defRPr sz="14400">
                <a:solidFill>
                  <a:schemeClr val="lt1"/>
                </a:solidFill>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157" name="Google Shape;157;p19"/>
          <p:cNvSpPr txBox="1">
            <a:spLocks noGrp="1"/>
          </p:cNvSpPr>
          <p:nvPr>
            <p:ph type="title"/>
          </p:nvPr>
        </p:nvSpPr>
        <p:spPr>
          <a:xfrm>
            <a:off x="734096" y="4749399"/>
            <a:ext cx="16819800" cy="791400"/>
          </a:xfrm>
          <a:prstGeom prst="rect">
            <a:avLst/>
          </a:prstGeom>
          <a:noFill/>
          <a:ln>
            <a:noFill/>
          </a:ln>
        </p:spPr>
        <p:txBody>
          <a:bodyPr spcFirstLastPara="1" wrap="square" lIns="91425" tIns="45700" rIns="91425" bIns="45700" anchor="ctr" anchorCtr="0">
            <a:noAutofit/>
          </a:bodyPr>
          <a:lstStyle>
            <a:lvl1pPr lvl="0" algn="ctr" rtl="0">
              <a:lnSpc>
                <a:spcPct val="90000"/>
              </a:lnSpc>
              <a:spcBef>
                <a:spcPts val="0"/>
              </a:spcBef>
              <a:spcAft>
                <a:spcPts val="0"/>
              </a:spcAft>
              <a:buClr>
                <a:schemeClr val="dk1"/>
              </a:buClr>
              <a:buSzPts val="8100"/>
              <a:buFont typeface="Playfair Display"/>
              <a:buNone/>
              <a:defRPr sz="81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8" name="Google Shape;158;p19"/>
          <p:cNvSpPr txBox="1">
            <a:spLocks noGrp="1"/>
          </p:cNvSpPr>
          <p:nvPr>
            <p:ph type="body" idx="2"/>
          </p:nvPr>
        </p:nvSpPr>
        <p:spPr>
          <a:xfrm>
            <a:off x="4360069" y="6009482"/>
            <a:ext cx="9567900" cy="12870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500"/>
              </a:spcBef>
              <a:spcAft>
                <a:spcPts val="0"/>
              </a:spcAft>
              <a:buClr>
                <a:schemeClr val="dk1"/>
              </a:buClr>
              <a:buSzPts val="3600"/>
              <a:buNone/>
              <a:defRPr sz="3600"/>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grpSp>
        <p:nvGrpSpPr>
          <p:cNvPr id="159" name="Google Shape;159;p19"/>
          <p:cNvGrpSpPr/>
          <p:nvPr/>
        </p:nvGrpSpPr>
        <p:grpSpPr>
          <a:xfrm>
            <a:off x="15035298" y="6804554"/>
            <a:ext cx="3814543" cy="3899555"/>
            <a:chOff x="9414500" y="3211685"/>
            <a:chExt cx="1939368" cy="1982287"/>
          </a:xfrm>
        </p:grpSpPr>
        <p:sp>
          <p:nvSpPr>
            <p:cNvPr id="160" name="Google Shape;160;p19"/>
            <p:cNvSpPr/>
            <p:nvPr/>
          </p:nvSpPr>
          <p:spPr>
            <a:xfrm>
              <a:off x="9414500" y="3673801"/>
              <a:ext cx="924300" cy="924300"/>
            </a:xfrm>
            <a:prstGeom prst="ellipse">
              <a:avLst/>
            </a:prstGeom>
            <a:noFill/>
            <a:ln w="28575" cap="flat" cmpd="sng">
              <a:solidFill>
                <a:srgbClr val="F7B94C">
                  <a:alpha val="2392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61" name="Google Shape;161;p19"/>
            <p:cNvSpPr/>
            <p:nvPr/>
          </p:nvSpPr>
          <p:spPr>
            <a:xfrm>
              <a:off x="10429568" y="3211685"/>
              <a:ext cx="924300" cy="924300"/>
            </a:xfrm>
            <a:prstGeom prst="ellipse">
              <a:avLst/>
            </a:prstGeom>
            <a:noFill/>
            <a:ln w="28575" cap="flat" cmpd="sng">
              <a:solidFill>
                <a:srgbClr val="F7B94C">
                  <a:alpha val="2392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62" name="Google Shape;162;p19"/>
            <p:cNvSpPr/>
            <p:nvPr/>
          </p:nvSpPr>
          <p:spPr>
            <a:xfrm>
              <a:off x="10338732" y="4269672"/>
              <a:ext cx="924300" cy="924300"/>
            </a:xfrm>
            <a:prstGeom prst="ellipse">
              <a:avLst/>
            </a:prstGeom>
            <a:noFill/>
            <a:ln w="28575" cap="flat" cmpd="sng">
              <a:solidFill>
                <a:srgbClr val="F7B94C">
                  <a:alpha val="2392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Caption Only">
  <p:cSld name="Caption Only">
    <p:spTree>
      <p:nvGrpSpPr>
        <p:cNvPr id="1" name="Shape 163"/>
        <p:cNvGrpSpPr/>
        <p:nvPr/>
      </p:nvGrpSpPr>
      <p:grpSpPr>
        <a:xfrm>
          <a:off x="0" y="0"/>
          <a:ext cx="0" cy="0"/>
          <a:chOff x="0" y="0"/>
          <a:chExt cx="0" cy="0"/>
        </a:xfrm>
      </p:grpSpPr>
      <p:sp>
        <p:nvSpPr>
          <p:cNvPr id="164" name="Google Shape;164;p20"/>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5" name="Google Shape;165;p20"/>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6" name="Google Shape;166;p20"/>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67" name="Google Shape;167;p20"/>
          <p:cNvSpPr txBox="1">
            <a:spLocks noGrp="1"/>
          </p:cNvSpPr>
          <p:nvPr>
            <p:ph type="body" idx="1"/>
          </p:nvPr>
        </p:nvSpPr>
        <p:spPr>
          <a:xfrm>
            <a:off x="3078956" y="3715154"/>
            <a:ext cx="12425400" cy="2858400"/>
          </a:xfrm>
          <a:prstGeom prst="rect">
            <a:avLst/>
          </a:prstGeom>
          <a:noFill/>
          <a:ln>
            <a:noFill/>
          </a:ln>
        </p:spPr>
        <p:txBody>
          <a:bodyPr spcFirstLastPara="1" wrap="square" lIns="91425" tIns="45700" rIns="91425" bIns="45700" anchor="ctr" anchorCtr="0">
            <a:normAutofit/>
          </a:bodyPr>
          <a:lstStyle>
            <a:lvl1pPr marL="457200" lvl="0" indent="-228600" algn="ctr" rtl="0">
              <a:lnSpc>
                <a:spcPct val="90000"/>
              </a:lnSpc>
              <a:spcBef>
                <a:spcPts val="1500"/>
              </a:spcBef>
              <a:spcAft>
                <a:spcPts val="0"/>
              </a:spcAft>
              <a:buClr>
                <a:schemeClr val="dk1"/>
              </a:buClr>
              <a:buSzPts val="4200"/>
              <a:buNone/>
              <a:defRPr/>
            </a:lvl1pPr>
            <a:lvl2pPr marL="914400" lvl="1" indent="-228600" algn="l" rtl="0">
              <a:lnSpc>
                <a:spcPct val="90000"/>
              </a:lnSpc>
              <a:spcBef>
                <a:spcPts val="750"/>
              </a:spcBef>
              <a:spcAft>
                <a:spcPts val="0"/>
              </a:spcAft>
              <a:buClr>
                <a:schemeClr val="dk1"/>
              </a:buClr>
              <a:buSzPts val="3600"/>
              <a:buNone/>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168" name="Google Shape;168;p20"/>
          <p:cNvSpPr/>
          <p:nvPr/>
        </p:nvSpPr>
        <p:spPr>
          <a:xfrm>
            <a:off x="3060700" y="3696270"/>
            <a:ext cx="902400" cy="902700"/>
          </a:xfrm>
          <a:prstGeom prst="halfFrame">
            <a:avLst>
              <a:gd name="adj1" fmla="val 2898"/>
              <a:gd name="adj2" fmla="val 2898"/>
            </a:avLst>
          </a:prstGeom>
          <a:solidFill>
            <a:srgbClr val="DE6A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dk1"/>
              </a:solidFill>
              <a:latin typeface="Roboto"/>
              <a:ea typeface="Roboto"/>
              <a:cs typeface="Roboto"/>
              <a:sym typeface="Roboto"/>
            </a:endParaRPr>
          </a:p>
        </p:txBody>
      </p:sp>
      <p:sp>
        <p:nvSpPr>
          <p:cNvPr id="169" name="Google Shape;169;p20"/>
          <p:cNvSpPr/>
          <p:nvPr/>
        </p:nvSpPr>
        <p:spPr>
          <a:xfrm rot="10800000">
            <a:off x="14601919" y="5670735"/>
            <a:ext cx="902400" cy="902700"/>
          </a:xfrm>
          <a:prstGeom prst="halfFrame">
            <a:avLst>
              <a:gd name="adj1" fmla="val 2898"/>
              <a:gd name="adj2" fmla="val 2898"/>
            </a:avLst>
          </a:prstGeom>
          <a:solidFill>
            <a:srgbClr val="DE6A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dk1"/>
              </a:solidFill>
              <a:latin typeface="Roboto"/>
              <a:ea typeface="Roboto"/>
              <a:cs typeface="Roboto"/>
              <a:sym typeface="Robot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Content with Caption - RIGHT">
  <p:cSld name="Content with Caption - RIGHT">
    <p:spTree>
      <p:nvGrpSpPr>
        <p:cNvPr id="1" name="Shape 170"/>
        <p:cNvGrpSpPr/>
        <p:nvPr/>
      </p:nvGrpSpPr>
      <p:grpSpPr>
        <a:xfrm>
          <a:off x="0" y="0"/>
          <a:ext cx="0" cy="0"/>
          <a:chOff x="0" y="0"/>
          <a:chExt cx="0" cy="0"/>
        </a:xfrm>
      </p:grpSpPr>
      <p:sp>
        <p:nvSpPr>
          <p:cNvPr id="171" name="Google Shape;171;p21"/>
          <p:cNvSpPr/>
          <p:nvPr/>
        </p:nvSpPr>
        <p:spPr>
          <a:xfrm>
            <a:off x="9144000" y="0"/>
            <a:ext cx="9144000" cy="10288500"/>
          </a:xfrm>
          <a:prstGeom prst="rect">
            <a:avLst/>
          </a:prstGeom>
          <a:solidFill>
            <a:srgbClr val="01814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72" name="Google Shape;172;p21"/>
          <p:cNvSpPr txBox="1">
            <a:spLocks noGrp="1"/>
          </p:cNvSpPr>
          <p:nvPr>
            <p:ph type="body" idx="1"/>
          </p:nvPr>
        </p:nvSpPr>
        <p:spPr>
          <a:xfrm>
            <a:off x="0" y="0"/>
            <a:ext cx="9144000" cy="10288500"/>
          </a:xfrm>
          <a:prstGeom prst="rect">
            <a:avLst/>
          </a:prstGeom>
          <a:noFill/>
          <a:ln>
            <a:noFill/>
          </a:ln>
        </p:spPr>
        <p:txBody>
          <a:bodyPr spcFirstLastPara="1" wrap="square" lIns="91425" tIns="45700" rIns="91425" bIns="45700" anchor="ctr" anchorCtr="0">
            <a:normAutofit/>
          </a:bodyPr>
          <a:lstStyle>
            <a:lvl1pPr marL="457200" lvl="0" indent="-533400" algn="l" rtl="0">
              <a:lnSpc>
                <a:spcPct val="90000"/>
              </a:lnSpc>
              <a:spcBef>
                <a:spcPts val="1500"/>
              </a:spcBef>
              <a:spcAft>
                <a:spcPts val="0"/>
              </a:spcAft>
              <a:buClr>
                <a:schemeClr val="dk1"/>
              </a:buClr>
              <a:buSzPts val="4800"/>
              <a:buChar char="•"/>
              <a:defRPr sz="4800"/>
            </a:lvl1pPr>
            <a:lvl2pPr marL="914400" lvl="1" indent="-495300" algn="l" rtl="0">
              <a:lnSpc>
                <a:spcPct val="90000"/>
              </a:lnSpc>
              <a:spcBef>
                <a:spcPts val="750"/>
              </a:spcBef>
              <a:spcAft>
                <a:spcPts val="0"/>
              </a:spcAft>
              <a:buClr>
                <a:schemeClr val="dk1"/>
              </a:buClr>
              <a:buSzPts val="4200"/>
              <a:buChar char="•"/>
              <a:defRPr sz="4200"/>
            </a:lvl2pPr>
            <a:lvl3pPr marL="1371600" lvl="2" indent="-457200" algn="l" rtl="0">
              <a:lnSpc>
                <a:spcPct val="90000"/>
              </a:lnSpc>
              <a:spcBef>
                <a:spcPts val="750"/>
              </a:spcBef>
              <a:spcAft>
                <a:spcPts val="0"/>
              </a:spcAft>
              <a:buClr>
                <a:schemeClr val="dk1"/>
              </a:buClr>
              <a:buSzPts val="3600"/>
              <a:buChar char="•"/>
              <a:defRPr sz="3600"/>
            </a:lvl3pPr>
            <a:lvl4pPr marL="1828800" lvl="3" indent="-419100" algn="l" rtl="0">
              <a:lnSpc>
                <a:spcPct val="90000"/>
              </a:lnSpc>
              <a:spcBef>
                <a:spcPts val="750"/>
              </a:spcBef>
              <a:spcAft>
                <a:spcPts val="0"/>
              </a:spcAft>
              <a:buClr>
                <a:schemeClr val="dk1"/>
              </a:buClr>
              <a:buSzPts val="3000"/>
              <a:buChar char="•"/>
              <a:defRPr sz="3000"/>
            </a:lvl4pPr>
            <a:lvl5pPr marL="2286000" lvl="4" indent="-419100" algn="l" rtl="0">
              <a:lnSpc>
                <a:spcPct val="90000"/>
              </a:lnSpc>
              <a:spcBef>
                <a:spcPts val="750"/>
              </a:spcBef>
              <a:spcAft>
                <a:spcPts val="0"/>
              </a:spcAft>
              <a:buClr>
                <a:schemeClr val="dk1"/>
              </a:buClr>
              <a:buSzPts val="3000"/>
              <a:buChar char="•"/>
              <a:defRPr sz="3000"/>
            </a:lvl5pPr>
            <a:lvl6pPr marL="2743200" lvl="5" indent="-419100" algn="l" rtl="0">
              <a:lnSpc>
                <a:spcPct val="90000"/>
              </a:lnSpc>
              <a:spcBef>
                <a:spcPts val="750"/>
              </a:spcBef>
              <a:spcAft>
                <a:spcPts val="0"/>
              </a:spcAft>
              <a:buClr>
                <a:schemeClr val="dk1"/>
              </a:buClr>
              <a:buSzPts val="3000"/>
              <a:buChar char="•"/>
              <a:defRPr sz="3000"/>
            </a:lvl6pPr>
            <a:lvl7pPr marL="3200400" lvl="6" indent="-419100" algn="l" rtl="0">
              <a:lnSpc>
                <a:spcPct val="90000"/>
              </a:lnSpc>
              <a:spcBef>
                <a:spcPts val="750"/>
              </a:spcBef>
              <a:spcAft>
                <a:spcPts val="0"/>
              </a:spcAft>
              <a:buClr>
                <a:schemeClr val="dk1"/>
              </a:buClr>
              <a:buSzPts val="3000"/>
              <a:buChar char="•"/>
              <a:defRPr sz="3000"/>
            </a:lvl7pPr>
            <a:lvl8pPr marL="3657600" lvl="7" indent="-419100" algn="l" rtl="0">
              <a:lnSpc>
                <a:spcPct val="90000"/>
              </a:lnSpc>
              <a:spcBef>
                <a:spcPts val="750"/>
              </a:spcBef>
              <a:spcAft>
                <a:spcPts val="0"/>
              </a:spcAft>
              <a:buClr>
                <a:schemeClr val="dk1"/>
              </a:buClr>
              <a:buSzPts val="3000"/>
              <a:buChar char="•"/>
              <a:defRPr sz="3000"/>
            </a:lvl8pPr>
            <a:lvl9pPr marL="4114800" lvl="8" indent="-419100" algn="l" rtl="0">
              <a:lnSpc>
                <a:spcPct val="90000"/>
              </a:lnSpc>
              <a:spcBef>
                <a:spcPts val="750"/>
              </a:spcBef>
              <a:spcAft>
                <a:spcPts val="0"/>
              </a:spcAft>
              <a:buClr>
                <a:schemeClr val="dk1"/>
              </a:buClr>
              <a:buSzPts val="3000"/>
              <a:buChar char="•"/>
              <a:defRPr sz="3000"/>
            </a:lvl9pPr>
          </a:lstStyle>
          <a:p>
            <a:endParaRPr/>
          </a:p>
        </p:txBody>
      </p:sp>
      <p:sp>
        <p:nvSpPr>
          <p:cNvPr id="173" name="Google Shape;173;p21"/>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1800" b="0" i="0" u="none" strike="noStrike" cap="none">
                <a:solidFill>
                  <a:schemeClr val="lt1"/>
                </a:solidFill>
                <a:latin typeface="Roboto"/>
                <a:ea typeface="Roboto"/>
                <a:cs typeface="Roboto"/>
                <a:sym typeface="Roboto"/>
              </a:defRPr>
            </a:lvl1pPr>
            <a:lvl2pPr marL="0" lvl="1" indent="0" algn="r" rtl="0">
              <a:spcBef>
                <a:spcPts val="0"/>
              </a:spcBef>
              <a:buNone/>
              <a:defRPr sz="1800" b="0" i="0" u="none" strike="noStrike" cap="none">
                <a:solidFill>
                  <a:schemeClr val="lt1"/>
                </a:solidFill>
                <a:latin typeface="Roboto"/>
                <a:ea typeface="Roboto"/>
                <a:cs typeface="Roboto"/>
                <a:sym typeface="Roboto"/>
              </a:defRPr>
            </a:lvl2pPr>
            <a:lvl3pPr marL="0" lvl="2" indent="0" algn="r" rtl="0">
              <a:spcBef>
                <a:spcPts val="0"/>
              </a:spcBef>
              <a:buNone/>
              <a:defRPr sz="1800" b="0" i="0" u="none" strike="noStrike" cap="none">
                <a:solidFill>
                  <a:schemeClr val="lt1"/>
                </a:solidFill>
                <a:latin typeface="Roboto"/>
                <a:ea typeface="Roboto"/>
                <a:cs typeface="Roboto"/>
                <a:sym typeface="Roboto"/>
              </a:defRPr>
            </a:lvl3pPr>
            <a:lvl4pPr marL="0" lvl="3" indent="0" algn="r" rtl="0">
              <a:spcBef>
                <a:spcPts val="0"/>
              </a:spcBef>
              <a:buNone/>
              <a:defRPr sz="1800" b="0" i="0" u="none" strike="noStrike" cap="none">
                <a:solidFill>
                  <a:schemeClr val="lt1"/>
                </a:solidFill>
                <a:latin typeface="Roboto"/>
                <a:ea typeface="Roboto"/>
                <a:cs typeface="Roboto"/>
                <a:sym typeface="Roboto"/>
              </a:defRPr>
            </a:lvl4pPr>
            <a:lvl5pPr marL="0" lvl="4" indent="0" algn="r" rtl="0">
              <a:spcBef>
                <a:spcPts val="0"/>
              </a:spcBef>
              <a:buNone/>
              <a:defRPr sz="1800" b="0" i="0" u="none" strike="noStrike" cap="none">
                <a:solidFill>
                  <a:schemeClr val="lt1"/>
                </a:solidFill>
                <a:latin typeface="Roboto"/>
                <a:ea typeface="Roboto"/>
                <a:cs typeface="Roboto"/>
                <a:sym typeface="Roboto"/>
              </a:defRPr>
            </a:lvl5pPr>
            <a:lvl6pPr marL="0" lvl="5" indent="0" algn="r" rtl="0">
              <a:spcBef>
                <a:spcPts val="0"/>
              </a:spcBef>
              <a:buNone/>
              <a:defRPr sz="1800" b="0" i="0" u="none" strike="noStrike" cap="none">
                <a:solidFill>
                  <a:schemeClr val="lt1"/>
                </a:solidFill>
                <a:latin typeface="Roboto"/>
                <a:ea typeface="Roboto"/>
                <a:cs typeface="Roboto"/>
                <a:sym typeface="Roboto"/>
              </a:defRPr>
            </a:lvl6pPr>
            <a:lvl7pPr marL="0" lvl="6" indent="0" algn="r" rtl="0">
              <a:spcBef>
                <a:spcPts val="0"/>
              </a:spcBef>
              <a:buNone/>
              <a:defRPr sz="1800" b="0" i="0" u="none" strike="noStrike" cap="none">
                <a:solidFill>
                  <a:schemeClr val="lt1"/>
                </a:solidFill>
                <a:latin typeface="Roboto"/>
                <a:ea typeface="Roboto"/>
                <a:cs typeface="Roboto"/>
                <a:sym typeface="Roboto"/>
              </a:defRPr>
            </a:lvl7pPr>
            <a:lvl8pPr marL="0" lvl="7" indent="0" algn="r" rtl="0">
              <a:spcBef>
                <a:spcPts val="0"/>
              </a:spcBef>
              <a:buNone/>
              <a:defRPr sz="1800" b="0" i="0" u="none" strike="noStrike" cap="none">
                <a:solidFill>
                  <a:schemeClr val="lt1"/>
                </a:solidFill>
                <a:latin typeface="Roboto"/>
                <a:ea typeface="Roboto"/>
                <a:cs typeface="Roboto"/>
                <a:sym typeface="Roboto"/>
              </a:defRPr>
            </a:lvl8pPr>
            <a:lvl9pPr marL="0" lvl="8" indent="0" algn="r" rtl="0">
              <a:spcBef>
                <a:spcPts val="0"/>
              </a:spcBef>
              <a:buNone/>
              <a:defRPr sz="18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74" name="Google Shape;174;p21"/>
          <p:cNvSpPr txBox="1">
            <a:spLocks noGrp="1"/>
          </p:cNvSpPr>
          <p:nvPr>
            <p:ph type="title"/>
          </p:nvPr>
        </p:nvSpPr>
        <p:spPr>
          <a:xfrm>
            <a:off x="9956721" y="4342880"/>
            <a:ext cx="7518600" cy="1602900"/>
          </a:xfrm>
          <a:prstGeom prst="rect">
            <a:avLst/>
          </a:prstGeom>
          <a:noFill/>
          <a:ln>
            <a:noFill/>
          </a:ln>
        </p:spPr>
        <p:txBody>
          <a:bodyPr spcFirstLastPara="1" wrap="square" lIns="91425" tIns="45700" rIns="91425" bIns="45700" anchor="ctr" anchorCtr="0">
            <a:noAutofit/>
          </a:bodyPr>
          <a:lstStyle>
            <a:lvl1pPr lvl="0" algn="ctr" rtl="0">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75" name="Google Shape;175;p21"/>
          <p:cNvSpPr txBox="1">
            <a:spLocks noGrp="1"/>
          </p:cNvSpPr>
          <p:nvPr>
            <p:ph type="body" idx="2"/>
          </p:nvPr>
        </p:nvSpPr>
        <p:spPr>
          <a:xfrm>
            <a:off x="9956721" y="6138021"/>
            <a:ext cx="7518600" cy="16029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500"/>
              </a:spcBef>
              <a:spcAft>
                <a:spcPts val="0"/>
              </a:spcAft>
              <a:buClr>
                <a:schemeClr val="lt1"/>
              </a:buClr>
              <a:buSzPts val="3600"/>
              <a:buNone/>
              <a:defRPr sz="3600">
                <a:solidFill>
                  <a:schemeClr val="lt1"/>
                </a:solidFill>
              </a:defRPr>
            </a:lvl1pPr>
            <a:lvl2pPr marL="914400" lvl="1" indent="-228600" algn="l" rtl="0">
              <a:lnSpc>
                <a:spcPct val="90000"/>
              </a:lnSpc>
              <a:spcBef>
                <a:spcPts val="750"/>
              </a:spcBef>
              <a:spcAft>
                <a:spcPts val="0"/>
              </a:spcAft>
              <a:buClr>
                <a:schemeClr val="dk1"/>
              </a:buClr>
              <a:buSzPts val="2100"/>
              <a:buNone/>
              <a:defRPr sz="2100"/>
            </a:lvl2pPr>
            <a:lvl3pPr marL="1371600" lvl="2" indent="-228600" algn="l" rtl="0">
              <a:lnSpc>
                <a:spcPct val="90000"/>
              </a:lnSpc>
              <a:spcBef>
                <a:spcPts val="750"/>
              </a:spcBef>
              <a:spcAft>
                <a:spcPts val="0"/>
              </a:spcAft>
              <a:buClr>
                <a:schemeClr val="dk1"/>
              </a:buClr>
              <a:buSzPts val="1800"/>
              <a:buNone/>
              <a:defRPr sz="1800"/>
            </a:lvl3pPr>
            <a:lvl4pPr marL="1828800" lvl="3" indent="-228600" algn="l" rtl="0">
              <a:lnSpc>
                <a:spcPct val="90000"/>
              </a:lnSpc>
              <a:spcBef>
                <a:spcPts val="750"/>
              </a:spcBef>
              <a:spcAft>
                <a:spcPts val="0"/>
              </a:spcAft>
              <a:buClr>
                <a:schemeClr val="dk1"/>
              </a:buClr>
              <a:buSzPts val="1500"/>
              <a:buNone/>
              <a:defRPr sz="1500"/>
            </a:lvl4pPr>
            <a:lvl5pPr marL="2286000" lvl="4" indent="-228600" algn="l" rtl="0">
              <a:lnSpc>
                <a:spcPct val="90000"/>
              </a:lnSpc>
              <a:spcBef>
                <a:spcPts val="750"/>
              </a:spcBef>
              <a:spcAft>
                <a:spcPts val="0"/>
              </a:spcAft>
              <a:buClr>
                <a:schemeClr val="dk1"/>
              </a:buClr>
              <a:buSzPts val="1500"/>
              <a:buNone/>
              <a:defRPr sz="1500"/>
            </a:lvl5pPr>
            <a:lvl6pPr marL="2743200" lvl="5" indent="-228600" algn="l" rtl="0">
              <a:lnSpc>
                <a:spcPct val="90000"/>
              </a:lnSpc>
              <a:spcBef>
                <a:spcPts val="750"/>
              </a:spcBef>
              <a:spcAft>
                <a:spcPts val="0"/>
              </a:spcAft>
              <a:buClr>
                <a:schemeClr val="dk1"/>
              </a:buClr>
              <a:buSzPts val="1500"/>
              <a:buNone/>
              <a:defRPr sz="1500"/>
            </a:lvl6pPr>
            <a:lvl7pPr marL="3200400" lvl="6" indent="-228600" algn="l" rtl="0">
              <a:lnSpc>
                <a:spcPct val="90000"/>
              </a:lnSpc>
              <a:spcBef>
                <a:spcPts val="750"/>
              </a:spcBef>
              <a:spcAft>
                <a:spcPts val="0"/>
              </a:spcAft>
              <a:buClr>
                <a:schemeClr val="dk1"/>
              </a:buClr>
              <a:buSzPts val="1500"/>
              <a:buNone/>
              <a:defRPr sz="1500"/>
            </a:lvl7pPr>
            <a:lvl8pPr marL="3657600" lvl="7" indent="-228600" algn="l" rtl="0">
              <a:lnSpc>
                <a:spcPct val="90000"/>
              </a:lnSpc>
              <a:spcBef>
                <a:spcPts val="750"/>
              </a:spcBef>
              <a:spcAft>
                <a:spcPts val="0"/>
              </a:spcAft>
              <a:buClr>
                <a:schemeClr val="dk1"/>
              </a:buClr>
              <a:buSzPts val="1500"/>
              <a:buNone/>
              <a:defRPr sz="1500"/>
            </a:lvl8pPr>
            <a:lvl9pPr marL="4114800" lvl="8" indent="-228600" algn="l" rtl="0">
              <a:lnSpc>
                <a:spcPct val="90000"/>
              </a:lnSpc>
              <a:spcBef>
                <a:spcPts val="750"/>
              </a:spcBef>
              <a:spcAft>
                <a:spcPts val="0"/>
              </a:spcAft>
              <a:buClr>
                <a:schemeClr val="dk1"/>
              </a:buClr>
              <a:buSzPts val="1500"/>
              <a:buNone/>
              <a:defRPr sz="1500"/>
            </a:lvl9pPr>
          </a:lstStyle>
          <a:p>
            <a:endParaRPr/>
          </a:p>
        </p:txBody>
      </p:sp>
      <p:pic>
        <p:nvPicPr>
          <p:cNvPr id="176" name="Google Shape;176;p21"/>
          <p:cNvPicPr preferRelativeResize="0"/>
          <p:nvPr/>
        </p:nvPicPr>
        <p:blipFill rotWithShape="1">
          <a:blip r:embed="rId2">
            <a:alphaModFix/>
          </a:blip>
          <a:srcRect/>
          <a:stretch/>
        </p:blipFill>
        <p:spPr>
          <a:xfrm>
            <a:off x="12479628" y="441265"/>
            <a:ext cx="2472744" cy="55995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Content with Caption -LEFT BLACK">
  <p:cSld name="Content with Caption -LEFT BLACK">
    <p:spTree>
      <p:nvGrpSpPr>
        <p:cNvPr id="1" name="Shape 177"/>
        <p:cNvGrpSpPr/>
        <p:nvPr/>
      </p:nvGrpSpPr>
      <p:grpSpPr>
        <a:xfrm>
          <a:off x="0" y="0"/>
          <a:ext cx="0" cy="0"/>
          <a:chOff x="0" y="0"/>
          <a:chExt cx="0" cy="0"/>
        </a:xfrm>
      </p:grpSpPr>
      <p:sp>
        <p:nvSpPr>
          <p:cNvPr id="178" name="Google Shape;178;p22"/>
          <p:cNvSpPr/>
          <p:nvPr/>
        </p:nvSpPr>
        <p:spPr>
          <a:xfrm>
            <a:off x="0" y="0"/>
            <a:ext cx="9144000" cy="102885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79" name="Google Shape;179;p22"/>
          <p:cNvSpPr txBox="1">
            <a:spLocks noGrp="1"/>
          </p:cNvSpPr>
          <p:nvPr>
            <p:ph type="body" idx="1"/>
          </p:nvPr>
        </p:nvSpPr>
        <p:spPr>
          <a:xfrm>
            <a:off x="9144000" y="0"/>
            <a:ext cx="9258300" cy="10288500"/>
          </a:xfrm>
          <a:prstGeom prst="rect">
            <a:avLst/>
          </a:prstGeom>
          <a:noFill/>
          <a:ln>
            <a:noFill/>
          </a:ln>
        </p:spPr>
        <p:txBody>
          <a:bodyPr spcFirstLastPara="1" wrap="square" lIns="91425" tIns="45700" rIns="91425" bIns="45700" anchor="ctr" anchorCtr="0">
            <a:normAutofit/>
          </a:bodyPr>
          <a:lstStyle>
            <a:lvl1pPr marL="457200" lvl="0" indent="-533400" algn="l" rtl="0">
              <a:lnSpc>
                <a:spcPct val="90000"/>
              </a:lnSpc>
              <a:spcBef>
                <a:spcPts val="1500"/>
              </a:spcBef>
              <a:spcAft>
                <a:spcPts val="0"/>
              </a:spcAft>
              <a:buClr>
                <a:schemeClr val="dk1"/>
              </a:buClr>
              <a:buSzPts val="4800"/>
              <a:buChar char="•"/>
              <a:defRPr sz="4800"/>
            </a:lvl1pPr>
            <a:lvl2pPr marL="914400" lvl="1" indent="-495300" algn="l" rtl="0">
              <a:lnSpc>
                <a:spcPct val="90000"/>
              </a:lnSpc>
              <a:spcBef>
                <a:spcPts val="750"/>
              </a:spcBef>
              <a:spcAft>
                <a:spcPts val="0"/>
              </a:spcAft>
              <a:buClr>
                <a:schemeClr val="dk1"/>
              </a:buClr>
              <a:buSzPts val="4200"/>
              <a:buChar char="•"/>
              <a:defRPr sz="4200"/>
            </a:lvl2pPr>
            <a:lvl3pPr marL="1371600" lvl="2" indent="-457200" algn="l" rtl="0">
              <a:lnSpc>
                <a:spcPct val="90000"/>
              </a:lnSpc>
              <a:spcBef>
                <a:spcPts val="750"/>
              </a:spcBef>
              <a:spcAft>
                <a:spcPts val="0"/>
              </a:spcAft>
              <a:buClr>
                <a:schemeClr val="dk1"/>
              </a:buClr>
              <a:buSzPts val="3600"/>
              <a:buChar char="•"/>
              <a:defRPr sz="3600"/>
            </a:lvl3pPr>
            <a:lvl4pPr marL="1828800" lvl="3" indent="-419100" algn="l" rtl="0">
              <a:lnSpc>
                <a:spcPct val="90000"/>
              </a:lnSpc>
              <a:spcBef>
                <a:spcPts val="750"/>
              </a:spcBef>
              <a:spcAft>
                <a:spcPts val="0"/>
              </a:spcAft>
              <a:buClr>
                <a:schemeClr val="dk1"/>
              </a:buClr>
              <a:buSzPts val="3000"/>
              <a:buChar char="•"/>
              <a:defRPr sz="3000"/>
            </a:lvl4pPr>
            <a:lvl5pPr marL="2286000" lvl="4" indent="-419100" algn="l" rtl="0">
              <a:lnSpc>
                <a:spcPct val="90000"/>
              </a:lnSpc>
              <a:spcBef>
                <a:spcPts val="750"/>
              </a:spcBef>
              <a:spcAft>
                <a:spcPts val="0"/>
              </a:spcAft>
              <a:buClr>
                <a:schemeClr val="dk1"/>
              </a:buClr>
              <a:buSzPts val="3000"/>
              <a:buChar char="•"/>
              <a:defRPr sz="3000"/>
            </a:lvl5pPr>
            <a:lvl6pPr marL="2743200" lvl="5" indent="-419100" algn="l" rtl="0">
              <a:lnSpc>
                <a:spcPct val="90000"/>
              </a:lnSpc>
              <a:spcBef>
                <a:spcPts val="750"/>
              </a:spcBef>
              <a:spcAft>
                <a:spcPts val="0"/>
              </a:spcAft>
              <a:buClr>
                <a:schemeClr val="dk1"/>
              </a:buClr>
              <a:buSzPts val="3000"/>
              <a:buChar char="•"/>
              <a:defRPr sz="3000"/>
            </a:lvl6pPr>
            <a:lvl7pPr marL="3200400" lvl="6" indent="-419100" algn="l" rtl="0">
              <a:lnSpc>
                <a:spcPct val="90000"/>
              </a:lnSpc>
              <a:spcBef>
                <a:spcPts val="750"/>
              </a:spcBef>
              <a:spcAft>
                <a:spcPts val="0"/>
              </a:spcAft>
              <a:buClr>
                <a:schemeClr val="dk1"/>
              </a:buClr>
              <a:buSzPts val="3000"/>
              <a:buChar char="•"/>
              <a:defRPr sz="3000"/>
            </a:lvl7pPr>
            <a:lvl8pPr marL="3657600" lvl="7" indent="-419100" algn="l" rtl="0">
              <a:lnSpc>
                <a:spcPct val="90000"/>
              </a:lnSpc>
              <a:spcBef>
                <a:spcPts val="750"/>
              </a:spcBef>
              <a:spcAft>
                <a:spcPts val="0"/>
              </a:spcAft>
              <a:buClr>
                <a:schemeClr val="dk1"/>
              </a:buClr>
              <a:buSzPts val="3000"/>
              <a:buChar char="•"/>
              <a:defRPr sz="3000"/>
            </a:lvl8pPr>
            <a:lvl9pPr marL="4114800" lvl="8" indent="-419100" algn="l" rtl="0">
              <a:lnSpc>
                <a:spcPct val="90000"/>
              </a:lnSpc>
              <a:spcBef>
                <a:spcPts val="750"/>
              </a:spcBef>
              <a:spcAft>
                <a:spcPts val="0"/>
              </a:spcAft>
              <a:buClr>
                <a:schemeClr val="dk1"/>
              </a:buClr>
              <a:buSzPts val="3000"/>
              <a:buChar char="•"/>
              <a:defRPr sz="3000"/>
            </a:lvl9pPr>
          </a:lstStyle>
          <a:p>
            <a:endParaRPr/>
          </a:p>
        </p:txBody>
      </p:sp>
      <p:sp>
        <p:nvSpPr>
          <p:cNvPr id="180" name="Google Shape;180;p22"/>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1" name="Google Shape;181;p22"/>
          <p:cNvSpPr txBox="1">
            <a:spLocks noGrp="1"/>
          </p:cNvSpPr>
          <p:nvPr>
            <p:ph type="title"/>
          </p:nvPr>
        </p:nvSpPr>
        <p:spPr>
          <a:xfrm>
            <a:off x="812721" y="4342880"/>
            <a:ext cx="7518600" cy="1602900"/>
          </a:xfrm>
          <a:prstGeom prst="rect">
            <a:avLst/>
          </a:prstGeom>
          <a:noFill/>
          <a:ln>
            <a:noFill/>
          </a:ln>
        </p:spPr>
        <p:txBody>
          <a:bodyPr spcFirstLastPara="1" wrap="square" lIns="91425" tIns="45700" rIns="91425" bIns="45700" anchor="ctr" anchorCtr="0">
            <a:noAutofit/>
          </a:bodyPr>
          <a:lstStyle>
            <a:lvl1pPr lvl="0" algn="ctr" rtl="0">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2" name="Google Shape;182;p22"/>
          <p:cNvSpPr txBox="1">
            <a:spLocks noGrp="1"/>
          </p:cNvSpPr>
          <p:nvPr>
            <p:ph type="body" idx="2"/>
          </p:nvPr>
        </p:nvSpPr>
        <p:spPr>
          <a:xfrm>
            <a:off x="812721" y="6138021"/>
            <a:ext cx="7518600" cy="16029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500"/>
              </a:spcBef>
              <a:spcAft>
                <a:spcPts val="0"/>
              </a:spcAft>
              <a:buClr>
                <a:schemeClr val="lt1"/>
              </a:buClr>
              <a:buSzPts val="3600"/>
              <a:buNone/>
              <a:defRPr sz="3600">
                <a:solidFill>
                  <a:schemeClr val="lt1"/>
                </a:solidFill>
              </a:defRPr>
            </a:lvl1pPr>
            <a:lvl2pPr marL="914400" lvl="1" indent="-228600" algn="l" rtl="0">
              <a:lnSpc>
                <a:spcPct val="90000"/>
              </a:lnSpc>
              <a:spcBef>
                <a:spcPts val="750"/>
              </a:spcBef>
              <a:spcAft>
                <a:spcPts val="0"/>
              </a:spcAft>
              <a:buClr>
                <a:schemeClr val="dk1"/>
              </a:buClr>
              <a:buSzPts val="2100"/>
              <a:buNone/>
              <a:defRPr sz="2100"/>
            </a:lvl2pPr>
            <a:lvl3pPr marL="1371600" lvl="2" indent="-228600" algn="l" rtl="0">
              <a:lnSpc>
                <a:spcPct val="90000"/>
              </a:lnSpc>
              <a:spcBef>
                <a:spcPts val="750"/>
              </a:spcBef>
              <a:spcAft>
                <a:spcPts val="0"/>
              </a:spcAft>
              <a:buClr>
                <a:schemeClr val="dk1"/>
              </a:buClr>
              <a:buSzPts val="1800"/>
              <a:buNone/>
              <a:defRPr sz="1800"/>
            </a:lvl3pPr>
            <a:lvl4pPr marL="1828800" lvl="3" indent="-228600" algn="l" rtl="0">
              <a:lnSpc>
                <a:spcPct val="90000"/>
              </a:lnSpc>
              <a:spcBef>
                <a:spcPts val="750"/>
              </a:spcBef>
              <a:spcAft>
                <a:spcPts val="0"/>
              </a:spcAft>
              <a:buClr>
                <a:schemeClr val="dk1"/>
              </a:buClr>
              <a:buSzPts val="1500"/>
              <a:buNone/>
              <a:defRPr sz="1500"/>
            </a:lvl4pPr>
            <a:lvl5pPr marL="2286000" lvl="4" indent="-228600" algn="l" rtl="0">
              <a:lnSpc>
                <a:spcPct val="90000"/>
              </a:lnSpc>
              <a:spcBef>
                <a:spcPts val="750"/>
              </a:spcBef>
              <a:spcAft>
                <a:spcPts val="0"/>
              </a:spcAft>
              <a:buClr>
                <a:schemeClr val="dk1"/>
              </a:buClr>
              <a:buSzPts val="1500"/>
              <a:buNone/>
              <a:defRPr sz="1500"/>
            </a:lvl5pPr>
            <a:lvl6pPr marL="2743200" lvl="5" indent="-228600" algn="l" rtl="0">
              <a:lnSpc>
                <a:spcPct val="90000"/>
              </a:lnSpc>
              <a:spcBef>
                <a:spcPts val="750"/>
              </a:spcBef>
              <a:spcAft>
                <a:spcPts val="0"/>
              </a:spcAft>
              <a:buClr>
                <a:schemeClr val="dk1"/>
              </a:buClr>
              <a:buSzPts val="1500"/>
              <a:buNone/>
              <a:defRPr sz="1500"/>
            </a:lvl6pPr>
            <a:lvl7pPr marL="3200400" lvl="6" indent="-228600" algn="l" rtl="0">
              <a:lnSpc>
                <a:spcPct val="90000"/>
              </a:lnSpc>
              <a:spcBef>
                <a:spcPts val="750"/>
              </a:spcBef>
              <a:spcAft>
                <a:spcPts val="0"/>
              </a:spcAft>
              <a:buClr>
                <a:schemeClr val="dk1"/>
              </a:buClr>
              <a:buSzPts val="1500"/>
              <a:buNone/>
              <a:defRPr sz="1500"/>
            </a:lvl7pPr>
            <a:lvl8pPr marL="3657600" lvl="7" indent="-228600" algn="l" rtl="0">
              <a:lnSpc>
                <a:spcPct val="90000"/>
              </a:lnSpc>
              <a:spcBef>
                <a:spcPts val="750"/>
              </a:spcBef>
              <a:spcAft>
                <a:spcPts val="0"/>
              </a:spcAft>
              <a:buClr>
                <a:schemeClr val="dk1"/>
              </a:buClr>
              <a:buSzPts val="1500"/>
              <a:buNone/>
              <a:defRPr sz="1500"/>
            </a:lvl8pPr>
            <a:lvl9pPr marL="4114800" lvl="8" indent="-228600" algn="l" rtl="0">
              <a:lnSpc>
                <a:spcPct val="90000"/>
              </a:lnSpc>
              <a:spcBef>
                <a:spcPts val="750"/>
              </a:spcBef>
              <a:spcAft>
                <a:spcPts val="0"/>
              </a:spcAft>
              <a:buClr>
                <a:schemeClr val="dk1"/>
              </a:buClr>
              <a:buSzPts val="1500"/>
              <a:buNone/>
              <a:defRPr sz="1500"/>
            </a:lvl9pPr>
          </a:lstStyle>
          <a:p>
            <a:endParaRPr/>
          </a:p>
        </p:txBody>
      </p:sp>
      <p:pic>
        <p:nvPicPr>
          <p:cNvPr id="183" name="Google Shape;183;p22"/>
          <p:cNvPicPr preferRelativeResize="0"/>
          <p:nvPr/>
        </p:nvPicPr>
        <p:blipFill rotWithShape="1">
          <a:blip r:embed="rId2">
            <a:alphaModFix/>
          </a:blip>
          <a:srcRect/>
          <a:stretch/>
        </p:blipFill>
        <p:spPr>
          <a:xfrm>
            <a:off x="3335628" y="441265"/>
            <a:ext cx="2472744" cy="55995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Content with Caption - RIGHT BLACK">
  <p:cSld name="Content with Caption - RIGHT BLACK">
    <p:spTree>
      <p:nvGrpSpPr>
        <p:cNvPr id="1" name="Shape 184"/>
        <p:cNvGrpSpPr/>
        <p:nvPr/>
      </p:nvGrpSpPr>
      <p:grpSpPr>
        <a:xfrm>
          <a:off x="0" y="0"/>
          <a:ext cx="0" cy="0"/>
          <a:chOff x="0" y="0"/>
          <a:chExt cx="0" cy="0"/>
        </a:xfrm>
      </p:grpSpPr>
      <p:sp>
        <p:nvSpPr>
          <p:cNvPr id="185" name="Google Shape;185;p23"/>
          <p:cNvSpPr/>
          <p:nvPr/>
        </p:nvSpPr>
        <p:spPr>
          <a:xfrm>
            <a:off x="9144000" y="0"/>
            <a:ext cx="9144000" cy="102885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86" name="Google Shape;186;p23"/>
          <p:cNvSpPr txBox="1">
            <a:spLocks noGrp="1"/>
          </p:cNvSpPr>
          <p:nvPr>
            <p:ph type="body" idx="1"/>
          </p:nvPr>
        </p:nvSpPr>
        <p:spPr>
          <a:xfrm>
            <a:off x="0" y="0"/>
            <a:ext cx="9144000" cy="10288500"/>
          </a:xfrm>
          <a:prstGeom prst="rect">
            <a:avLst/>
          </a:prstGeom>
          <a:noFill/>
          <a:ln>
            <a:noFill/>
          </a:ln>
        </p:spPr>
        <p:txBody>
          <a:bodyPr spcFirstLastPara="1" wrap="square" lIns="91425" tIns="45700" rIns="91425" bIns="45700" anchor="ctr" anchorCtr="0">
            <a:normAutofit/>
          </a:bodyPr>
          <a:lstStyle>
            <a:lvl1pPr marL="457200" lvl="0" indent="-533400" algn="l" rtl="0">
              <a:lnSpc>
                <a:spcPct val="90000"/>
              </a:lnSpc>
              <a:spcBef>
                <a:spcPts val="1500"/>
              </a:spcBef>
              <a:spcAft>
                <a:spcPts val="0"/>
              </a:spcAft>
              <a:buClr>
                <a:schemeClr val="dk1"/>
              </a:buClr>
              <a:buSzPts val="4800"/>
              <a:buChar char="•"/>
              <a:defRPr sz="4800"/>
            </a:lvl1pPr>
            <a:lvl2pPr marL="914400" lvl="1" indent="-495300" algn="l" rtl="0">
              <a:lnSpc>
                <a:spcPct val="90000"/>
              </a:lnSpc>
              <a:spcBef>
                <a:spcPts val="750"/>
              </a:spcBef>
              <a:spcAft>
                <a:spcPts val="0"/>
              </a:spcAft>
              <a:buClr>
                <a:schemeClr val="dk1"/>
              </a:buClr>
              <a:buSzPts val="4200"/>
              <a:buChar char="•"/>
              <a:defRPr sz="4200"/>
            </a:lvl2pPr>
            <a:lvl3pPr marL="1371600" lvl="2" indent="-457200" algn="l" rtl="0">
              <a:lnSpc>
                <a:spcPct val="90000"/>
              </a:lnSpc>
              <a:spcBef>
                <a:spcPts val="750"/>
              </a:spcBef>
              <a:spcAft>
                <a:spcPts val="0"/>
              </a:spcAft>
              <a:buClr>
                <a:schemeClr val="dk1"/>
              </a:buClr>
              <a:buSzPts val="3600"/>
              <a:buChar char="•"/>
              <a:defRPr sz="3600"/>
            </a:lvl3pPr>
            <a:lvl4pPr marL="1828800" lvl="3" indent="-419100" algn="l" rtl="0">
              <a:lnSpc>
                <a:spcPct val="90000"/>
              </a:lnSpc>
              <a:spcBef>
                <a:spcPts val="750"/>
              </a:spcBef>
              <a:spcAft>
                <a:spcPts val="0"/>
              </a:spcAft>
              <a:buClr>
                <a:schemeClr val="dk1"/>
              </a:buClr>
              <a:buSzPts val="3000"/>
              <a:buChar char="•"/>
              <a:defRPr sz="3000"/>
            </a:lvl4pPr>
            <a:lvl5pPr marL="2286000" lvl="4" indent="-419100" algn="l" rtl="0">
              <a:lnSpc>
                <a:spcPct val="90000"/>
              </a:lnSpc>
              <a:spcBef>
                <a:spcPts val="750"/>
              </a:spcBef>
              <a:spcAft>
                <a:spcPts val="0"/>
              </a:spcAft>
              <a:buClr>
                <a:schemeClr val="dk1"/>
              </a:buClr>
              <a:buSzPts val="3000"/>
              <a:buChar char="•"/>
              <a:defRPr sz="3000"/>
            </a:lvl5pPr>
            <a:lvl6pPr marL="2743200" lvl="5" indent="-419100" algn="l" rtl="0">
              <a:lnSpc>
                <a:spcPct val="90000"/>
              </a:lnSpc>
              <a:spcBef>
                <a:spcPts val="750"/>
              </a:spcBef>
              <a:spcAft>
                <a:spcPts val="0"/>
              </a:spcAft>
              <a:buClr>
                <a:schemeClr val="dk1"/>
              </a:buClr>
              <a:buSzPts val="3000"/>
              <a:buChar char="•"/>
              <a:defRPr sz="3000"/>
            </a:lvl6pPr>
            <a:lvl7pPr marL="3200400" lvl="6" indent="-419100" algn="l" rtl="0">
              <a:lnSpc>
                <a:spcPct val="90000"/>
              </a:lnSpc>
              <a:spcBef>
                <a:spcPts val="750"/>
              </a:spcBef>
              <a:spcAft>
                <a:spcPts val="0"/>
              </a:spcAft>
              <a:buClr>
                <a:schemeClr val="dk1"/>
              </a:buClr>
              <a:buSzPts val="3000"/>
              <a:buChar char="•"/>
              <a:defRPr sz="3000"/>
            </a:lvl7pPr>
            <a:lvl8pPr marL="3657600" lvl="7" indent="-419100" algn="l" rtl="0">
              <a:lnSpc>
                <a:spcPct val="90000"/>
              </a:lnSpc>
              <a:spcBef>
                <a:spcPts val="750"/>
              </a:spcBef>
              <a:spcAft>
                <a:spcPts val="0"/>
              </a:spcAft>
              <a:buClr>
                <a:schemeClr val="dk1"/>
              </a:buClr>
              <a:buSzPts val="3000"/>
              <a:buChar char="•"/>
              <a:defRPr sz="3000"/>
            </a:lvl8pPr>
            <a:lvl9pPr marL="4114800" lvl="8" indent="-419100" algn="l" rtl="0">
              <a:lnSpc>
                <a:spcPct val="90000"/>
              </a:lnSpc>
              <a:spcBef>
                <a:spcPts val="750"/>
              </a:spcBef>
              <a:spcAft>
                <a:spcPts val="0"/>
              </a:spcAft>
              <a:buClr>
                <a:schemeClr val="dk1"/>
              </a:buClr>
              <a:buSzPts val="3000"/>
              <a:buChar char="•"/>
              <a:defRPr sz="3000"/>
            </a:lvl9pPr>
          </a:lstStyle>
          <a:p>
            <a:endParaRPr/>
          </a:p>
        </p:txBody>
      </p:sp>
      <p:sp>
        <p:nvSpPr>
          <p:cNvPr id="187" name="Google Shape;187;p23"/>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1800" b="0" i="0" u="none" strike="noStrike" cap="none">
                <a:solidFill>
                  <a:schemeClr val="lt1"/>
                </a:solidFill>
                <a:latin typeface="Roboto"/>
                <a:ea typeface="Roboto"/>
                <a:cs typeface="Roboto"/>
                <a:sym typeface="Roboto"/>
              </a:defRPr>
            </a:lvl1pPr>
            <a:lvl2pPr marL="0" lvl="1" indent="0" algn="r" rtl="0">
              <a:spcBef>
                <a:spcPts val="0"/>
              </a:spcBef>
              <a:buNone/>
              <a:defRPr sz="1800" b="0" i="0" u="none" strike="noStrike" cap="none">
                <a:solidFill>
                  <a:schemeClr val="lt1"/>
                </a:solidFill>
                <a:latin typeface="Roboto"/>
                <a:ea typeface="Roboto"/>
                <a:cs typeface="Roboto"/>
                <a:sym typeface="Roboto"/>
              </a:defRPr>
            </a:lvl2pPr>
            <a:lvl3pPr marL="0" lvl="2" indent="0" algn="r" rtl="0">
              <a:spcBef>
                <a:spcPts val="0"/>
              </a:spcBef>
              <a:buNone/>
              <a:defRPr sz="1800" b="0" i="0" u="none" strike="noStrike" cap="none">
                <a:solidFill>
                  <a:schemeClr val="lt1"/>
                </a:solidFill>
                <a:latin typeface="Roboto"/>
                <a:ea typeface="Roboto"/>
                <a:cs typeface="Roboto"/>
                <a:sym typeface="Roboto"/>
              </a:defRPr>
            </a:lvl3pPr>
            <a:lvl4pPr marL="0" lvl="3" indent="0" algn="r" rtl="0">
              <a:spcBef>
                <a:spcPts val="0"/>
              </a:spcBef>
              <a:buNone/>
              <a:defRPr sz="1800" b="0" i="0" u="none" strike="noStrike" cap="none">
                <a:solidFill>
                  <a:schemeClr val="lt1"/>
                </a:solidFill>
                <a:latin typeface="Roboto"/>
                <a:ea typeface="Roboto"/>
                <a:cs typeface="Roboto"/>
                <a:sym typeface="Roboto"/>
              </a:defRPr>
            </a:lvl4pPr>
            <a:lvl5pPr marL="0" lvl="4" indent="0" algn="r" rtl="0">
              <a:spcBef>
                <a:spcPts val="0"/>
              </a:spcBef>
              <a:buNone/>
              <a:defRPr sz="1800" b="0" i="0" u="none" strike="noStrike" cap="none">
                <a:solidFill>
                  <a:schemeClr val="lt1"/>
                </a:solidFill>
                <a:latin typeface="Roboto"/>
                <a:ea typeface="Roboto"/>
                <a:cs typeface="Roboto"/>
                <a:sym typeface="Roboto"/>
              </a:defRPr>
            </a:lvl5pPr>
            <a:lvl6pPr marL="0" lvl="5" indent="0" algn="r" rtl="0">
              <a:spcBef>
                <a:spcPts val="0"/>
              </a:spcBef>
              <a:buNone/>
              <a:defRPr sz="1800" b="0" i="0" u="none" strike="noStrike" cap="none">
                <a:solidFill>
                  <a:schemeClr val="lt1"/>
                </a:solidFill>
                <a:latin typeface="Roboto"/>
                <a:ea typeface="Roboto"/>
                <a:cs typeface="Roboto"/>
                <a:sym typeface="Roboto"/>
              </a:defRPr>
            </a:lvl6pPr>
            <a:lvl7pPr marL="0" lvl="6" indent="0" algn="r" rtl="0">
              <a:spcBef>
                <a:spcPts val="0"/>
              </a:spcBef>
              <a:buNone/>
              <a:defRPr sz="1800" b="0" i="0" u="none" strike="noStrike" cap="none">
                <a:solidFill>
                  <a:schemeClr val="lt1"/>
                </a:solidFill>
                <a:latin typeface="Roboto"/>
                <a:ea typeface="Roboto"/>
                <a:cs typeface="Roboto"/>
                <a:sym typeface="Roboto"/>
              </a:defRPr>
            </a:lvl7pPr>
            <a:lvl8pPr marL="0" lvl="7" indent="0" algn="r" rtl="0">
              <a:spcBef>
                <a:spcPts val="0"/>
              </a:spcBef>
              <a:buNone/>
              <a:defRPr sz="1800" b="0" i="0" u="none" strike="noStrike" cap="none">
                <a:solidFill>
                  <a:schemeClr val="lt1"/>
                </a:solidFill>
                <a:latin typeface="Roboto"/>
                <a:ea typeface="Roboto"/>
                <a:cs typeface="Roboto"/>
                <a:sym typeface="Roboto"/>
              </a:defRPr>
            </a:lvl8pPr>
            <a:lvl9pPr marL="0" lvl="8" indent="0" algn="r" rtl="0">
              <a:spcBef>
                <a:spcPts val="0"/>
              </a:spcBef>
              <a:buNone/>
              <a:defRPr sz="18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88" name="Google Shape;188;p23"/>
          <p:cNvSpPr txBox="1">
            <a:spLocks noGrp="1"/>
          </p:cNvSpPr>
          <p:nvPr>
            <p:ph type="title"/>
          </p:nvPr>
        </p:nvSpPr>
        <p:spPr>
          <a:xfrm>
            <a:off x="9956721" y="4342880"/>
            <a:ext cx="7518600" cy="1602900"/>
          </a:xfrm>
          <a:prstGeom prst="rect">
            <a:avLst/>
          </a:prstGeom>
          <a:noFill/>
          <a:ln>
            <a:noFill/>
          </a:ln>
        </p:spPr>
        <p:txBody>
          <a:bodyPr spcFirstLastPara="1" wrap="square" lIns="91425" tIns="45700" rIns="91425" bIns="45700" anchor="ctr" anchorCtr="0">
            <a:noAutofit/>
          </a:bodyPr>
          <a:lstStyle>
            <a:lvl1pPr lvl="0" algn="ctr" rtl="0">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9" name="Google Shape;189;p23"/>
          <p:cNvSpPr txBox="1">
            <a:spLocks noGrp="1"/>
          </p:cNvSpPr>
          <p:nvPr>
            <p:ph type="body" idx="2"/>
          </p:nvPr>
        </p:nvSpPr>
        <p:spPr>
          <a:xfrm>
            <a:off x="9956721" y="6138021"/>
            <a:ext cx="7518600" cy="16029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500"/>
              </a:spcBef>
              <a:spcAft>
                <a:spcPts val="0"/>
              </a:spcAft>
              <a:buClr>
                <a:schemeClr val="lt1"/>
              </a:buClr>
              <a:buSzPts val="3600"/>
              <a:buNone/>
              <a:defRPr sz="3600">
                <a:solidFill>
                  <a:schemeClr val="lt1"/>
                </a:solidFill>
              </a:defRPr>
            </a:lvl1pPr>
            <a:lvl2pPr marL="914400" lvl="1" indent="-228600" algn="l" rtl="0">
              <a:lnSpc>
                <a:spcPct val="90000"/>
              </a:lnSpc>
              <a:spcBef>
                <a:spcPts val="750"/>
              </a:spcBef>
              <a:spcAft>
                <a:spcPts val="0"/>
              </a:spcAft>
              <a:buClr>
                <a:schemeClr val="dk1"/>
              </a:buClr>
              <a:buSzPts val="2100"/>
              <a:buNone/>
              <a:defRPr sz="2100"/>
            </a:lvl2pPr>
            <a:lvl3pPr marL="1371600" lvl="2" indent="-228600" algn="l" rtl="0">
              <a:lnSpc>
                <a:spcPct val="90000"/>
              </a:lnSpc>
              <a:spcBef>
                <a:spcPts val="750"/>
              </a:spcBef>
              <a:spcAft>
                <a:spcPts val="0"/>
              </a:spcAft>
              <a:buClr>
                <a:schemeClr val="dk1"/>
              </a:buClr>
              <a:buSzPts val="1800"/>
              <a:buNone/>
              <a:defRPr sz="1800"/>
            </a:lvl3pPr>
            <a:lvl4pPr marL="1828800" lvl="3" indent="-228600" algn="l" rtl="0">
              <a:lnSpc>
                <a:spcPct val="90000"/>
              </a:lnSpc>
              <a:spcBef>
                <a:spcPts val="750"/>
              </a:spcBef>
              <a:spcAft>
                <a:spcPts val="0"/>
              </a:spcAft>
              <a:buClr>
                <a:schemeClr val="dk1"/>
              </a:buClr>
              <a:buSzPts val="1500"/>
              <a:buNone/>
              <a:defRPr sz="1500"/>
            </a:lvl4pPr>
            <a:lvl5pPr marL="2286000" lvl="4" indent="-228600" algn="l" rtl="0">
              <a:lnSpc>
                <a:spcPct val="90000"/>
              </a:lnSpc>
              <a:spcBef>
                <a:spcPts val="750"/>
              </a:spcBef>
              <a:spcAft>
                <a:spcPts val="0"/>
              </a:spcAft>
              <a:buClr>
                <a:schemeClr val="dk1"/>
              </a:buClr>
              <a:buSzPts val="1500"/>
              <a:buNone/>
              <a:defRPr sz="1500"/>
            </a:lvl5pPr>
            <a:lvl6pPr marL="2743200" lvl="5" indent="-228600" algn="l" rtl="0">
              <a:lnSpc>
                <a:spcPct val="90000"/>
              </a:lnSpc>
              <a:spcBef>
                <a:spcPts val="750"/>
              </a:spcBef>
              <a:spcAft>
                <a:spcPts val="0"/>
              </a:spcAft>
              <a:buClr>
                <a:schemeClr val="dk1"/>
              </a:buClr>
              <a:buSzPts val="1500"/>
              <a:buNone/>
              <a:defRPr sz="1500"/>
            </a:lvl6pPr>
            <a:lvl7pPr marL="3200400" lvl="6" indent="-228600" algn="l" rtl="0">
              <a:lnSpc>
                <a:spcPct val="90000"/>
              </a:lnSpc>
              <a:spcBef>
                <a:spcPts val="750"/>
              </a:spcBef>
              <a:spcAft>
                <a:spcPts val="0"/>
              </a:spcAft>
              <a:buClr>
                <a:schemeClr val="dk1"/>
              </a:buClr>
              <a:buSzPts val="1500"/>
              <a:buNone/>
              <a:defRPr sz="1500"/>
            </a:lvl7pPr>
            <a:lvl8pPr marL="3657600" lvl="7" indent="-228600" algn="l" rtl="0">
              <a:lnSpc>
                <a:spcPct val="90000"/>
              </a:lnSpc>
              <a:spcBef>
                <a:spcPts val="750"/>
              </a:spcBef>
              <a:spcAft>
                <a:spcPts val="0"/>
              </a:spcAft>
              <a:buClr>
                <a:schemeClr val="dk1"/>
              </a:buClr>
              <a:buSzPts val="1500"/>
              <a:buNone/>
              <a:defRPr sz="1500"/>
            </a:lvl8pPr>
            <a:lvl9pPr marL="4114800" lvl="8" indent="-228600" algn="l" rtl="0">
              <a:lnSpc>
                <a:spcPct val="90000"/>
              </a:lnSpc>
              <a:spcBef>
                <a:spcPts val="750"/>
              </a:spcBef>
              <a:spcAft>
                <a:spcPts val="0"/>
              </a:spcAft>
              <a:buClr>
                <a:schemeClr val="dk1"/>
              </a:buClr>
              <a:buSzPts val="1500"/>
              <a:buNone/>
              <a:defRPr sz="1500"/>
            </a:lvl9pPr>
          </a:lstStyle>
          <a:p>
            <a:endParaRPr/>
          </a:p>
        </p:txBody>
      </p:sp>
      <p:pic>
        <p:nvPicPr>
          <p:cNvPr id="190" name="Google Shape;190;p23"/>
          <p:cNvPicPr preferRelativeResize="0"/>
          <p:nvPr/>
        </p:nvPicPr>
        <p:blipFill rotWithShape="1">
          <a:blip r:embed="rId2">
            <a:alphaModFix/>
          </a:blip>
          <a:srcRect/>
          <a:stretch/>
        </p:blipFill>
        <p:spPr>
          <a:xfrm>
            <a:off x="12479628" y="441265"/>
            <a:ext cx="2472744" cy="559952"/>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Title and Content" type="obj">
  <p:cSld name="OBJECT">
    <p:spTree>
      <p:nvGrpSpPr>
        <p:cNvPr id="1" name="Shape 191"/>
        <p:cNvGrpSpPr/>
        <p:nvPr/>
      </p:nvGrpSpPr>
      <p:grpSpPr>
        <a:xfrm>
          <a:off x="0" y="0"/>
          <a:ext cx="0" cy="0"/>
          <a:chOff x="0" y="0"/>
          <a:chExt cx="0" cy="0"/>
        </a:xfrm>
      </p:grpSpPr>
      <p:sp>
        <p:nvSpPr>
          <p:cNvPr id="192" name="Google Shape;192;p24"/>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3" name="Google Shape;193;p24"/>
          <p:cNvSpPr txBox="1">
            <a:spLocks noGrp="1"/>
          </p:cNvSpPr>
          <p:nvPr>
            <p:ph type="body" idx="1"/>
          </p:nvPr>
        </p:nvSpPr>
        <p:spPr>
          <a:xfrm>
            <a:off x="1042988" y="2493893"/>
            <a:ext cx="16771500" cy="65280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500"/>
              </a:spcBef>
              <a:spcAft>
                <a:spcPts val="0"/>
              </a:spcAft>
              <a:buClr>
                <a:schemeClr val="dk1"/>
              </a:buClr>
              <a:buSzPts val="1800"/>
              <a:buChar char="•"/>
              <a:defRPr/>
            </a:lvl1pPr>
            <a:lvl2pPr marL="914400" lvl="1" indent="-342900" algn="l" rtl="0">
              <a:lnSpc>
                <a:spcPct val="90000"/>
              </a:lnSpc>
              <a:spcBef>
                <a:spcPts val="750"/>
              </a:spcBef>
              <a:spcAft>
                <a:spcPts val="0"/>
              </a:spcAft>
              <a:buClr>
                <a:schemeClr val="dk1"/>
              </a:buClr>
              <a:buSzPts val="1800"/>
              <a:buChar char="•"/>
              <a:defRPr/>
            </a:lvl2pPr>
            <a:lvl3pPr marL="1371600" lvl="2" indent="-342900" algn="l" rtl="0">
              <a:lnSpc>
                <a:spcPct val="90000"/>
              </a:lnSpc>
              <a:spcBef>
                <a:spcPts val="750"/>
              </a:spcBef>
              <a:spcAft>
                <a:spcPts val="0"/>
              </a:spcAft>
              <a:buClr>
                <a:schemeClr val="dk1"/>
              </a:buClr>
              <a:buSzPts val="1800"/>
              <a:buChar char="•"/>
              <a:defRPr/>
            </a:lvl3pPr>
            <a:lvl4pPr marL="1828800" lvl="3" indent="-342900" algn="l" rtl="0">
              <a:lnSpc>
                <a:spcPct val="90000"/>
              </a:lnSpc>
              <a:spcBef>
                <a:spcPts val="750"/>
              </a:spcBef>
              <a:spcAft>
                <a:spcPts val="0"/>
              </a:spcAft>
              <a:buClr>
                <a:schemeClr val="dk1"/>
              </a:buClr>
              <a:buSzPts val="1800"/>
              <a:buChar char="•"/>
              <a:defRPr/>
            </a:lvl4pPr>
            <a:lvl5pPr marL="2286000" lvl="4" indent="-342900" algn="l" rtl="0">
              <a:lnSpc>
                <a:spcPct val="90000"/>
              </a:lnSpc>
              <a:spcBef>
                <a:spcPts val="750"/>
              </a:spcBef>
              <a:spcAft>
                <a:spcPts val="0"/>
              </a:spcAft>
              <a:buClr>
                <a:schemeClr val="dk1"/>
              </a:buClr>
              <a:buSzPts val="1800"/>
              <a:buChar char="•"/>
              <a:defRPr/>
            </a:lvl5pPr>
            <a:lvl6pPr marL="2743200" lvl="5" indent="-342900" algn="l" rtl="0">
              <a:lnSpc>
                <a:spcPct val="90000"/>
              </a:lnSpc>
              <a:spcBef>
                <a:spcPts val="750"/>
              </a:spcBef>
              <a:spcAft>
                <a:spcPts val="0"/>
              </a:spcAft>
              <a:buClr>
                <a:schemeClr val="dk1"/>
              </a:buClr>
              <a:buSzPts val="1800"/>
              <a:buChar char="•"/>
              <a:defRPr/>
            </a:lvl6pPr>
            <a:lvl7pPr marL="3200400" lvl="6" indent="-342900" algn="l" rtl="0">
              <a:lnSpc>
                <a:spcPct val="90000"/>
              </a:lnSpc>
              <a:spcBef>
                <a:spcPts val="750"/>
              </a:spcBef>
              <a:spcAft>
                <a:spcPts val="0"/>
              </a:spcAft>
              <a:buClr>
                <a:schemeClr val="dk1"/>
              </a:buClr>
              <a:buSzPts val="1800"/>
              <a:buChar char="•"/>
              <a:defRPr/>
            </a:lvl7pPr>
            <a:lvl8pPr marL="3657600" lvl="7" indent="-342900" algn="l" rtl="0">
              <a:lnSpc>
                <a:spcPct val="90000"/>
              </a:lnSpc>
              <a:spcBef>
                <a:spcPts val="750"/>
              </a:spcBef>
              <a:spcAft>
                <a:spcPts val="0"/>
              </a:spcAft>
              <a:buClr>
                <a:schemeClr val="dk1"/>
              </a:buClr>
              <a:buSzPts val="1800"/>
              <a:buChar char="•"/>
              <a:defRPr/>
            </a:lvl8pPr>
            <a:lvl9pPr marL="4114800" lvl="8" indent="-342900" algn="l" rtl="0">
              <a:lnSpc>
                <a:spcPct val="90000"/>
              </a:lnSpc>
              <a:spcBef>
                <a:spcPts val="750"/>
              </a:spcBef>
              <a:spcAft>
                <a:spcPts val="0"/>
              </a:spcAft>
              <a:buClr>
                <a:schemeClr val="dk1"/>
              </a:buClr>
              <a:buSzPts val="1800"/>
              <a:buChar char="•"/>
              <a:defRPr/>
            </a:lvl9pPr>
          </a:lstStyle>
          <a:p>
            <a:endParaRPr/>
          </a:p>
        </p:txBody>
      </p:sp>
      <p:sp>
        <p:nvSpPr>
          <p:cNvPr id="194" name="Google Shape;194;p24"/>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5" name="Google Shape;195;p24"/>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6" name="Google Shape;196;p24"/>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1800">
                <a:solidFill>
                  <a:srgbClr val="919091"/>
                </a:solidFill>
              </a:defRPr>
            </a:lvl1pPr>
            <a:lvl2pPr marL="0" lvl="1" indent="0" algn="r" rtl="0">
              <a:spcBef>
                <a:spcPts val="0"/>
              </a:spcBef>
              <a:buNone/>
              <a:defRPr sz="1800">
                <a:solidFill>
                  <a:srgbClr val="919091"/>
                </a:solidFill>
              </a:defRPr>
            </a:lvl2pPr>
            <a:lvl3pPr marL="0" lvl="2" indent="0" algn="r" rtl="0">
              <a:spcBef>
                <a:spcPts val="0"/>
              </a:spcBef>
              <a:buNone/>
              <a:defRPr sz="1800">
                <a:solidFill>
                  <a:srgbClr val="919091"/>
                </a:solidFill>
              </a:defRPr>
            </a:lvl3pPr>
            <a:lvl4pPr marL="0" lvl="3" indent="0" algn="r" rtl="0">
              <a:spcBef>
                <a:spcPts val="0"/>
              </a:spcBef>
              <a:buNone/>
              <a:defRPr sz="1800">
                <a:solidFill>
                  <a:srgbClr val="919091"/>
                </a:solidFill>
              </a:defRPr>
            </a:lvl4pPr>
            <a:lvl5pPr marL="0" lvl="4" indent="0" algn="r" rtl="0">
              <a:spcBef>
                <a:spcPts val="0"/>
              </a:spcBef>
              <a:buNone/>
              <a:defRPr sz="1800">
                <a:solidFill>
                  <a:srgbClr val="919091"/>
                </a:solidFill>
              </a:defRPr>
            </a:lvl5pPr>
            <a:lvl6pPr marL="0" lvl="5" indent="0" algn="r" rtl="0">
              <a:spcBef>
                <a:spcPts val="0"/>
              </a:spcBef>
              <a:buNone/>
              <a:defRPr sz="1800">
                <a:solidFill>
                  <a:srgbClr val="919091"/>
                </a:solidFill>
              </a:defRPr>
            </a:lvl6pPr>
            <a:lvl7pPr marL="0" lvl="6" indent="0" algn="r" rtl="0">
              <a:spcBef>
                <a:spcPts val="0"/>
              </a:spcBef>
              <a:buNone/>
              <a:defRPr sz="1800">
                <a:solidFill>
                  <a:srgbClr val="919091"/>
                </a:solidFill>
              </a:defRPr>
            </a:lvl7pPr>
            <a:lvl8pPr marL="0" lvl="7" indent="0" algn="r" rtl="0">
              <a:spcBef>
                <a:spcPts val="0"/>
              </a:spcBef>
              <a:buNone/>
              <a:defRPr sz="1800">
                <a:solidFill>
                  <a:srgbClr val="919091"/>
                </a:solidFill>
              </a:defRPr>
            </a:lvl8pPr>
            <a:lvl9pPr marL="0" lvl="8" indent="0" algn="r" rtl="0">
              <a:spcBef>
                <a:spcPts val="0"/>
              </a:spcBef>
              <a:buNone/>
              <a:defRPr sz="1800">
                <a:solidFill>
                  <a:srgbClr val="91909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00"/>
        <p:cNvGrpSpPr/>
        <p:nvPr/>
      </p:nvGrpSpPr>
      <p:grpSpPr>
        <a:xfrm>
          <a:off x="0" y="0"/>
          <a:ext cx="0" cy="0"/>
          <a:chOff x="0" y="0"/>
          <a:chExt cx="0" cy="0"/>
        </a:xfrm>
      </p:grpSpPr>
      <p:grpSp>
        <p:nvGrpSpPr>
          <p:cNvPr id="201" name="Google Shape;201;p26"/>
          <p:cNvGrpSpPr/>
          <p:nvPr/>
        </p:nvGrpSpPr>
        <p:grpSpPr>
          <a:xfrm>
            <a:off x="0" y="-1"/>
            <a:ext cx="18288000" cy="10288845"/>
            <a:chOff x="0" y="-1"/>
            <a:chExt cx="9144000" cy="5143651"/>
          </a:xfrm>
        </p:grpSpPr>
        <p:sp>
          <p:nvSpPr>
            <p:cNvPr id="202" name="Google Shape;202;p26"/>
            <p:cNvSpPr/>
            <p:nvPr/>
          </p:nvSpPr>
          <p:spPr>
            <a:xfrm>
              <a:off x="720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03" name="Google Shape;203;p26"/>
            <p:cNvSpPr/>
            <p:nvPr/>
          </p:nvSpPr>
          <p:spPr>
            <a:xfrm>
              <a:off x="720000" y="964405"/>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04" name="Google Shape;204;p26"/>
            <p:cNvSpPr/>
            <p:nvPr/>
          </p:nvSpPr>
          <p:spPr>
            <a:xfrm>
              <a:off x="720000" y="1285873"/>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05" name="Google Shape;205;p26"/>
            <p:cNvSpPr/>
            <p:nvPr/>
          </p:nvSpPr>
          <p:spPr>
            <a:xfrm>
              <a:off x="720000" y="160734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06" name="Google Shape;206;p26"/>
            <p:cNvSpPr/>
            <p:nvPr/>
          </p:nvSpPr>
          <p:spPr>
            <a:xfrm>
              <a:off x="720000" y="1928810"/>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07" name="Google Shape;207;p26"/>
            <p:cNvSpPr/>
            <p:nvPr/>
          </p:nvSpPr>
          <p:spPr>
            <a:xfrm>
              <a:off x="720000" y="225027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08" name="Google Shape;208;p26"/>
            <p:cNvSpPr/>
            <p:nvPr/>
          </p:nvSpPr>
          <p:spPr>
            <a:xfrm>
              <a:off x="720000" y="257174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09" name="Google Shape;209;p26"/>
            <p:cNvSpPr/>
            <p:nvPr/>
          </p:nvSpPr>
          <p:spPr>
            <a:xfrm>
              <a:off x="720000" y="2893215"/>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0" name="Google Shape;210;p26"/>
            <p:cNvSpPr/>
            <p:nvPr/>
          </p:nvSpPr>
          <p:spPr>
            <a:xfrm>
              <a:off x="720000" y="321468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1" name="Google Shape;211;p26"/>
            <p:cNvSpPr/>
            <p:nvPr/>
          </p:nvSpPr>
          <p:spPr>
            <a:xfrm>
              <a:off x="720000" y="353615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2" name="Google Shape;212;p26"/>
            <p:cNvSpPr/>
            <p:nvPr/>
          </p:nvSpPr>
          <p:spPr>
            <a:xfrm>
              <a:off x="720000" y="3857620"/>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3" name="Google Shape;213;p26"/>
            <p:cNvSpPr/>
            <p:nvPr/>
          </p:nvSpPr>
          <p:spPr>
            <a:xfrm>
              <a:off x="720000" y="417908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4" name="Google Shape;214;p26"/>
            <p:cNvSpPr/>
            <p:nvPr/>
          </p:nvSpPr>
          <p:spPr>
            <a:xfrm>
              <a:off x="720000" y="321468"/>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5" name="Google Shape;215;p26"/>
            <p:cNvSpPr/>
            <p:nvPr/>
          </p:nvSpPr>
          <p:spPr>
            <a:xfrm>
              <a:off x="720000" y="0"/>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6" name="Google Shape;216;p26"/>
            <p:cNvSpPr/>
            <p:nvPr/>
          </p:nvSpPr>
          <p:spPr>
            <a:xfrm>
              <a:off x="720000" y="450055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7" name="Google Shape;217;p26"/>
            <p:cNvSpPr/>
            <p:nvPr/>
          </p:nvSpPr>
          <p:spPr>
            <a:xfrm>
              <a:off x="720000" y="4822025"/>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8" name="Google Shape;218;p26"/>
            <p:cNvSpPr/>
            <p:nvPr/>
          </p:nvSpPr>
          <p:spPr>
            <a:xfrm>
              <a:off x="1041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19" name="Google Shape;219;p26"/>
            <p:cNvSpPr/>
            <p:nvPr/>
          </p:nvSpPr>
          <p:spPr>
            <a:xfrm>
              <a:off x="2004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0" name="Google Shape;220;p26"/>
            <p:cNvSpPr/>
            <p:nvPr/>
          </p:nvSpPr>
          <p:spPr>
            <a:xfrm>
              <a:off x="1683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1" name="Google Shape;221;p26"/>
            <p:cNvSpPr/>
            <p:nvPr/>
          </p:nvSpPr>
          <p:spPr>
            <a:xfrm>
              <a:off x="1362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2" name="Google Shape;222;p26"/>
            <p:cNvSpPr/>
            <p:nvPr/>
          </p:nvSpPr>
          <p:spPr>
            <a:xfrm>
              <a:off x="2325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3" name="Google Shape;223;p26"/>
            <p:cNvSpPr/>
            <p:nvPr/>
          </p:nvSpPr>
          <p:spPr>
            <a:xfrm>
              <a:off x="3288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4" name="Google Shape;224;p26"/>
            <p:cNvSpPr/>
            <p:nvPr/>
          </p:nvSpPr>
          <p:spPr>
            <a:xfrm>
              <a:off x="2967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5" name="Google Shape;225;p26"/>
            <p:cNvSpPr/>
            <p:nvPr/>
          </p:nvSpPr>
          <p:spPr>
            <a:xfrm>
              <a:off x="2646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6" name="Google Shape;226;p26"/>
            <p:cNvSpPr/>
            <p:nvPr/>
          </p:nvSpPr>
          <p:spPr>
            <a:xfrm>
              <a:off x="3609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7" name="Google Shape;227;p26"/>
            <p:cNvSpPr/>
            <p:nvPr/>
          </p:nvSpPr>
          <p:spPr>
            <a:xfrm>
              <a:off x="4572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8" name="Google Shape;228;p26"/>
            <p:cNvSpPr/>
            <p:nvPr/>
          </p:nvSpPr>
          <p:spPr>
            <a:xfrm>
              <a:off x="4251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29" name="Google Shape;229;p26"/>
            <p:cNvSpPr/>
            <p:nvPr/>
          </p:nvSpPr>
          <p:spPr>
            <a:xfrm>
              <a:off x="3930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0" name="Google Shape;230;p26"/>
            <p:cNvSpPr/>
            <p:nvPr/>
          </p:nvSpPr>
          <p:spPr>
            <a:xfrm>
              <a:off x="4893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1" name="Google Shape;231;p26"/>
            <p:cNvSpPr/>
            <p:nvPr/>
          </p:nvSpPr>
          <p:spPr>
            <a:xfrm>
              <a:off x="5856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2" name="Google Shape;232;p26"/>
            <p:cNvSpPr/>
            <p:nvPr/>
          </p:nvSpPr>
          <p:spPr>
            <a:xfrm>
              <a:off x="5535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3" name="Google Shape;233;p26"/>
            <p:cNvSpPr/>
            <p:nvPr/>
          </p:nvSpPr>
          <p:spPr>
            <a:xfrm>
              <a:off x="5214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4" name="Google Shape;234;p26"/>
            <p:cNvSpPr/>
            <p:nvPr/>
          </p:nvSpPr>
          <p:spPr>
            <a:xfrm>
              <a:off x="6177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5" name="Google Shape;235;p26"/>
            <p:cNvSpPr/>
            <p:nvPr/>
          </p:nvSpPr>
          <p:spPr>
            <a:xfrm>
              <a:off x="7140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6" name="Google Shape;236;p26"/>
            <p:cNvSpPr/>
            <p:nvPr/>
          </p:nvSpPr>
          <p:spPr>
            <a:xfrm>
              <a:off x="6819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7" name="Google Shape;237;p26"/>
            <p:cNvSpPr/>
            <p:nvPr/>
          </p:nvSpPr>
          <p:spPr>
            <a:xfrm>
              <a:off x="6498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8" name="Google Shape;238;p26"/>
            <p:cNvSpPr/>
            <p:nvPr/>
          </p:nvSpPr>
          <p:spPr>
            <a:xfrm>
              <a:off x="7461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39" name="Google Shape;239;p26"/>
            <p:cNvSpPr/>
            <p:nvPr/>
          </p:nvSpPr>
          <p:spPr>
            <a:xfrm>
              <a:off x="8103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0" name="Google Shape;240;p26"/>
            <p:cNvSpPr/>
            <p:nvPr/>
          </p:nvSpPr>
          <p:spPr>
            <a:xfrm>
              <a:off x="7782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1" name="Google Shape;241;p26"/>
            <p:cNvSpPr/>
            <p:nvPr/>
          </p:nvSpPr>
          <p:spPr>
            <a:xfrm>
              <a:off x="8424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2" name="Google Shape;242;p26"/>
            <p:cNvSpPr/>
            <p:nvPr/>
          </p:nvSpPr>
          <p:spPr>
            <a:xfrm>
              <a:off x="8745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3" name="Google Shape;243;p26"/>
            <p:cNvSpPr/>
            <p:nvPr/>
          </p:nvSpPr>
          <p:spPr>
            <a:xfrm>
              <a:off x="399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4" name="Google Shape;244;p26"/>
            <p:cNvSpPr/>
            <p:nvPr/>
          </p:nvSpPr>
          <p:spPr>
            <a:xfrm>
              <a:off x="78000" y="64293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5" name="Google Shape;245;p26"/>
            <p:cNvSpPr/>
            <p:nvPr/>
          </p:nvSpPr>
          <p:spPr>
            <a:xfrm>
              <a:off x="1041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6" name="Google Shape;246;p26"/>
            <p:cNvSpPr/>
            <p:nvPr/>
          </p:nvSpPr>
          <p:spPr>
            <a:xfrm>
              <a:off x="2004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7" name="Google Shape;247;p26"/>
            <p:cNvSpPr/>
            <p:nvPr/>
          </p:nvSpPr>
          <p:spPr>
            <a:xfrm>
              <a:off x="1683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8" name="Google Shape;248;p26"/>
            <p:cNvSpPr/>
            <p:nvPr/>
          </p:nvSpPr>
          <p:spPr>
            <a:xfrm>
              <a:off x="1362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49" name="Google Shape;249;p26"/>
            <p:cNvSpPr/>
            <p:nvPr/>
          </p:nvSpPr>
          <p:spPr>
            <a:xfrm>
              <a:off x="2325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0" name="Google Shape;250;p26"/>
            <p:cNvSpPr/>
            <p:nvPr/>
          </p:nvSpPr>
          <p:spPr>
            <a:xfrm>
              <a:off x="3288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1" name="Google Shape;251;p26"/>
            <p:cNvSpPr/>
            <p:nvPr/>
          </p:nvSpPr>
          <p:spPr>
            <a:xfrm>
              <a:off x="2967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2" name="Google Shape;252;p26"/>
            <p:cNvSpPr/>
            <p:nvPr/>
          </p:nvSpPr>
          <p:spPr>
            <a:xfrm>
              <a:off x="2646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3" name="Google Shape;253;p26"/>
            <p:cNvSpPr/>
            <p:nvPr/>
          </p:nvSpPr>
          <p:spPr>
            <a:xfrm>
              <a:off x="3609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4" name="Google Shape;254;p26"/>
            <p:cNvSpPr/>
            <p:nvPr/>
          </p:nvSpPr>
          <p:spPr>
            <a:xfrm>
              <a:off x="4572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5" name="Google Shape;255;p26"/>
            <p:cNvSpPr/>
            <p:nvPr/>
          </p:nvSpPr>
          <p:spPr>
            <a:xfrm>
              <a:off x="4251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6" name="Google Shape;256;p26"/>
            <p:cNvSpPr/>
            <p:nvPr/>
          </p:nvSpPr>
          <p:spPr>
            <a:xfrm>
              <a:off x="3930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7" name="Google Shape;257;p26"/>
            <p:cNvSpPr/>
            <p:nvPr/>
          </p:nvSpPr>
          <p:spPr>
            <a:xfrm>
              <a:off x="4893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8" name="Google Shape;258;p26"/>
            <p:cNvSpPr/>
            <p:nvPr/>
          </p:nvSpPr>
          <p:spPr>
            <a:xfrm>
              <a:off x="5856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59" name="Google Shape;259;p26"/>
            <p:cNvSpPr/>
            <p:nvPr/>
          </p:nvSpPr>
          <p:spPr>
            <a:xfrm>
              <a:off x="5535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0" name="Google Shape;260;p26"/>
            <p:cNvSpPr/>
            <p:nvPr/>
          </p:nvSpPr>
          <p:spPr>
            <a:xfrm>
              <a:off x="5214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1" name="Google Shape;261;p26"/>
            <p:cNvSpPr/>
            <p:nvPr/>
          </p:nvSpPr>
          <p:spPr>
            <a:xfrm>
              <a:off x="6177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2" name="Google Shape;262;p26"/>
            <p:cNvSpPr/>
            <p:nvPr/>
          </p:nvSpPr>
          <p:spPr>
            <a:xfrm>
              <a:off x="7140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3" name="Google Shape;263;p26"/>
            <p:cNvSpPr/>
            <p:nvPr/>
          </p:nvSpPr>
          <p:spPr>
            <a:xfrm>
              <a:off x="6819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4" name="Google Shape;264;p26"/>
            <p:cNvSpPr/>
            <p:nvPr/>
          </p:nvSpPr>
          <p:spPr>
            <a:xfrm>
              <a:off x="6498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5" name="Google Shape;265;p26"/>
            <p:cNvSpPr/>
            <p:nvPr/>
          </p:nvSpPr>
          <p:spPr>
            <a:xfrm>
              <a:off x="7461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6" name="Google Shape;266;p26"/>
            <p:cNvSpPr/>
            <p:nvPr/>
          </p:nvSpPr>
          <p:spPr>
            <a:xfrm>
              <a:off x="8103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7" name="Google Shape;267;p26"/>
            <p:cNvSpPr/>
            <p:nvPr/>
          </p:nvSpPr>
          <p:spPr>
            <a:xfrm>
              <a:off x="7782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8" name="Google Shape;268;p26"/>
            <p:cNvSpPr/>
            <p:nvPr/>
          </p:nvSpPr>
          <p:spPr>
            <a:xfrm>
              <a:off x="8424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69" name="Google Shape;269;p26"/>
            <p:cNvSpPr/>
            <p:nvPr/>
          </p:nvSpPr>
          <p:spPr>
            <a:xfrm>
              <a:off x="8745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0" name="Google Shape;270;p26"/>
            <p:cNvSpPr/>
            <p:nvPr/>
          </p:nvSpPr>
          <p:spPr>
            <a:xfrm>
              <a:off x="399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1" name="Google Shape;271;p26"/>
            <p:cNvSpPr/>
            <p:nvPr/>
          </p:nvSpPr>
          <p:spPr>
            <a:xfrm>
              <a:off x="78000" y="9644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2" name="Google Shape;272;p26"/>
            <p:cNvSpPr/>
            <p:nvPr/>
          </p:nvSpPr>
          <p:spPr>
            <a:xfrm>
              <a:off x="1041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3" name="Google Shape;273;p26"/>
            <p:cNvSpPr/>
            <p:nvPr/>
          </p:nvSpPr>
          <p:spPr>
            <a:xfrm>
              <a:off x="2004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4" name="Google Shape;274;p26"/>
            <p:cNvSpPr/>
            <p:nvPr/>
          </p:nvSpPr>
          <p:spPr>
            <a:xfrm>
              <a:off x="1683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5" name="Google Shape;275;p26"/>
            <p:cNvSpPr/>
            <p:nvPr/>
          </p:nvSpPr>
          <p:spPr>
            <a:xfrm>
              <a:off x="1362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6" name="Google Shape;276;p26"/>
            <p:cNvSpPr/>
            <p:nvPr/>
          </p:nvSpPr>
          <p:spPr>
            <a:xfrm>
              <a:off x="2325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7" name="Google Shape;277;p26"/>
            <p:cNvSpPr/>
            <p:nvPr/>
          </p:nvSpPr>
          <p:spPr>
            <a:xfrm>
              <a:off x="3288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8" name="Google Shape;278;p26"/>
            <p:cNvSpPr/>
            <p:nvPr/>
          </p:nvSpPr>
          <p:spPr>
            <a:xfrm>
              <a:off x="2967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79" name="Google Shape;279;p26"/>
            <p:cNvSpPr/>
            <p:nvPr/>
          </p:nvSpPr>
          <p:spPr>
            <a:xfrm>
              <a:off x="2646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0" name="Google Shape;280;p26"/>
            <p:cNvSpPr/>
            <p:nvPr/>
          </p:nvSpPr>
          <p:spPr>
            <a:xfrm>
              <a:off x="3609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1" name="Google Shape;281;p26"/>
            <p:cNvSpPr/>
            <p:nvPr/>
          </p:nvSpPr>
          <p:spPr>
            <a:xfrm>
              <a:off x="4572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2" name="Google Shape;282;p26"/>
            <p:cNvSpPr/>
            <p:nvPr/>
          </p:nvSpPr>
          <p:spPr>
            <a:xfrm>
              <a:off x="4251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3" name="Google Shape;283;p26"/>
            <p:cNvSpPr/>
            <p:nvPr/>
          </p:nvSpPr>
          <p:spPr>
            <a:xfrm>
              <a:off x="3930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4" name="Google Shape;284;p26"/>
            <p:cNvSpPr/>
            <p:nvPr/>
          </p:nvSpPr>
          <p:spPr>
            <a:xfrm>
              <a:off x="4893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5" name="Google Shape;285;p26"/>
            <p:cNvSpPr/>
            <p:nvPr/>
          </p:nvSpPr>
          <p:spPr>
            <a:xfrm>
              <a:off x="5856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6" name="Google Shape;286;p26"/>
            <p:cNvSpPr/>
            <p:nvPr/>
          </p:nvSpPr>
          <p:spPr>
            <a:xfrm>
              <a:off x="5535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7" name="Google Shape;287;p26"/>
            <p:cNvSpPr/>
            <p:nvPr/>
          </p:nvSpPr>
          <p:spPr>
            <a:xfrm>
              <a:off x="5214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8" name="Google Shape;288;p26"/>
            <p:cNvSpPr/>
            <p:nvPr/>
          </p:nvSpPr>
          <p:spPr>
            <a:xfrm>
              <a:off x="6177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89" name="Google Shape;289;p26"/>
            <p:cNvSpPr/>
            <p:nvPr/>
          </p:nvSpPr>
          <p:spPr>
            <a:xfrm>
              <a:off x="7140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0" name="Google Shape;290;p26"/>
            <p:cNvSpPr/>
            <p:nvPr/>
          </p:nvSpPr>
          <p:spPr>
            <a:xfrm>
              <a:off x="6819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1" name="Google Shape;291;p26"/>
            <p:cNvSpPr/>
            <p:nvPr/>
          </p:nvSpPr>
          <p:spPr>
            <a:xfrm>
              <a:off x="6498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2" name="Google Shape;292;p26"/>
            <p:cNvSpPr/>
            <p:nvPr/>
          </p:nvSpPr>
          <p:spPr>
            <a:xfrm>
              <a:off x="7461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3" name="Google Shape;293;p26"/>
            <p:cNvSpPr/>
            <p:nvPr/>
          </p:nvSpPr>
          <p:spPr>
            <a:xfrm>
              <a:off x="8103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4" name="Google Shape;294;p26"/>
            <p:cNvSpPr/>
            <p:nvPr/>
          </p:nvSpPr>
          <p:spPr>
            <a:xfrm>
              <a:off x="7782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5" name="Google Shape;295;p26"/>
            <p:cNvSpPr/>
            <p:nvPr/>
          </p:nvSpPr>
          <p:spPr>
            <a:xfrm>
              <a:off x="8424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6" name="Google Shape;296;p26"/>
            <p:cNvSpPr/>
            <p:nvPr/>
          </p:nvSpPr>
          <p:spPr>
            <a:xfrm>
              <a:off x="8745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7" name="Google Shape;297;p26"/>
            <p:cNvSpPr/>
            <p:nvPr/>
          </p:nvSpPr>
          <p:spPr>
            <a:xfrm>
              <a:off x="399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8" name="Google Shape;298;p26"/>
            <p:cNvSpPr/>
            <p:nvPr/>
          </p:nvSpPr>
          <p:spPr>
            <a:xfrm>
              <a:off x="78000" y="12858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299" name="Google Shape;299;p26"/>
            <p:cNvSpPr/>
            <p:nvPr/>
          </p:nvSpPr>
          <p:spPr>
            <a:xfrm>
              <a:off x="1041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0" name="Google Shape;300;p26"/>
            <p:cNvSpPr/>
            <p:nvPr/>
          </p:nvSpPr>
          <p:spPr>
            <a:xfrm>
              <a:off x="2004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1" name="Google Shape;301;p26"/>
            <p:cNvSpPr/>
            <p:nvPr/>
          </p:nvSpPr>
          <p:spPr>
            <a:xfrm>
              <a:off x="1683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2" name="Google Shape;302;p26"/>
            <p:cNvSpPr/>
            <p:nvPr/>
          </p:nvSpPr>
          <p:spPr>
            <a:xfrm>
              <a:off x="1362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3" name="Google Shape;303;p26"/>
            <p:cNvSpPr/>
            <p:nvPr/>
          </p:nvSpPr>
          <p:spPr>
            <a:xfrm>
              <a:off x="2325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4" name="Google Shape;304;p26"/>
            <p:cNvSpPr/>
            <p:nvPr/>
          </p:nvSpPr>
          <p:spPr>
            <a:xfrm>
              <a:off x="3288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5" name="Google Shape;305;p26"/>
            <p:cNvSpPr/>
            <p:nvPr/>
          </p:nvSpPr>
          <p:spPr>
            <a:xfrm>
              <a:off x="2967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6" name="Google Shape;306;p26"/>
            <p:cNvSpPr/>
            <p:nvPr/>
          </p:nvSpPr>
          <p:spPr>
            <a:xfrm>
              <a:off x="2646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7" name="Google Shape;307;p26"/>
            <p:cNvSpPr/>
            <p:nvPr/>
          </p:nvSpPr>
          <p:spPr>
            <a:xfrm>
              <a:off x="3609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8" name="Google Shape;308;p26"/>
            <p:cNvSpPr/>
            <p:nvPr/>
          </p:nvSpPr>
          <p:spPr>
            <a:xfrm>
              <a:off x="4572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09" name="Google Shape;309;p26"/>
            <p:cNvSpPr/>
            <p:nvPr/>
          </p:nvSpPr>
          <p:spPr>
            <a:xfrm>
              <a:off x="4251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0" name="Google Shape;310;p26"/>
            <p:cNvSpPr/>
            <p:nvPr/>
          </p:nvSpPr>
          <p:spPr>
            <a:xfrm>
              <a:off x="3930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1" name="Google Shape;311;p26"/>
            <p:cNvSpPr/>
            <p:nvPr/>
          </p:nvSpPr>
          <p:spPr>
            <a:xfrm>
              <a:off x="4893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2" name="Google Shape;312;p26"/>
            <p:cNvSpPr/>
            <p:nvPr/>
          </p:nvSpPr>
          <p:spPr>
            <a:xfrm>
              <a:off x="5856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3" name="Google Shape;313;p26"/>
            <p:cNvSpPr/>
            <p:nvPr/>
          </p:nvSpPr>
          <p:spPr>
            <a:xfrm>
              <a:off x="5535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4" name="Google Shape;314;p26"/>
            <p:cNvSpPr/>
            <p:nvPr/>
          </p:nvSpPr>
          <p:spPr>
            <a:xfrm>
              <a:off x="5214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5" name="Google Shape;315;p26"/>
            <p:cNvSpPr/>
            <p:nvPr/>
          </p:nvSpPr>
          <p:spPr>
            <a:xfrm>
              <a:off x="6177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6" name="Google Shape;316;p26"/>
            <p:cNvSpPr/>
            <p:nvPr/>
          </p:nvSpPr>
          <p:spPr>
            <a:xfrm>
              <a:off x="7140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7" name="Google Shape;317;p26"/>
            <p:cNvSpPr/>
            <p:nvPr/>
          </p:nvSpPr>
          <p:spPr>
            <a:xfrm>
              <a:off x="6819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8" name="Google Shape;318;p26"/>
            <p:cNvSpPr/>
            <p:nvPr/>
          </p:nvSpPr>
          <p:spPr>
            <a:xfrm>
              <a:off x="6498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19" name="Google Shape;319;p26"/>
            <p:cNvSpPr/>
            <p:nvPr/>
          </p:nvSpPr>
          <p:spPr>
            <a:xfrm>
              <a:off x="7461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0" name="Google Shape;320;p26"/>
            <p:cNvSpPr/>
            <p:nvPr/>
          </p:nvSpPr>
          <p:spPr>
            <a:xfrm>
              <a:off x="8103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1" name="Google Shape;321;p26"/>
            <p:cNvSpPr/>
            <p:nvPr/>
          </p:nvSpPr>
          <p:spPr>
            <a:xfrm>
              <a:off x="7782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2" name="Google Shape;322;p26"/>
            <p:cNvSpPr/>
            <p:nvPr/>
          </p:nvSpPr>
          <p:spPr>
            <a:xfrm>
              <a:off x="8424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3" name="Google Shape;323;p26"/>
            <p:cNvSpPr/>
            <p:nvPr/>
          </p:nvSpPr>
          <p:spPr>
            <a:xfrm>
              <a:off x="8745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4" name="Google Shape;324;p26"/>
            <p:cNvSpPr/>
            <p:nvPr/>
          </p:nvSpPr>
          <p:spPr>
            <a:xfrm>
              <a:off x="399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5" name="Google Shape;325;p26"/>
            <p:cNvSpPr/>
            <p:nvPr/>
          </p:nvSpPr>
          <p:spPr>
            <a:xfrm>
              <a:off x="78000" y="160736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6" name="Google Shape;326;p26"/>
            <p:cNvSpPr/>
            <p:nvPr/>
          </p:nvSpPr>
          <p:spPr>
            <a:xfrm>
              <a:off x="1041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7" name="Google Shape;327;p26"/>
            <p:cNvSpPr/>
            <p:nvPr/>
          </p:nvSpPr>
          <p:spPr>
            <a:xfrm>
              <a:off x="2004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8" name="Google Shape;328;p26"/>
            <p:cNvSpPr/>
            <p:nvPr/>
          </p:nvSpPr>
          <p:spPr>
            <a:xfrm>
              <a:off x="1683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29" name="Google Shape;329;p26"/>
            <p:cNvSpPr/>
            <p:nvPr/>
          </p:nvSpPr>
          <p:spPr>
            <a:xfrm>
              <a:off x="1362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0" name="Google Shape;330;p26"/>
            <p:cNvSpPr/>
            <p:nvPr/>
          </p:nvSpPr>
          <p:spPr>
            <a:xfrm>
              <a:off x="2325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1" name="Google Shape;331;p26"/>
            <p:cNvSpPr/>
            <p:nvPr/>
          </p:nvSpPr>
          <p:spPr>
            <a:xfrm>
              <a:off x="3288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2" name="Google Shape;332;p26"/>
            <p:cNvSpPr/>
            <p:nvPr/>
          </p:nvSpPr>
          <p:spPr>
            <a:xfrm>
              <a:off x="2967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3" name="Google Shape;333;p26"/>
            <p:cNvSpPr/>
            <p:nvPr/>
          </p:nvSpPr>
          <p:spPr>
            <a:xfrm>
              <a:off x="2646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4" name="Google Shape;334;p26"/>
            <p:cNvSpPr/>
            <p:nvPr/>
          </p:nvSpPr>
          <p:spPr>
            <a:xfrm>
              <a:off x="3609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5" name="Google Shape;335;p26"/>
            <p:cNvSpPr/>
            <p:nvPr/>
          </p:nvSpPr>
          <p:spPr>
            <a:xfrm>
              <a:off x="4572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6" name="Google Shape;336;p26"/>
            <p:cNvSpPr/>
            <p:nvPr/>
          </p:nvSpPr>
          <p:spPr>
            <a:xfrm>
              <a:off x="4251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7" name="Google Shape;337;p26"/>
            <p:cNvSpPr/>
            <p:nvPr/>
          </p:nvSpPr>
          <p:spPr>
            <a:xfrm>
              <a:off x="3930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8" name="Google Shape;338;p26"/>
            <p:cNvSpPr/>
            <p:nvPr/>
          </p:nvSpPr>
          <p:spPr>
            <a:xfrm>
              <a:off x="4893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39" name="Google Shape;339;p26"/>
            <p:cNvSpPr/>
            <p:nvPr/>
          </p:nvSpPr>
          <p:spPr>
            <a:xfrm>
              <a:off x="5856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0" name="Google Shape;340;p26"/>
            <p:cNvSpPr/>
            <p:nvPr/>
          </p:nvSpPr>
          <p:spPr>
            <a:xfrm>
              <a:off x="5535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1" name="Google Shape;341;p26"/>
            <p:cNvSpPr/>
            <p:nvPr/>
          </p:nvSpPr>
          <p:spPr>
            <a:xfrm>
              <a:off x="5214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2" name="Google Shape;342;p26"/>
            <p:cNvSpPr/>
            <p:nvPr/>
          </p:nvSpPr>
          <p:spPr>
            <a:xfrm>
              <a:off x="6177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3" name="Google Shape;343;p26"/>
            <p:cNvSpPr/>
            <p:nvPr/>
          </p:nvSpPr>
          <p:spPr>
            <a:xfrm>
              <a:off x="7140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4" name="Google Shape;344;p26"/>
            <p:cNvSpPr/>
            <p:nvPr/>
          </p:nvSpPr>
          <p:spPr>
            <a:xfrm>
              <a:off x="6819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5" name="Google Shape;345;p26"/>
            <p:cNvSpPr/>
            <p:nvPr/>
          </p:nvSpPr>
          <p:spPr>
            <a:xfrm>
              <a:off x="6498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6" name="Google Shape;346;p26"/>
            <p:cNvSpPr/>
            <p:nvPr/>
          </p:nvSpPr>
          <p:spPr>
            <a:xfrm>
              <a:off x="7461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7" name="Google Shape;347;p26"/>
            <p:cNvSpPr/>
            <p:nvPr/>
          </p:nvSpPr>
          <p:spPr>
            <a:xfrm>
              <a:off x="8103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8" name="Google Shape;348;p26"/>
            <p:cNvSpPr/>
            <p:nvPr/>
          </p:nvSpPr>
          <p:spPr>
            <a:xfrm>
              <a:off x="7782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49" name="Google Shape;349;p26"/>
            <p:cNvSpPr/>
            <p:nvPr/>
          </p:nvSpPr>
          <p:spPr>
            <a:xfrm>
              <a:off x="8424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0" name="Google Shape;350;p26"/>
            <p:cNvSpPr/>
            <p:nvPr/>
          </p:nvSpPr>
          <p:spPr>
            <a:xfrm>
              <a:off x="8745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1" name="Google Shape;351;p26"/>
            <p:cNvSpPr/>
            <p:nvPr/>
          </p:nvSpPr>
          <p:spPr>
            <a:xfrm>
              <a:off x="399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2" name="Google Shape;352;p26"/>
            <p:cNvSpPr/>
            <p:nvPr/>
          </p:nvSpPr>
          <p:spPr>
            <a:xfrm>
              <a:off x="78000" y="1928824"/>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3" name="Google Shape;353;p26"/>
            <p:cNvSpPr/>
            <p:nvPr/>
          </p:nvSpPr>
          <p:spPr>
            <a:xfrm>
              <a:off x="1041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4" name="Google Shape;354;p26"/>
            <p:cNvSpPr/>
            <p:nvPr/>
          </p:nvSpPr>
          <p:spPr>
            <a:xfrm>
              <a:off x="2004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5" name="Google Shape;355;p26"/>
            <p:cNvSpPr/>
            <p:nvPr/>
          </p:nvSpPr>
          <p:spPr>
            <a:xfrm>
              <a:off x="1683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6" name="Google Shape;356;p26"/>
            <p:cNvSpPr/>
            <p:nvPr/>
          </p:nvSpPr>
          <p:spPr>
            <a:xfrm>
              <a:off x="1362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7" name="Google Shape;357;p26"/>
            <p:cNvSpPr/>
            <p:nvPr/>
          </p:nvSpPr>
          <p:spPr>
            <a:xfrm>
              <a:off x="2325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8" name="Google Shape;358;p26"/>
            <p:cNvSpPr/>
            <p:nvPr/>
          </p:nvSpPr>
          <p:spPr>
            <a:xfrm>
              <a:off x="3288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59" name="Google Shape;359;p26"/>
            <p:cNvSpPr/>
            <p:nvPr/>
          </p:nvSpPr>
          <p:spPr>
            <a:xfrm>
              <a:off x="2967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0" name="Google Shape;360;p26"/>
            <p:cNvSpPr/>
            <p:nvPr/>
          </p:nvSpPr>
          <p:spPr>
            <a:xfrm>
              <a:off x="2646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1" name="Google Shape;361;p26"/>
            <p:cNvSpPr/>
            <p:nvPr/>
          </p:nvSpPr>
          <p:spPr>
            <a:xfrm>
              <a:off x="3609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2" name="Google Shape;362;p26"/>
            <p:cNvSpPr/>
            <p:nvPr/>
          </p:nvSpPr>
          <p:spPr>
            <a:xfrm>
              <a:off x="4572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3" name="Google Shape;363;p26"/>
            <p:cNvSpPr/>
            <p:nvPr/>
          </p:nvSpPr>
          <p:spPr>
            <a:xfrm>
              <a:off x="4251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4" name="Google Shape;364;p26"/>
            <p:cNvSpPr/>
            <p:nvPr/>
          </p:nvSpPr>
          <p:spPr>
            <a:xfrm>
              <a:off x="3930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5" name="Google Shape;365;p26"/>
            <p:cNvSpPr/>
            <p:nvPr/>
          </p:nvSpPr>
          <p:spPr>
            <a:xfrm>
              <a:off x="4893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6" name="Google Shape;366;p26"/>
            <p:cNvSpPr/>
            <p:nvPr/>
          </p:nvSpPr>
          <p:spPr>
            <a:xfrm>
              <a:off x="5856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7" name="Google Shape;367;p26"/>
            <p:cNvSpPr/>
            <p:nvPr/>
          </p:nvSpPr>
          <p:spPr>
            <a:xfrm>
              <a:off x="5535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8" name="Google Shape;368;p26"/>
            <p:cNvSpPr/>
            <p:nvPr/>
          </p:nvSpPr>
          <p:spPr>
            <a:xfrm>
              <a:off x="5214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69" name="Google Shape;369;p26"/>
            <p:cNvSpPr/>
            <p:nvPr/>
          </p:nvSpPr>
          <p:spPr>
            <a:xfrm>
              <a:off x="6177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0" name="Google Shape;370;p26"/>
            <p:cNvSpPr/>
            <p:nvPr/>
          </p:nvSpPr>
          <p:spPr>
            <a:xfrm>
              <a:off x="7140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1" name="Google Shape;371;p26"/>
            <p:cNvSpPr/>
            <p:nvPr/>
          </p:nvSpPr>
          <p:spPr>
            <a:xfrm>
              <a:off x="6819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2" name="Google Shape;372;p26"/>
            <p:cNvSpPr/>
            <p:nvPr/>
          </p:nvSpPr>
          <p:spPr>
            <a:xfrm>
              <a:off x="6498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3" name="Google Shape;373;p26"/>
            <p:cNvSpPr/>
            <p:nvPr/>
          </p:nvSpPr>
          <p:spPr>
            <a:xfrm>
              <a:off x="7461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4" name="Google Shape;374;p26"/>
            <p:cNvSpPr/>
            <p:nvPr/>
          </p:nvSpPr>
          <p:spPr>
            <a:xfrm>
              <a:off x="8103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5" name="Google Shape;375;p26"/>
            <p:cNvSpPr/>
            <p:nvPr/>
          </p:nvSpPr>
          <p:spPr>
            <a:xfrm>
              <a:off x="7782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6" name="Google Shape;376;p26"/>
            <p:cNvSpPr/>
            <p:nvPr/>
          </p:nvSpPr>
          <p:spPr>
            <a:xfrm>
              <a:off x="8424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7" name="Google Shape;377;p26"/>
            <p:cNvSpPr/>
            <p:nvPr/>
          </p:nvSpPr>
          <p:spPr>
            <a:xfrm>
              <a:off x="8745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8" name="Google Shape;378;p26"/>
            <p:cNvSpPr/>
            <p:nvPr/>
          </p:nvSpPr>
          <p:spPr>
            <a:xfrm>
              <a:off x="399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79" name="Google Shape;379;p26"/>
            <p:cNvSpPr/>
            <p:nvPr/>
          </p:nvSpPr>
          <p:spPr>
            <a:xfrm>
              <a:off x="78000" y="2250287"/>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0" name="Google Shape;380;p26"/>
            <p:cNvSpPr/>
            <p:nvPr/>
          </p:nvSpPr>
          <p:spPr>
            <a:xfrm>
              <a:off x="1041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1" name="Google Shape;381;p26"/>
            <p:cNvSpPr/>
            <p:nvPr/>
          </p:nvSpPr>
          <p:spPr>
            <a:xfrm>
              <a:off x="2004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2" name="Google Shape;382;p26"/>
            <p:cNvSpPr/>
            <p:nvPr/>
          </p:nvSpPr>
          <p:spPr>
            <a:xfrm>
              <a:off x="1683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3" name="Google Shape;383;p26"/>
            <p:cNvSpPr/>
            <p:nvPr/>
          </p:nvSpPr>
          <p:spPr>
            <a:xfrm>
              <a:off x="1362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4" name="Google Shape;384;p26"/>
            <p:cNvSpPr/>
            <p:nvPr/>
          </p:nvSpPr>
          <p:spPr>
            <a:xfrm>
              <a:off x="2325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5" name="Google Shape;385;p26"/>
            <p:cNvSpPr/>
            <p:nvPr/>
          </p:nvSpPr>
          <p:spPr>
            <a:xfrm>
              <a:off x="3288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6" name="Google Shape;386;p26"/>
            <p:cNvSpPr/>
            <p:nvPr/>
          </p:nvSpPr>
          <p:spPr>
            <a:xfrm>
              <a:off x="2967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7" name="Google Shape;387;p26"/>
            <p:cNvSpPr/>
            <p:nvPr/>
          </p:nvSpPr>
          <p:spPr>
            <a:xfrm>
              <a:off x="2646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8" name="Google Shape;388;p26"/>
            <p:cNvSpPr/>
            <p:nvPr/>
          </p:nvSpPr>
          <p:spPr>
            <a:xfrm>
              <a:off x="3609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89" name="Google Shape;389;p26"/>
            <p:cNvSpPr/>
            <p:nvPr/>
          </p:nvSpPr>
          <p:spPr>
            <a:xfrm>
              <a:off x="4572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0" name="Google Shape;390;p26"/>
            <p:cNvSpPr/>
            <p:nvPr/>
          </p:nvSpPr>
          <p:spPr>
            <a:xfrm>
              <a:off x="4251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1" name="Google Shape;391;p26"/>
            <p:cNvSpPr/>
            <p:nvPr/>
          </p:nvSpPr>
          <p:spPr>
            <a:xfrm>
              <a:off x="3930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2" name="Google Shape;392;p26"/>
            <p:cNvSpPr/>
            <p:nvPr/>
          </p:nvSpPr>
          <p:spPr>
            <a:xfrm>
              <a:off x="4893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3" name="Google Shape;393;p26"/>
            <p:cNvSpPr/>
            <p:nvPr/>
          </p:nvSpPr>
          <p:spPr>
            <a:xfrm>
              <a:off x="5856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4" name="Google Shape;394;p26"/>
            <p:cNvSpPr/>
            <p:nvPr/>
          </p:nvSpPr>
          <p:spPr>
            <a:xfrm>
              <a:off x="5535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5" name="Google Shape;395;p26"/>
            <p:cNvSpPr/>
            <p:nvPr/>
          </p:nvSpPr>
          <p:spPr>
            <a:xfrm>
              <a:off x="5214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6" name="Google Shape;396;p26"/>
            <p:cNvSpPr/>
            <p:nvPr/>
          </p:nvSpPr>
          <p:spPr>
            <a:xfrm>
              <a:off x="6177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7" name="Google Shape;397;p26"/>
            <p:cNvSpPr/>
            <p:nvPr/>
          </p:nvSpPr>
          <p:spPr>
            <a:xfrm>
              <a:off x="7140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8" name="Google Shape;398;p26"/>
            <p:cNvSpPr/>
            <p:nvPr/>
          </p:nvSpPr>
          <p:spPr>
            <a:xfrm>
              <a:off x="6819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399" name="Google Shape;399;p26"/>
            <p:cNvSpPr/>
            <p:nvPr/>
          </p:nvSpPr>
          <p:spPr>
            <a:xfrm>
              <a:off x="6498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0" name="Google Shape;400;p26"/>
            <p:cNvSpPr/>
            <p:nvPr/>
          </p:nvSpPr>
          <p:spPr>
            <a:xfrm>
              <a:off x="7461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1" name="Google Shape;401;p26"/>
            <p:cNvSpPr/>
            <p:nvPr/>
          </p:nvSpPr>
          <p:spPr>
            <a:xfrm>
              <a:off x="8103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2" name="Google Shape;402;p26"/>
            <p:cNvSpPr/>
            <p:nvPr/>
          </p:nvSpPr>
          <p:spPr>
            <a:xfrm>
              <a:off x="7782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3" name="Google Shape;403;p26"/>
            <p:cNvSpPr/>
            <p:nvPr/>
          </p:nvSpPr>
          <p:spPr>
            <a:xfrm>
              <a:off x="8424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4" name="Google Shape;404;p26"/>
            <p:cNvSpPr/>
            <p:nvPr/>
          </p:nvSpPr>
          <p:spPr>
            <a:xfrm>
              <a:off x="8745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5" name="Google Shape;405;p26"/>
            <p:cNvSpPr/>
            <p:nvPr/>
          </p:nvSpPr>
          <p:spPr>
            <a:xfrm>
              <a:off x="399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6" name="Google Shape;406;p26"/>
            <p:cNvSpPr/>
            <p:nvPr/>
          </p:nvSpPr>
          <p:spPr>
            <a:xfrm>
              <a:off x="78000" y="25717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7" name="Google Shape;407;p26"/>
            <p:cNvSpPr/>
            <p:nvPr/>
          </p:nvSpPr>
          <p:spPr>
            <a:xfrm>
              <a:off x="1041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8" name="Google Shape;408;p26"/>
            <p:cNvSpPr/>
            <p:nvPr/>
          </p:nvSpPr>
          <p:spPr>
            <a:xfrm>
              <a:off x="2004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09" name="Google Shape;409;p26"/>
            <p:cNvSpPr/>
            <p:nvPr/>
          </p:nvSpPr>
          <p:spPr>
            <a:xfrm>
              <a:off x="1683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0" name="Google Shape;410;p26"/>
            <p:cNvSpPr/>
            <p:nvPr/>
          </p:nvSpPr>
          <p:spPr>
            <a:xfrm>
              <a:off x="1362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1" name="Google Shape;411;p26"/>
            <p:cNvSpPr/>
            <p:nvPr/>
          </p:nvSpPr>
          <p:spPr>
            <a:xfrm>
              <a:off x="2325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2" name="Google Shape;412;p26"/>
            <p:cNvSpPr/>
            <p:nvPr/>
          </p:nvSpPr>
          <p:spPr>
            <a:xfrm>
              <a:off x="3288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3" name="Google Shape;413;p26"/>
            <p:cNvSpPr/>
            <p:nvPr/>
          </p:nvSpPr>
          <p:spPr>
            <a:xfrm>
              <a:off x="2967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4" name="Google Shape;414;p26"/>
            <p:cNvSpPr/>
            <p:nvPr/>
          </p:nvSpPr>
          <p:spPr>
            <a:xfrm>
              <a:off x="2646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5" name="Google Shape;415;p26"/>
            <p:cNvSpPr/>
            <p:nvPr/>
          </p:nvSpPr>
          <p:spPr>
            <a:xfrm>
              <a:off x="3609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6" name="Google Shape;416;p26"/>
            <p:cNvSpPr/>
            <p:nvPr/>
          </p:nvSpPr>
          <p:spPr>
            <a:xfrm>
              <a:off x="4572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7" name="Google Shape;417;p26"/>
            <p:cNvSpPr/>
            <p:nvPr/>
          </p:nvSpPr>
          <p:spPr>
            <a:xfrm>
              <a:off x="4251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8" name="Google Shape;418;p26"/>
            <p:cNvSpPr/>
            <p:nvPr/>
          </p:nvSpPr>
          <p:spPr>
            <a:xfrm>
              <a:off x="3930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19" name="Google Shape;419;p26"/>
            <p:cNvSpPr/>
            <p:nvPr/>
          </p:nvSpPr>
          <p:spPr>
            <a:xfrm>
              <a:off x="4893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0" name="Google Shape;420;p26"/>
            <p:cNvSpPr/>
            <p:nvPr/>
          </p:nvSpPr>
          <p:spPr>
            <a:xfrm>
              <a:off x="5856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1" name="Google Shape;421;p26"/>
            <p:cNvSpPr/>
            <p:nvPr/>
          </p:nvSpPr>
          <p:spPr>
            <a:xfrm>
              <a:off x="5535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2" name="Google Shape;422;p26"/>
            <p:cNvSpPr/>
            <p:nvPr/>
          </p:nvSpPr>
          <p:spPr>
            <a:xfrm>
              <a:off x="5214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3" name="Google Shape;423;p26"/>
            <p:cNvSpPr/>
            <p:nvPr/>
          </p:nvSpPr>
          <p:spPr>
            <a:xfrm>
              <a:off x="6177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4" name="Google Shape;424;p26"/>
            <p:cNvSpPr/>
            <p:nvPr/>
          </p:nvSpPr>
          <p:spPr>
            <a:xfrm>
              <a:off x="7140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5" name="Google Shape;425;p26"/>
            <p:cNvSpPr/>
            <p:nvPr/>
          </p:nvSpPr>
          <p:spPr>
            <a:xfrm>
              <a:off x="6819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6" name="Google Shape;426;p26"/>
            <p:cNvSpPr/>
            <p:nvPr/>
          </p:nvSpPr>
          <p:spPr>
            <a:xfrm>
              <a:off x="6498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7" name="Google Shape;427;p26"/>
            <p:cNvSpPr/>
            <p:nvPr/>
          </p:nvSpPr>
          <p:spPr>
            <a:xfrm>
              <a:off x="7461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8" name="Google Shape;428;p26"/>
            <p:cNvSpPr/>
            <p:nvPr/>
          </p:nvSpPr>
          <p:spPr>
            <a:xfrm>
              <a:off x="8103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29" name="Google Shape;429;p26"/>
            <p:cNvSpPr/>
            <p:nvPr/>
          </p:nvSpPr>
          <p:spPr>
            <a:xfrm>
              <a:off x="7782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0" name="Google Shape;430;p26"/>
            <p:cNvSpPr/>
            <p:nvPr/>
          </p:nvSpPr>
          <p:spPr>
            <a:xfrm>
              <a:off x="8424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1" name="Google Shape;431;p26"/>
            <p:cNvSpPr/>
            <p:nvPr/>
          </p:nvSpPr>
          <p:spPr>
            <a:xfrm>
              <a:off x="8745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2" name="Google Shape;432;p26"/>
            <p:cNvSpPr/>
            <p:nvPr/>
          </p:nvSpPr>
          <p:spPr>
            <a:xfrm>
              <a:off x="399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3" name="Google Shape;433;p26"/>
            <p:cNvSpPr/>
            <p:nvPr/>
          </p:nvSpPr>
          <p:spPr>
            <a:xfrm>
              <a:off x="78000" y="28932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4" name="Google Shape;434;p26"/>
            <p:cNvSpPr/>
            <p:nvPr/>
          </p:nvSpPr>
          <p:spPr>
            <a:xfrm>
              <a:off x="1041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5" name="Google Shape;435;p26"/>
            <p:cNvSpPr/>
            <p:nvPr/>
          </p:nvSpPr>
          <p:spPr>
            <a:xfrm>
              <a:off x="2004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6" name="Google Shape;436;p26"/>
            <p:cNvSpPr/>
            <p:nvPr/>
          </p:nvSpPr>
          <p:spPr>
            <a:xfrm>
              <a:off x="1683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7" name="Google Shape;437;p26"/>
            <p:cNvSpPr/>
            <p:nvPr/>
          </p:nvSpPr>
          <p:spPr>
            <a:xfrm>
              <a:off x="1362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8" name="Google Shape;438;p26"/>
            <p:cNvSpPr/>
            <p:nvPr/>
          </p:nvSpPr>
          <p:spPr>
            <a:xfrm>
              <a:off x="2325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39" name="Google Shape;439;p26"/>
            <p:cNvSpPr/>
            <p:nvPr/>
          </p:nvSpPr>
          <p:spPr>
            <a:xfrm>
              <a:off x="3288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0" name="Google Shape;440;p26"/>
            <p:cNvSpPr/>
            <p:nvPr/>
          </p:nvSpPr>
          <p:spPr>
            <a:xfrm>
              <a:off x="2967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1" name="Google Shape;441;p26"/>
            <p:cNvSpPr/>
            <p:nvPr/>
          </p:nvSpPr>
          <p:spPr>
            <a:xfrm>
              <a:off x="2646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2" name="Google Shape;442;p26"/>
            <p:cNvSpPr/>
            <p:nvPr/>
          </p:nvSpPr>
          <p:spPr>
            <a:xfrm>
              <a:off x="3609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3" name="Google Shape;443;p26"/>
            <p:cNvSpPr/>
            <p:nvPr/>
          </p:nvSpPr>
          <p:spPr>
            <a:xfrm>
              <a:off x="4572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4" name="Google Shape;444;p26"/>
            <p:cNvSpPr/>
            <p:nvPr/>
          </p:nvSpPr>
          <p:spPr>
            <a:xfrm>
              <a:off x="4251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5" name="Google Shape;445;p26"/>
            <p:cNvSpPr/>
            <p:nvPr/>
          </p:nvSpPr>
          <p:spPr>
            <a:xfrm>
              <a:off x="3930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6" name="Google Shape;446;p26"/>
            <p:cNvSpPr/>
            <p:nvPr/>
          </p:nvSpPr>
          <p:spPr>
            <a:xfrm>
              <a:off x="4893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7" name="Google Shape;447;p26"/>
            <p:cNvSpPr/>
            <p:nvPr/>
          </p:nvSpPr>
          <p:spPr>
            <a:xfrm>
              <a:off x="5856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8" name="Google Shape;448;p26"/>
            <p:cNvSpPr/>
            <p:nvPr/>
          </p:nvSpPr>
          <p:spPr>
            <a:xfrm>
              <a:off x="5535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49" name="Google Shape;449;p26"/>
            <p:cNvSpPr/>
            <p:nvPr/>
          </p:nvSpPr>
          <p:spPr>
            <a:xfrm>
              <a:off x="5214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0" name="Google Shape;450;p26"/>
            <p:cNvSpPr/>
            <p:nvPr/>
          </p:nvSpPr>
          <p:spPr>
            <a:xfrm>
              <a:off x="6177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1" name="Google Shape;451;p26"/>
            <p:cNvSpPr/>
            <p:nvPr/>
          </p:nvSpPr>
          <p:spPr>
            <a:xfrm>
              <a:off x="7140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2" name="Google Shape;452;p26"/>
            <p:cNvSpPr/>
            <p:nvPr/>
          </p:nvSpPr>
          <p:spPr>
            <a:xfrm>
              <a:off x="6819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3" name="Google Shape;453;p26"/>
            <p:cNvSpPr/>
            <p:nvPr/>
          </p:nvSpPr>
          <p:spPr>
            <a:xfrm>
              <a:off x="6498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4" name="Google Shape;454;p26"/>
            <p:cNvSpPr/>
            <p:nvPr/>
          </p:nvSpPr>
          <p:spPr>
            <a:xfrm>
              <a:off x="7461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5" name="Google Shape;455;p26"/>
            <p:cNvSpPr/>
            <p:nvPr/>
          </p:nvSpPr>
          <p:spPr>
            <a:xfrm>
              <a:off x="8103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6" name="Google Shape;456;p26"/>
            <p:cNvSpPr/>
            <p:nvPr/>
          </p:nvSpPr>
          <p:spPr>
            <a:xfrm>
              <a:off x="7782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7" name="Google Shape;457;p26"/>
            <p:cNvSpPr/>
            <p:nvPr/>
          </p:nvSpPr>
          <p:spPr>
            <a:xfrm>
              <a:off x="8424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8" name="Google Shape;458;p26"/>
            <p:cNvSpPr/>
            <p:nvPr/>
          </p:nvSpPr>
          <p:spPr>
            <a:xfrm>
              <a:off x="8745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59" name="Google Shape;459;p26"/>
            <p:cNvSpPr/>
            <p:nvPr/>
          </p:nvSpPr>
          <p:spPr>
            <a:xfrm>
              <a:off x="399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0" name="Google Shape;460;p26"/>
            <p:cNvSpPr/>
            <p:nvPr/>
          </p:nvSpPr>
          <p:spPr>
            <a:xfrm>
              <a:off x="78000" y="32146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1" name="Google Shape;461;p26"/>
            <p:cNvSpPr/>
            <p:nvPr/>
          </p:nvSpPr>
          <p:spPr>
            <a:xfrm>
              <a:off x="1041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2" name="Google Shape;462;p26"/>
            <p:cNvSpPr/>
            <p:nvPr/>
          </p:nvSpPr>
          <p:spPr>
            <a:xfrm>
              <a:off x="2004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3" name="Google Shape;463;p26"/>
            <p:cNvSpPr/>
            <p:nvPr/>
          </p:nvSpPr>
          <p:spPr>
            <a:xfrm>
              <a:off x="1683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4" name="Google Shape;464;p26"/>
            <p:cNvSpPr/>
            <p:nvPr/>
          </p:nvSpPr>
          <p:spPr>
            <a:xfrm>
              <a:off x="1362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5" name="Google Shape;465;p26"/>
            <p:cNvSpPr/>
            <p:nvPr/>
          </p:nvSpPr>
          <p:spPr>
            <a:xfrm>
              <a:off x="2325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6" name="Google Shape;466;p26"/>
            <p:cNvSpPr/>
            <p:nvPr/>
          </p:nvSpPr>
          <p:spPr>
            <a:xfrm>
              <a:off x="3288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7" name="Google Shape;467;p26"/>
            <p:cNvSpPr/>
            <p:nvPr/>
          </p:nvSpPr>
          <p:spPr>
            <a:xfrm>
              <a:off x="2967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8" name="Google Shape;468;p26"/>
            <p:cNvSpPr/>
            <p:nvPr/>
          </p:nvSpPr>
          <p:spPr>
            <a:xfrm>
              <a:off x="2646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69" name="Google Shape;469;p26"/>
            <p:cNvSpPr/>
            <p:nvPr/>
          </p:nvSpPr>
          <p:spPr>
            <a:xfrm>
              <a:off x="3609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0" name="Google Shape;470;p26"/>
            <p:cNvSpPr/>
            <p:nvPr/>
          </p:nvSpPr>
          <p:spPr>
            <a:xfrm>
              <a:off x="4572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1" name="Google Shape;471;p26"/>
            <p:cNvSpPr/>
            <p:nvPr/>
          </p:nvSpPr>
          <p:spPr>
            <a:xfrm>
              <a:off x="4251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2" name="Google Shape;472;p26"/>
            <p:cNvSpPr/>
            <p:nvPr/>
          </p:nvSpPr>
          <p:spPr>
            <a:xfrm>
              <a:off x="3930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3" name="Google Shape;473;p26"/>
            <p:cNvSpPr/>
            <p:nvPr/>
          </p:nvSpPr>
          <p:spPr>
            <a:xfrm>
              <a:off x="4893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4" name="Google Shape;474;p26"/>
            <p:cNvSpPr/>
            <p:nvPr/>
          </p:nvSpPr>
          <p:spPr>
            <a:xfrm>
              <a:off x="5856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5" name="Google Shape;475;p26"/>
            <p:cNvSpPr/>
            <p:nvPr/>
          </p:nvSpPr>
          <p:spPr>
            <a:xfrm>
              <a:off x="5535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6" name="Google Shape;476;p26"/>
            <p:cNvSpPr/>
            <p:nvPr/>
          </p:nvSpPr>
          <p:spPr>
            <a:xfrm>
              <a:off x="5214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7" name="Google Shape;477;p26"/>
            <p:cNvSpPr/>
            <p:nvPr/>
          </p:nvSpPr>
          <p:spPr>
            <a:xfrm>
              <a:off x="6177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8" name="Google Shape;478;p26"/>
            <p:cNvSpPr/>
            <p:nvPr/>
          </p:nvSpPr>
          <p:spPr>
            <a:xfrm>
              <a:off x="7140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79" name="Google Shape;479;p26"/>
            <p:cNvSpPr/>
            <p:nvPr/>
          </p:nvSpPr>
          <p:spPr>
            <a:xfrm>
              <a:off x="6819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0" name="Google Shape;480;p26"/>
            <p:cNvSpPr/>
            <p:nvPr/>
          </p:nvSpPr>
          <p:spPr>
            <a:xfrm>
              <a:off x="6498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1" name="Google Shape;481;p26"/>
            <p:cNvSpPr/>
            <p:nvPr/>
          </p:nvSpPr>
          <p:spPr>
            <a:xfrm>
              <a:off x="7461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2" name="Google Shape;482;p26"/>
            <p:cNvSpPr/>
            <p:nvPr/>
          </p:nvSpPr>
          <p:spPr>
            <a:xfrm>
              <a:off x="8103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3" name="Google Shape;483;p26"/>
            <p:cNvSpPr/>
            <p:nvPr/>
          </p:nvSpPr>
          <p:spPr>
            <a:xfrm>
              <a:off x="7782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4" name="Google Shape;484;p26"/>
            <p:cNvSpPr/>
            <p:nvPr/>
          </p:nvSpPr>
          <p:spPr>
            <a:xfrm>
              <a:off x="8424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5" name="Google Shape;485;p26"/>
            <p:cNvSpPr/>
            <p:nvPr/>
          </p:nvSpPr>
          <p:spPr>
            <a:xfrm>
              <a:off x="8745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6" name="Google Shape;486;p26"/>
            <p:cNvSpPr/>
            <p:nvPr/>
          </p:nvSpPr>
          <p:spPr>
            <a:xfrm>
              <a:off x="399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7" name="Google Shape;487;p26"/>
            <p:cNvSpPr/>
            <p:nvPr/>
          </p:nvSpPr>
          <p:spPr>
            <a:xfrm>
              <a:off x="78000" y="35361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8" name="Google Shape;488;p26"/>
            <p:cNvSpPr/>
            <p:nvPr/>
          </p:nvSpPr>
          <p:spPr>
            <a:xfrm>
              <a:off x="1041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89" name="Google Shape;489;p26"/>
            <p:cNvSpPr/>
            <p:nvPr/>
          </p:nvSpPr>
          <p:spPr>
            <a:xfrm>
              <a:off x="2004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0" name="Google Shape;490;p26"/>
            <p:cNvSpPr/>
            <p:nvPr/>
          </p:nvSpPr>
          <p:spPr>
            <a:xfrm>
              <a:off x="1683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1" name="Google Shape;491;p26"/>
            <p:cNvSpPr/>
            <p:nvPr/>
          </p:nvSpPr>
          <p:spPr>
            <a:xfrm>
              <a:off x="1362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2" name="Google Shape;492;p26"/>
            <p:cNvSpPr/>
            <p:nvPr/>
          </p:nvSpPr>
          <p:spPr>
            <a:xfrm>
              <a:off x="2325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3" name="Google Shape;493;p26"/>
            <p:cNvSpPr/>
            <p:nvPr/>
          </p:nvSpPr>
          <p:spPr>
            <a:xfrm>
              <a:off x="3288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4" name="Google Shape;494;p26"/>
            <p:cNvSpPr/>
            <p:nvPr/>
          </p:nvSpPr>
          <p:spPr>
            <a:xfrm>
              <a:off x="2967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5" name="Google Shape;495;p26"/>
            <p:cNvSpPr/>
            <p:nvPr/>
          </p:nvSpPr>
          <p:spPr>
            <a:xfrm>
              <a:off x="2646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6" name="Google Shape;496;p26"/>
            <p:cNvSpPr/>
            <p:nvPr/>
          </p:nvSpPr>
          <p:spPr>
            <a:xfrm>
              <a:off x="3609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7" name="Google Shape;497;p26"/>
            <p:cNvSpPr/>
            <p:nvPr/>
          </p:nvSpPr>
          <p:spPr>
            <a:xfrm>
              <a:off x="4572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8" name="Google Shape;498;p26"/>
            <p:cNvSpPr/>
            <p:nvPr/>
          </p:nvSpPr>
          <p:spPr>
            <a:xfrm>
              <a:off x="4251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499" name="Google Shape;499;p26"/>
            <p:cNvSpPr/>
            <p:nvPr/>
          </p:nvSpPr>
          <p:spPr>
            <a:xfrm>
              <a:off x="3930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0" name="Google Shape;500;p26"/>
            <p:cNvSpPr/>
            <p:nvPr/>
          </p:nvSpPr>
          <p:spPr>
            <a:xfrm>
              <a:off x="4893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1" name="Google Shape;501;p26"/>
            <p:cNvSpPr/>
            <p:nvPr/>
          </p:nvSpPr>
          <p:spPr>
            <a:xfrm>
              <a:off x="5856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2" name="Google Shape;502;p26"/>
            <p:cNvSpPr/>
            <p:nvPr/>
          </p:nvSpPr>
          <p:spPr>
            <a:xfrm>
              <a:off x="5535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3" name="Google Shape;503;p26"/>
            <p:cNvSpPr/>
            <p:nvPr/>
          </p:nvSpPr>
          <p:spPr>
            <a:xfrm>
              <a:off x="5214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4" name="Google Shape;504;p26"/>
            <p:cNvSpPr/>
            <p:nvPr/>
          </p:nvSpPr>
          <p:spPr>
            <a:xfrm>
              <a:off x="6177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5" name="Google Shape;505;p26"/>
            <p:cNvSpPr/>
            <p:nvPr/>
          </p:nvSpPr>
          <p:spPr>
            <a:xfrm>
              <a:off x="7140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6" name="Google Shape;506;p26"/>
            <p:cNvSpPr/>
            <p:nvPr/>
          </p:nvSpPr>
          <p:spPr>
            <a:xfrm>
              <a:off x="6819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7" name="Google Shape;507;p26"/>
            <p:cNvSpPr/>
            <p:nvPr/>
          </p:nvSpPr>
          <p:spPr>
            <a:xfrm>
              <a:off x="6498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8" name="Google Shape;508;p26"/>
            <p:cNvSpPr/>
            <p:nvPr/>
          </p:nvSpPr>
          <p:spPr>
            <a:xfrm>
              <a:off x="7461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09" name="Google Shape;509;p26"/>
            <p:cNvSpPr/>
            <p:nvPr/>
          </p:nvSpPr>
          <p:spPr>
            <a:xfrm>
              <a:off x="8103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0" name="Google Shape;510;p26"/>
            <p:cNvSpPr/>
            <p:nvPr/>
          </p:nvSpPr>
          <p:spPr>
            <a:xfrm>
              <a:off x="7782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1" name="Google Shape;511;p26"/>
            <p:cNvSpPr/>
            <p:nvPr/>
          </p:nvSpPr>
          <p:spPr>
            <a:xfrm>
              <a:off x="8424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2" name="Google Shape;512;p26"/>
            <p:cNvSpPr/>
            <p:nvPr/>
          </p:nvSpPr>
          <p:spPr>
            <a:xfrm>
              <a:off x="8745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3" name="Google Shape;513;p26"/>
            <p:cNvSpPr/>
            <p:nvPr/>
          </p:nvSpPr>
          <p:spPr>
            <a:xfrm>
              <a:off x="399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4" name="Google Shape;514;p26"/>
            <p:cNvSpPr/>
            <p:nvPr/>
          </p:nvSpPr>
          <p:spPr>
            <a:xfrm>
              <a:off x="78000" y="3857612"/>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5" name="Google Shape;515;p26"/>
            <p:cNvSpPr/>
            <p:nvPr/>
          </p:nvSpPr>
          <p:spPr>
            <a:xfrm>
              <a:off x="1041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6" name="Google Shape;516;p26"/>
            <p:cNvSpPr/>
            <p:nvPr/>
          </p:nvSpPr>
          <p:spPr>
            <a:xfrm>
              <a:off x="2004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7" name="Google Shape;517;p26"/>
            <p:cNvSpPr/>
            <p:nvPr/>
          </p:nvSpPr>
          <p:spPr>
            <a:xfrm>
              <a:off x="1683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8" name="Google Shape;518;p26"/>
            <p:cNvSpPr/>
            <p:nvPr/>
          </p:nvSpPr>
          <p:spPr>
            <a:xfrm>
              <a:off x="1362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19" name="Google Shape;519;p26"/>
            <p:cNvSpPr/>
            <p:nvPr/>
          </p:nvSpPr>
          <p:spPr>
            <a:xfrm>
              <a:off x="2325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0" name="Google Shape;520;p26"/>
            <p:cNvSpPr/>
            <p:nvPr/>
          </p:nvSpPr>
          <p:spPr>
            <a:xfrm>
              <a:off x="3288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1" name="Google Shape;521;p26"/>
            <p:cNvSpPr/>
            <p:nvPr/>
          </p:nvSpPr>
          <p:spPr>
            <a:xfrm>
              <a:off x="2967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2" name="Google Shape;522;p26"/>
            <p:cNvSpPr/>
            <p:nvPr/>
          </p:nvSpPr>
          <p:spPr>
            <a:xfrm>
              <a:off x="2646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3" name="Google Shape;523;p26"/>
            <p:cNvSpPr/>
            <p:nvPr/>
          </p:nvSpPr>
          <p:spPr>
            <a:xfrm>
              <a:off x="3609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4" name="Google Shape;524;p26"/>
            <p:cNvSpPr/>
            <p:nvPr/>
          </p:nvSpPr>
          <p:spPr>
            <a:xfrm>
              <a:off x="4572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5" name="Google Shape;525;p26"/>
            <p:cNvSpPr/>
            <p:nvPr/>
          </p:nvSpPr>
          <p:spPr>
            <a:xfrm>
              <a:off x="4251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6" name="Google Shape;526;p26"/>
            <p:cNvSpPr/>
            <p:nvPr/>
          </p:nvSpPr>
          <p:spPr>
            <a:xfrm>
              <a:off x="3930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7" name="Google Shape;527;p26"/>
            <p:cNvSpPr/>
            <p:nvPr/>
          </p:nvSpPr>
          <p:spPr>
            <a:xfrm>
              <a:off x="4893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8" name="Google Shape;528;p26"/>
            <p:cNvSpPr/>
            <p:nvPr/>
          </p:nvSpPr>
          <p:spPr>
            <a:xfrm>
              <a:off x="5856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29" name="Google Shape;529;p26"/>
            <p:cNvSpPr/>
            <p:nvPr/>
          </p:nvSpPr>
          <p:spPr>
            <a:xfrm>
              <a:off x="5535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0" name="Google Shape;530;p26"/>
            <p:cNvSpPr/>
            <p:nvPr/>
          </p:nvSpPr>
          <p:spPr>
            <a:xfrm>
              <a:off x="5214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1" name="Google Shape;531;p26"/>
            <p:cNvSpPr/>
            <p:nvPr/>
          </p:nvSpPr>
          <p:spPr>
            <a:xfrm>
              <a:off x="6177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2" name="Google Shape;532;p26"/>
            <p:cNvSpPr/>
            <p:nvPr/>
          </p:nvSpPr>
          <p:spPr>
            <a:xfrm>
              <a:off x="7140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3" name="Google Shape;533;p26"/>
            <p:cNvSpPr/>
            <p:nvPr/>
          </p:nvSpPr>
          <p:spPr>
            <a:xfrm>
              <a:off x="6819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4" name="Google Shape;534;p26"/>
            <p:cNvSpPr/>
            <p:nvPr/>
          </p:nvSpPr>
          <p:spPr>
            <a:xfrm>
              <a:off x="6498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5" name="Google Shape;535;p26"/>
            <p:cNvSpPr/>
            <p:nvPr/>
          </p:nvSpPr>
          <p:spPr>
            <a:xfrm>
              <a:off x="7461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6" name="Google Shape;536;p26"/>
            <p:cNvSpPr/>
            <p:nvPr/>
          </p:nvSpPr>
          <p:spPr>
            <a:xfrm>
              <a:off x="8103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7" name="Google Shape;537;p26"/>
            <p:cNvSpPr/>
            <p:nvPr/>
          </p:nvSpPr>
          <p:spPr>
            <a:xfrm>
              <a:off x="7782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8" name="Google Shape;538;p26"/>
            <p:cNvSpPr/>
            <p:nvPr/>
          </p:nvSpPr>
          <p:spPr>
            <a:xfrm>
              <a:off x="8424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39" name="Google Shape;539;p26"/>
            <p:cNvSpPr/>
            <p:nvPr/>
          </p:nvSpPr>
          <p:spPr>
            <a:xfrm>
              <a:off x="8745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0" name="Google Shape;540;p26"/>
            <p:cNvSpPr/>
            <p:nvPr/>
          </p:nvSpPr>
          <p:spPr>
            <a:xfrm>
              <a:off x="399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1" name="Google Shape;541;p26"/>
            <p:cNvSpPr/>
            <p:nvPr/>
          </p:nvSpPr>
          <p:spPr>
            <a:xfrm>
              <a:off x="78000" y="417909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2" name="Google Shape;542;p26"/>
            <p:cNvSpPr/>
            <p:nvPr/>
          </p:nvSpPr>
          <p:spPr>
            <a:xfrm>
              <a:off x="1041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3" name="Google Shape;543;p26"/>
            <p:cNvSpPr/>
            <p:nvPr/>
          </p:nvSpPr>
          <p:spPr>
            <a:xfrm>
              <a:off x="2004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4" name="Google Shape;544;p26"/>
            <p:cNvSpPr/>
            <p:nvPr/>
          </p:nvSpPr>
          <p:spPr>
            <a:xfrm>
              <a:off x="1683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5" name="Google Shape;545;p26"/>
            <p:cNvSpPr/>
            <p:nvPr/>
          </p:nvSpPr>
          <p:spPr>
            <a:xfrm>
              <a:off x="1362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6" name="Google Shape;546;p26"/>
            <p:cNvSpPr/>
            <p:nvPr/>
          </p:nvSpPr>
          <p:spPr>
            <a:xfrm>
              <a:off x="2325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7" name="Google Shape;547;p26"/>
            <p:cNvSpPr/>
            <p:nvPr/>
          </p:nvSpPr>
          <p:spPr>
            <a:xfrm>
              <a:off x="3288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8" name="Google Shape;548;p26"/>
            <p:cNvSpPr/>
            <p:nvPr/>
          </p:nvSpPr>
          <p:spPr>
            <a:xfrm>
              <a:off x="2967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49" name="Google Shape;549;p26"/>
            <p:cNvSpPr/>
            <p:nvPr/>
          </p:nvSpPr>
          <p:spPr>
            <a:xfrm>
              <a:off x="2646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0" name="Google Shape;550;p26"/>
            <p:cNvSpPr/>
            <p:nvPr/>
          </p:nvSpPr>
          <p:spPr>
            <a:xfrm>
              <a:off x="3609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1" name="Google Shape;551;p26"/>
            <p:cNvSpPr/>
            <p:nvPr/>
          </p:nvSpPr>
          <p:spPr>
            <a:xfrm>
              <a:off x="4572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2" name="Google Shape;552;p26"/>
            <p:cNvSpPr/>
            <p:nvPr/>
          </p:nvSpPr>
          <p:spPr>
            <a:xfrm>
              <a:off x="4251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3" name="Google Shape;553;p26"/>
            <p:cNvSpPr/>
            <p:nvPr/>
          </p:nvSpPr>
          <p:spPr>
            <a:xfrm>
              <a:off x="3930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4" name="Google Shape;554;p26"/>
            <p:cNvSpPr/>
            <p:nvPr/>
          </p:nvSpPr>
          <p:spPr>
            <a:xfrm>
              <a:off x="4893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5" name="Google Shape;555;p26"/>
            <p:cNvSpPr/>
            <p:nvPr/>
          </p:nvSpPr>
          <p:spPr>
            <a:xfrm>
              <a:off x="5856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6" name="Google Shape;556;p26"/>
            <p:cNvSpPr/>
            <p:nvPr/>
          </p:nvSpPr>
          <p:spPr>
            <a:xfrm>
              <a:off x="5535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7" name="Google Shape;557;p26"/>
            <p:cNvSpPr/>
            <p:nvPr/>
          </p:nvSpPr>
          <p:spPr>
            <a:xfrm>
              <a:off x="5214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8" name="Google Shape;558;p26"/>
            <p:cNvSpPr/>
            <p:nvPr/>
          </p:nvSpPr>
          <p:spPr>
            <a:xfrm>
              <a:off x="6177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59" name="Google Shape;559;p26"/>
            <p:cNvSpPr/>
            <p:nvPr/>
          </p:nvSpPr>
          <p:spPr>
            <a:xfrm>
              <a:off x="7140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0" name="Google Shape;560;p26"/>
            <p:cNvSpPr/>
            <p:nvPr/>
          </p:nvSpPr>
          <p:spPr>
            <a:xfrm>
              <a:off x="6819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1" name="Google Shape;561;p26"/>
            <p:cNvSpPr/>
            <p:nvPr/>
          </p:nvSpPr>
          <p:spPr>
            <a:xfrm>
              <a:off x="6498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2" name="Google Shape;562;p26"/>
            <p:cNvSpPr/>
            <p:nvPr/>
          </p:nvSpPr>
          <p:spPr>
            <a:xfrm>
              <a:off x="7461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3" name="Google Shape;563;p26"/>
            <p:cNvSpPr/>
            <p:nvPr/>
          </p:nvSpPr>
          <p:spPr>
            <a:xfrm>
              <a:off x="8103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4" name="Google Shape;564;p26"/>
            <p:cNvSpPr/>
            <p:nvPr/>
          </p:nvSpPr>
          <p:spPr>
            <a:xfrm>
              <a:off x="7782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5" name="Google Shape;565;p26"/>
            <p:cNvSpPr/>
            <p:nvPr/>
          </p:nvSpPr>
          <p:spPr>
            <a:xfrm>
              <a:off x="8424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6" name="Google Shape;566;p26"/>
            <p:cNvSpPr/>
            <p:nvPr/>
          </p:nvSpPr>
          <p:spPr>
            <a:xfrm>
              <a:off x="8745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7" name="Google Shape;567;p26"/>
            <p:cNvSpPr/>
            <p:nvPr/>
          </p:nvSpPr>
          <p:spPr>
            <a:xfrm>
              <a:off x="399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8" name="Google Shape;568;p26"/>
            <p:cNvSpPr/>
            <p:nvPr/>
          </p:nvSpPr>
          <p:spPr>
            <a:xfrm>
              <a:off x="78000" y="45005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69" name="Google Shape;569;p26"/>
            <p:cNvSpPr/>
            <p:nvPr/>
          </p:nvSpPr>
          <p:spPr>
            <a:xfrm>
              <a:off x="1041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0" name="Google Shape;570;p26"/>
            <p:cNvSpPr/>
            <p:nvPr/>
          </p:nvSpPr>
          <p:spPr>
            <a:xfrm>
              <a:off x="2004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1" name="Google Shape;571;p26"/>
            <p:cNvSpPr/>
            <p:nvPr/>
          </p:nvSpPr>
          <p:spPr>
            <a:xfrm>
              <a:off x="1683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2" name="Google Shape;572;p26"/>
            <p:cNvSpPr/>
            <p:nvPr/>
          </p:nvSpPr>
          <p:spPr>
            <a:xfrm>
              <a:off x="1362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3" name="Google Shape;573;p26"/>
            <p:cNvSpPr/>
            <p:nvPr/>
          </p:nvSpPr>
          <p:spPr>
            <a:xfrm>
              <a:off x="2325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4" name="Google Shape;574;p26"/>
            <p:cNvSpPr/>
            <p:nvPr/>
          </p:nvSpPr>
          <p:spPr>
            <a:xfrm>
              <a:off x="3288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5" name="Google Shape;575;p26"/>
            <p:cNvSpPr/>
            <p:nvPr/>
          </p:nvSpPr>
          <p:spPr>
            <a:xfrm>
              <a:off x="2967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6" name="Google Shape;576;p26"/>
            <p:cNvSpPr/>
            <p:nvPr/>
          </p:nvSpPr>
          <p:spPr>
            <a:xfrm>
              <a:off x="2646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7" name="Google Shape;577;p26"/>
            <p:cNvSpPr/>
            <p:nvPr/>
          </p:nvSpPr>
          <p:spPr>
            <a:xfrm>
              <a:off x="3609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8" name="Google Shape;578;p26"/>
            <p:cNvSpPr/>
            <p:nvPr/>
          </p:nvSpPr>
          <p:spPr>
            <a:xfrm>
              <a:off x="4572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79" name="Google Shape;579;p26"/>
            <p:cNvSpPr/>
            <p:nvPr/>
          </p:nvSpPr>
          <p:spPr>
            <a:xfrm>
              <a:off x="4251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0" name="Google Shape;580;p26"/>
            <p:cNvSpPr/>
            <p:nvPr/>
          </p:nvSpPr>
          <p:spPr>
            <a:xfrm>
              <a:off x="3930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1" name="Google Shape;581;p26"/>
            <p:cNvSpPr/>
            <p:nvPr/>
          </p:nvSpPr>
          <p:spPr>
            <a:xfrm>
              <a:off x="4893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2" name="Google Shape;582;p26"/>
            <p:cNvSpPr/>
            <p:nvPr/>
          </p:nvSpPr>
          <p:spPr>
            <a:xfrm>
              <a:off x="5856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3" name="Google Shape;583;p26"/>
            <p:cNvSpPr/>
            <p:nvPr/>
          </p:nvSpPr>
          <p:spPr>
            <a:xfrm>
              <a:off x="5535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4" name="Google Shape;584;p26"/>
            <p:cNvSpPr/>
            <p:nvPr/>
          </p:nvSpPr>
          <p:spPr>
            <a:xfrm>
              <a:off x="5214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5" name="Google Shape;585;p26"/>
            <p:cNvSpPr/>
            <p:nvPr/>
          </p:nvSpPr>
          <p:spPr>
            <a:xfrm>
              <a:off x="6177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6" name="Google Shape;586;p26"/>
            <p:cNvSpPr/>
            <p:nvPr/>
          </p:nvSpPr>
          <p:spPr>
            <a:xfrm>
              <a:off x="7140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7" name="Google Shape;587;p26"/>
            <p:cNvSpPr/>
            <p:nvPr/>
          </p:nvSpPr>
          <p:spPr>
            <a:xfrm>
              <a:off x="6819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8" name="Google Shape;588;p26"/>
            <p:cNvSpPr/>
            <p:nvPr/>
          </p:nvSpPr>
          <p:spPr>
            <a:xfrm>
              <a:off x="6498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89" name="Google Shape;589;p26"/>
            <p:cNvSpPr/>
            <p:nvPr/>
          </p:nvSpPr>
          <p:spPr>
            <a:xfrm>
              <a:off x="7461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0" name="Google Shape;590;p26"/>
            <p:cNvSpPr/>
            <p:nvPr/>
          </p:nvSpPr>
          <p:spPr>
            <a:xfrm>
              <a:off x="8103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1" name="Google Shape;591;p26"/>
            <p:cNvSpPr/>
            <p:nvPr/>
          </p:nvSpPr>
          <p:spPr>
            <a:xfrm>
              <a:off x="7782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2" name="Google Shape;592;p26"/>
            <p:cNvSpPr/>
            <p:nvPr/>
          </p:nvSpPr>
          <p:spPr>
            <a:xfrm>
              <a:off x="8424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3" name="Google Shape;593;p26"/>
            <p:cNvSpPr/>
            <p:nvPr/>
          </p:nvSpPr>
          <p:spPr>
            <a:xfrm>
              <a:off x="8745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4" name="Google Shape;594;p26"/>
            <p:cNvSpPr/>
            <p:nvPr/>
          </p:nvSpPr>
          <p:spPr>
            <a:xfrm>
              <a:off x="399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5" name="Google Shape;595;p26"/>
            <p:cNvSpPr/>
            <p:nvPr/>
          </p:nvSpPr>
          <p:spPr>
            <a:xfrm>
              <a:off x="78000" y="48220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6" name="Google Shape;596;p26"/>
            <p:cNvSpPr/>
            <p:nvPr/>
          </p:nvSpPr>
          <p:spPr>
            <a:xfrm>
              <a:off x="1041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7" name="Google Shape;597;p26"/>
            <p:cNvSpPr/>
            <p:nvPr/>
          </p:nvSpPr>
          <p:spPr>
            <a:xfrm>
              <a:off x="2004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8" name="Google Shape;598;p26"/>
            <p:cNvSpPr/>
            <p:nvPr/>
          </p:nvSpPr>
          <p:spPr>
            <a:xfrm>
              <a:off x="1683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599" name="Google Shape;599;p26"/>
            <p:cNvSpPr/>
            <p:nvPr/>
          </p:nvSpPr>
          <p:spPr>
            <a:xfrm>
              <a:off x="1362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0" name="Google Shape;600;p26"/>
            <p:cNvSpPr/>
            <p:nvPr/>
          </p:nvSpPr>
          <p:spPr>
            <a:xfrm>
              <a:off x="2325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1" name="Google Shape;601;p26"/>
            <p:cNvSpPr/>
            <p:nvPr/>
          </p:nvSpPr>
          <p:spPr>
            <a:xfrm>
              <a:off x="3288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2" name="Google Shape;602;p26"/>
            <p:cNvSpPr/>
            <p:nvPr/>
          </p:nvSpPr>
          <p:spPr>
            <a:xfrm>
              <a:off x="2967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3" name="Google Shape;603;p26"/>
            <p:cNvSpPr/>
            <p:nvPr/>
          </p:nvSpPr>
          <p:spPr>
            <a:xfrm>
              <a:off x="2646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4" name="Google Shape;604;p26"/>
            <p:cNvSpPr/>
            <p:nvPr/>
          </p:nvSpPr>
          <p:spPr>
            <a:xfrm>
              <a:off x="3609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5" name="Google Shape;605;p26"/>
            <p:cNvSpPr/>
            <p:nvPr/>
          </p:nvSpPr>
          <p:spPr>
            <a:xfrm>
              <a:off x="4572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6" name="Google Shape;606;p26"/>
            <p:cNvSpPr/>
            <p:nvPr/>
          </p:nvSpPr>
          <p:spPr>
            <a:xfrm>
              <a:off x="4251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7" name="Google Shape;607;p26"/>
            <p:cNvSpPr/>
            <p:nvPr/>
          </p:nvSpPr>
          <p:spPr>
            <a:xfrm>
              <a:off x="3930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8" name="Google Shape;608;p26"/>
            <p:cNvSpPr/>
            <p:nvPr/>
          </p:nvSpPr>
          <p:spPr>
            <a:xfrm>
              <a:off x="4893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09" name="Google Shape;609;p26"/>
            <p:cNvSpPr/>
            <p:nvPr/>
          </p:nvSpPr>
          <p:spPr>
            <a:xfrm>
              <a:off x="5856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0" name="Google Shape;610;p26"/>
            <p:cNvSpPr/>
            <p:nvPr/>
          </p:nvSpPr>
          <p:spPr>
            <a:xfrm>
              <a:off x="5535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1" name="Google Shape;611;p26"/>
            <p:cNvSpPr/>
            <p:nvPr/>
          </p:nvSpPr>
          <p:spPr>
            <a:xfrm>
              <a:off x="5214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2" name="Google Shape;612;p26"/>
            <p:cNvSpPr/>
            <p:nvPr/>
          </p:nvSpPr>
          <p:spPr>
            <a:xfrm>
              <a:off x="6177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3" name="Google Shape;613;p26"/>
            <p:cNvSpPr/>
            <p:nvPr/>
          </p:nvSpPr>
          <p:spPr>
            <a:xfrm>
              <a:off x="7140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4" name="Google Shape;614;p26"/>
            <p:cNvSpPr/>
            <p:nvPr/>
          </p:nvSpPr>
          <p:spPr>
            <a:xfrm>
              <a:off x="6819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5" name="Google Shape;615;p26"/>
            <p:cNvSpPr/>
            <p:nvPr/>
          </p:nvSpPr>
          <p:spPr>
            <a:xfrm>
              <a:off x="6498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6" name="Google Shape;616;p26"/>
            <p:cNvSpPr/>
            <p:nvPr/>
          </p:nvSpPr>
          <p:spPr>
            <a:xfrm>
              <a:off x="7461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7" name="Google Shape;617;p26"/>
            <p:cNvSpPr/>
            <p:nvPr/>
          </p:nvSpPr>
          <p:spPr>
            <a:xfrm>
              <a:off x="8103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8" name="Google Shape;618;p26"/>
            <p:cNvSpPr/>
            <p:nvPr/>
          </p:nvSpPr>
          <p:spPr>
            <a:xfrm>
              <a:off x="7782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19" name="Google Shape;619;p26"/>
            <p:cNvSpPr/>
            <p:nvPr/>
          </p:nvSpPr>
          <p:spPr>
            <a:xfrm>
              <a:off x="8424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0" name="Google Shape;620;p26"/>
            <p:cNvSpPr/>
            <p:nvPr/>
          </p:nvSpPr>
          <p:spPr>
            <a:xfrm>
              <a:off x="8745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1" name="Google Shape;621;p26"/>
            <p:cNvSpPr/>
            <p:nvPr/>
          </p:nvSpPr>
          <p:spPr>
            <a:xfrm>
              <a:off x="399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2" name="Google Shape;622;p26"/>
            <p:cNvSpPr/>
            <p:nvPr/>
          </p:nvSpPr>
          <p:spPr>
            <a:xfrm>
              <a:off x="78000" y="321449"/>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3" name="Google Shape;623;p26"/>
            <p:cNvSpPr/>
            <p:nvPr/>
          </p:nvSpPr>
          <p:spPr>
            <a:xfrm>
              <a:off x="1041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4" name="Google Shape;624;p26"/>
            <p:cNvSpPr/>
            <p:nvPr/>
          </p:nvSpPr>
          <p:spPr>
            <a:xfrm>
              <a:off x="2004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5" name="Google Shape;625;p26"/>
            <p:cNvSpPr/>
            <p:nvPr/>
          </p:nvSpPr>
          <p:spPr>
            <a:xfrm>
              <a:off x="1683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6" name="Google Shape;626;p26"/>
            <p:cNvSpPr/>
            <p:nvPr/>
          </p:nvSpPr>
          <p:spPr>
            <a:xfrm>
              <a:off x="1362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7" name="Google Shape;627;p26"/>
            <p:cNvSpPr/>
            <p:nvPr/>
          </p:nvSpPr>
          <p:spPr>
            <a:xfrm>
              <a:off x="2325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8" name="Google Shape;628;p26"/>
            <p:cNvSpPr/>
            <p:nvPr/>
          </p:nvSpPr>
          <p:spPr>
            <a:xfrm>
              <a:off x="3288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29" name="Google Shape;629;p26"/>
            <p:cNvSpPr/>
            <p:nvPr/>
          </p:nvSpPr>
          <p:spPr>
            <a:xfrm>
              <a:off x="2967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0" name="Google Shape;630;p26"/>
            <p:cNvSpPr/>
            <p:nvPr/>
          </p:nvSpPr>
          <p:spPr>
            <a:xfrm>
              <a:off x="2646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1" name="Google Shape;631;p26"/>
            <p:cNvSpPr/>
            <p:nvPr/>
          </p:nvSpPr>
          <p:spPr>
            <a:xfrm>
              <a:off x="3609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2" name="Google Shape;632;p26"/>
            <p:cNvSpPr/>
            <p:nvPr/>
          </p:nvSpPr>
          <p:spPr>
            <a:xfrm>
              <a:off x="4572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3" name="Google Shape;633;p26"/>
            <p:cNvSpPr/>
            <p:nvPr/>
          </p:nvSpPr>
          <p:spPr>
            <a:xfrm>
              <a:off x="4251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4" name="Google Shape;634;p26"/>
            <p:cNvSpPr/>
            <p:nvPr/>
          </p:nvSpPr>
          <p:spPr>
            <a:xfrm>
              <a:off x="3930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5" name="Google Shape;635;p26"/>
            <p:cNvSpPr/>
            <p:nvPr/>
          </p:nvSpPr>
          <p:spPr>
            <a:xfrm>
              <a:off x="4893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6" name="Google Shape;636;p26"/>
            <p:cNvSpPr/>
            <p:nvPr/>
          </p:nvSpPr>
          <p:spPr>
            <a:xfrm>
              <a:off x="5856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7" name="Google Shape;637;p26"/>
            <p:cNvSpPr/>
            <p:nvPr/>
          </p:nvSpPr>
          <p:spPr>
            <a:xfrm>
              <a:off x="5535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8" name="Google Shape;638;p26"/>
            <p:cNvSpPr/>
            <p:nvPr/>
          </p:nvSpPr>
          <p:spPr>
            <a:xfrm>
              <a:off x="5214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39" name="Google Shape;639;p26"/>
            <p:cNvSpPr/>
            <p:nvPr/>
          </p:nvSpPr>
          <p:spPr>
            <a:xfrm>
              <a:off x="6177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0" name="Google Shape;640;p26"/>
            <p:cNvSpPr/>
            <p:nvPr/>
          </p:nvSpPr>
          <p:spPr>
            <a:xfrm>
              <a:off x="7140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1" name="Google Shape;641;p26"/>
            <p:cNvSpPr/>
            <p:nvPr/>
          </p:nvSpPr>
          <p:spPr>
            <a:xfrm>
              <a:off x="6819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2" name="Google Shape;642;p26"/>
            <p:cNvSpPr/>
            <p:nvPr/>
          </p:nvSpPr>
          <p:spPr>
            <a:xfrm>
              <a:off x="6498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3" name="Google Shape;643;p26"/>
            <p:cNvSpPr/>
            <p:nvPr/>
          </p:nvSpPr>
          <p:spPr>
            <a:xfrm>
              <a:off x="7461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4" name="Google Shape;644;p26"/>
            <p:cNvSpPr/>
            <p:nvPr/>
          </p:nvSpPr>
          <p:spPr>
            <a:xfrm>
              <a:off x="8103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5" name="Google Shape;645;p26"/>
            <p:cNvSpPr/>
            <p:nvPr/>
          </p:nvSpPr>
          <p:spPr>
            <a:xfrm>
              <a:off x="7782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6" name="Google Shape;646;p26"/>
            <p:cNvSpPr/>
            <p:nvPr/>
          </p:nvSpPr>
          <p:spPr>
            <a:xfrm>
              <a:off x="8424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7" name="Google Shape;647;p26"/>
            <p:cNvSpPr/>
            <p:nvPr/>
          </p:nvSpPr>
          <p:spPr>
            <a:xfrm>
              <a:off x="8745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8" name="Google Shape;648;p26"/>
            <p:cNvSpPr/>
            <p:nvPr/>
          </p:nvSpPr>
          <p:spPr>
            <a:xfrm>
              <a:off x="399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49" name="Google Shape;649;p26"/>
            <p:cNvSpPr/>
            <p:nvPr/>
          </p:nvSpPr>
          <p:spPr>
            <a:xfrm>
              <a:off x="78000" y="-1"/>
              <a:ext cx="321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0" name="Google Shape;650;p26"/>
            <p:cNvSpPr/>
            <p:nvPr/>
          </p:nvSpPr>
          <p:spPr>
            <a:xfrm>
              <a:off x="9066000" y="642938"/>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1" name="Google Shape;651;p26"/>
            <p:cNvSpPr/>
            <p:nvPr/>
          </p:nvSpPr>
          <p:spPr>
            <a:xfrm>
              <a:off x="9066000" y="964425"/>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2" name="Google Shape;652;p26"/>
            <p:cNvSpPr/>
            <p:nvPr/>
          </p:nvSpPr>
          <p:spPr>
            <a:xfrm>
              <a:off x="9066000" y="1285863"/>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3" name="Google Shape;653;p26"/>
            <p:cNvSpPr/>
            <p:nvPr/>
          </p:nvSpPr>
          <p:spPr>
            <a:xfrm>
              <a:off x="9066000" y="1607363"/>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4" name="Google Shape;654;p26"/>
            <p:cNvSpPr/>
            <p:nvPr/>
          </p:nvSpPr>
          <p:spPr>
            <a:xfrm>
              <a:off x="9066000" y="1928825"/>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5" name="Google Shape;655;p26"/>
            <p:cNvSpPr/>
            <p:nvPr/>
          </p:nvSpPr>
          <p:spPr>
            <a:xfrm>
              <a:off x="9066000" y="2250288"/>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6" name="Google Shape;656;p26"/>
            <p:cNvSpPr/>
            <p:nvPr/>
          </p:nvSpPr>
          <p:spPr>
            <a:xfrm>
              <a:off x="9066000" y="25717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7" name="Google Shape;657;p26"/>
            <p:cNvSpPr/>
            <p:nvPr/>
          </p:nvSpPr>
          <p:spPr>
            <a:xfrm>
              <a:off x="9066000" y="2893213"/>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8" name="Google Shape;658;p26"/>
            <p:cNvSpPr/>
            <p:nvPr/>
          </p:nvSpPr>
          <p:spPr>
            <a:xfrm>
              <a:off x="9066000" y="321470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59" name="Google Shape;659;p26"/>
            <p:cNvSpPr/>
            <p:nvPr/>
          </p:nvSpPr>
          <p:spPr>
            <a:xfrm>
              <a:off x="9066000" y="35361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0" name="Google Shape;660;p26"/>
            <p:cNvSpPr/>
            <p:nvPr/>
          </p:nvSpPr>
          <p:spPr>
            <a:xfrm>
              <a:off x="9066000" y="3857613"/>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1" name="Google Shape;661;p26"/>
            <p:cNvSpPr/>
            <p:nvPr/>
          </p:nvSpPr>
          <p:spPr>
            <a:xfrm>
              <a:off x="9066000" y="417910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2" name="Google Shape;662;p26"/>
            <p:cNvSpPr/>
            <p:nvPr/>
          </p:nvSpPr>
          <p:spPr>
            <a:xfrm>
              <a:off x="9066000" y="45005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3" name="Google Shape;663;p26"/>
            <p:cNvSpPr/>
            <p:nvPr/>
          </p:nvSpPr>
          <p:spPr>
            <a:xfrm>
              <a:off x="9066000" y="48220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4" name="Google Shape;664;p26"/>
            <p:cNvSpPr/>
            <p:nvPr/>
          </p:nvSpPr>
          <p:spPr>
            <a:xfrm>
              <a:off x="9066000" y="3214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5" name="Google Shape;665;p26"/>
            <p:cNvSpPr/>
            <p:nvPr/>
          </p:nvSpPr>
          <p:spPr>
            <a:xfrm>
              <a:off x="9066000" y="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6" name="Google Shape;666;p26"/>
            <p:cNvSpPr/>
            <p:nvPr/>
          </p:nvSpPr>
          <p:spPr>
            <a:xfrm>
              <a:off x="0" y="642938"/>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7" name="Google Shape;667;p26"/>
            <p:cNvSpPr/>
            <p:nvPr/>
          </p:nvSpPr>
          <p:spPr>
            <a:xfrm>
              <a:off x="0" y="964425"/>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8" name="Google Shape;668;p26"/>
            <p:cNvSpPr/>
            <p:nvPr/>
          </p:nvSpPr>
          <p:spPr>
            <a:xfrm>
              <a:off x="0" y="1285863"/>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69" name="Google Shape;669;p26"/>
            <p:cNvSpPr/>
            <p:nvPr/>
          </p:nvSpPr>
          <p:spPr>
            <a:xfrm>
              <a:off x="0" y="1607363"/>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0" name="Google Shape;670;p26"/>
            <p:cNvSpPr/>
            <p:nvPr/>
          </p:nvSpPr>
          <p:spPr>
            <a:xfrm>
              <a:off x="0" y="1928825"/>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1" name="Google Shape;671;p26"/>
            <p:cNvSpPr/>
            <p:nvPr/>
          </p:nvSpPr>
          <p:spPr>
            <a:xfrm>
              <a:off x="0" y="2250288"/>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2" name="Google Shape;672;p26"/>
            <p:cNvSpPr/>
            <p:nvPr/>
          </p:nvSpPr>
          <p:spPr>
            <a:xfrm>
              <a:off x="0" y="25717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3" name="Google Shape;673;p26"/>
            <p:cNvSpPr/>
            <p:nvPr/>
          </p:nvSpPr>
          <p:spPr>
            <a:xfrm>
              <a:off x="0" y="2893213"/>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4" name="Google Shape;674;p26"/>
            <p:cNvSpPr/>
            <p:nvPr/>
          </p:nvSpPr>
          <p:spPr>
            <a:xfrm>
              <a:off x="0" y="321470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5" name="Google Shape;675;p26"/>
            <p:cNvSpPr/>
            <p:nvPr/>
          </p:nvSpPr>
          <p:spPr>
            <a:xfrm>
              <a:off x="0" y="35361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6" name="Google Shape;676;p26"/>
            <p:cNvSpPr/>
            <p:nvPr/>
          </p:nvSpPr>
          <p:spPr>
            <a:xfrm>
              <a:off x="0" y="3857613"/>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7" name="Google Shape;677;p26"/>
            <p:cNvSpPr/>
            <p:nvPr/>
          </p:nvSpPr>
          <p:spPr>
            <a:xfrm>
              <a:off x="0" y="417910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8" name="Google Shape;678;p26"/>
            <p:cNvSpPr/>
            <p:nvPr/>
          </p:nvSpPr>
          <p:spPr>
            <a:xfrm>
              <a:off x="0" y="45005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79" name="Google Shape;679;p26"/>
            <p:cNvSpPr/>
            <p:nvPr/>
          </p:nvSpPr>
          <p:spPr>
            <a:xfrm>
              <a:off x="0" y="48220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80" name="Google Shape;680;p26"/>
            <p:cNvSpPr/>
            <p:nvPr/>
          </p:nvSpPr>
          <p:spPr>
            <a:xfrm>
              <a:off x="0" y="32145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81" name="Google Shape;681;p26"/>
            <p:cNvSpPr/>
            <p:nvPr/>
          </p:nvSpPr>
          <p:spPr>
            <a:xfrm>
              <a:off x="0" y="0"/>
              <a:ext cx="78000" cy="321600"/>
            </a:xfrm>
            <a:prstGeom prst="rect">
              <a:avLst/>
            </a:prstGeom>
            <a:noFill/>
            <a:ln w="9525" cap="flat" cmpd="sng">
              <a:solidFill>
                <a:srgbClr val="E4E2DB">
                  <a:alpha val="69800"/>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sp>
        <p:nvSpPr>
          <p:cNvPr id="682" name="Google Shape;682;p26"/>
          <p:cNvSpPr/>
          <p:nvPr/>
        </p:nvSpPr>
        <p:spPr>
          <a:xfrm flipH="1">
            <a:off x="15564000" y="-2641268"/>
            <a:ext cx="4819800" cy="4820400"/>
          </a:xfrm>
          <a:prstGeom prst="ellipse">
            <a:avLst/>
          </a:prstGeom>
          <a:solidFill>
            <a:srgbClr val="018146"/>
          </a:solidFill>
          <a:ln>
            <a:noFill/>
          </a:ln>
        </p:spPr>
        <p:txBody>
          <a:bodyPr spcFirstLastPara="1" wrap="square" lIns="182850" tIns="182850" rIns="182850" bIns="182850"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83" name="Google Shape;683;p26"/>
          <p:cNvSpPr/>
          <p:nvPr/>
        </p:nvSpPr>
        <p:spPr>
          <a:xfrm>
            <a:off x="5657840" y="9028394"/>
            <a:ext cx="7386600" cy="3223200"/>
          </a:xfrm>
          <a:prstGeom prst="roundRect">
            <a:avLst>
              <a:gd name="adj" fmla="val 50000"/>
            </a:avLst>
          </a:prstGeom>
          <a:solidFill>
            <a:srgbClr val="018146"/>
          </a:solidFill>
          <a:ln>
            <a:noFill/>
          </a:ln>
        </p:spPr>
        <p:txBody>
          <a:bodyPr spcFirstLastPara="1" wrap="square" lIns="182850" tIns="182850" rIns="182850" bIns="182850"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nvGrpSpPr>
          <p:cNvPr id="684" name="Google Shape;684;p26"/>
          <p:cNvGrpSpPr/>
          <p:nvPr/>
        </p:nvGrpSpPr>
        <p:grpSpPr>
          <a:xfrm rot="10800000" flipH="1">
            <a:off x="-788240" y="-877894"/>
            <a:ext cx="8147200" cy="2047107"/>
            <a:chOff x="1073950" y="3718675"/>
            <a:chExt cx="4073600" cy="1023400"/>
          </a:xfrm>
        </p:grpSpPr>
        <p:sp>
          <p:nvSpPr>
            <p:cNvPr id="685" name="Google Shape;685;p26"/>
            <p:cNvSpPr/>
            <p:nvPr/>
          </p:nvSpPr>
          <p:spPr>
            <a:xfrm>
              <a:off x="1073950" y="3718675"/>
              <a:ext cx="4073600" cy="1023400"/>
            </a:xfrm>
            <a:custGeom>
              <a:avLst/>
              <a:gdLst/>
              <a:ahLst/>
              <a:cxnLst/>
              <a:rect l="l" t="t" r="r" b="b"/>
              <a:pathLst>
                <a:path w="162944" h="40936" extrusionOk="0">
                  <a:moveTo>
                    <a:pt x="4837" y="1"/>
                  </a:moveTo>
                  <a:lnTo>
                    <a:pt x="4357" y="41"/>
                  </a:lnTo>
                  <a:lnTo>
                    <a:pt x="3878" y="81"/>
                  </a:lnTo>
                  <a:lnTo>
                    <a:pt x="3398" y="201"/>
                  </a:lnTo>
                  <a:lnTo>
                    <a:pt x="2958" y="400"/>
                  </a:lnTo>
                  <a:lnTo>
                    <a:pt x="2519" y="600"/>
                  </a:lnTo>
                  <a:lnTo>
                    <a:pt x="2119" y="840"/>
                  </a:lnTo>
                  <a:lnTo>
                    <a:pt x="1759" y="1120"/>
                  </a:lnTo>
                  <a:lnTo>
                    <a:pt x="1399" y="1400"/>
                  </a:lnTo>
                  <a:lnTo>
                    <a:pt x="1119" y="1760"/>
                  </a:lnTo>
                  <a:lnTo>
                    <a:pt x="840" y="2119"/>
                  </a:lnTo>
                  <a:lnTo>
                    <a:pt x="600" y="2519"/>
                  </a:lnTo>
                  <a:lnTo>
                    <a:pt x="400" y="2959"/>
                  </a:lnTo>
                  <a:lnTo>
                    <a:pt x="200" y="3399"/>
                  </a:lnTo>
                  <a:lnTo>
                    <a:pt x="80" y="3878"/>
                  </a:lnTo>
                  <a:lnTo>
                    <a:pt x="40" y="4358"/>
                  </a:lnTo>
                  <a:lnTo>
                    <a:pt x="0" y="4838"/>
                  </a:lnTo>
                  <a:lnTo>
                    <a:pt x="0" y="36099"/>
                  </a:lnTo>
                  <a:lnTo>
                    <a:pt x="40" y="36579"/>
                  </a:lnTo>
                  <a:lnTo>
                    <a:pt x="80" y="37058"/>
                  </a:lnTo>
                  <a:lnTo>
                    <a:pt x="200" y="37538"/>
                  </a:lnTo>
                  <a:lnTo>
                    <a:pt x="400" y="37978"/>
                  </a:lnTo>
                  <a:lnTo>
                    <a:pt x="600" y="38418"/>
                  </a:lnTo>
                  <a:lnTo>
                    <a:pt x="840" y="38817"/>
                  </a:lnTo>
                  <a:lnTo>
                    <a:pt x="1119" y="39177"/>
                  </a:lnTo>
                  <a:lnTo>
                    <a:pt x="1399" y="39537"/>
                  </a:lnTo>
                  <a:lnTo>
                    <a:pt x="1759" y="39817"/>
                  </a:lnTo>
                  <a:lnTo>
                    <a:pt x="2119" y="40097"/>
                  </a:lnTo>
                  <a:lnTo>
                    <a:pt x="2519" y="40336"/>
                  </a:lnTo>
                  <a:lnTo>
                    <a:pt x="2958" y="40536"/>
                  </a:lnTo>
                  <a:lnTo>
                    <a:pt x="3398" y="40736"/>
                  </a:lnTo>
                  <a:lnTo>
                    <a:pt x="3878" y="40856"/>
                  </a:lnTo>
                  <a:lnTo>
                    <a:pt x="4357" y="40896"/>
                  </a:lnTo>
                  <a:lnTo>
                    <a:pt x="4837" y="40936"/>
                  </a:lnTo>
                  <a:lnTo>
                    <a:pt x="158106" y="40936"/>
                  </a:lnTo>
                  <a:lnTo>
                    <a:pt x="158586" y="40896"/>
                  </a:lnTo>
                  <a:lnTo>
                    <a:pt x="159065" y="40856"/>
                  </a:lnTo>
                  <a:lnTo>
                    <a:pt x="159545" y="40736"/>
                  </a:lnTo>
                  <a:lnTo>
                    <a:pt x="159985" y="40536"/>
                  </a:lnTo>
                  <a:lnTo>
                    <a:pt x="160425" y="40336"/>
                  </a:lnTo>
                  <a:lnTo>
                    <a:pt x="160824" y="40097"/>
                  </a:lnTo>
                  <a:lnTo>
                    <a:pt x="161184" y="39817"/>
                  </a:lnTo>
                  <a:lnTo>
                    <a:pt x="161544" y="39537"/>
                  </a:lnTo>
                  <a:lnTo>
                    <a:pt x="161824" y="39177"/>
                  </a:lnTo>
                  <a:lnTo>
                    <a:pt x="162104" y="38817"/>
                  </a:lnTo>
                  <a:lnTo>
                    <a:pt x="162343" y="38418"/>
                  </a:lnTo>
                  <a:lnTo>
                    <a:pt x="162543" y="37978"/>
                  </a:lnTo>
                  <a:lnTo>
                    <a:pt x="162743" y="37538"/>
                  </a:lnTo>
                  <a:lnTo>
                    <a:pt x="162863" y="37058"/>
                  </a:lnTo>
                  <a:lnTo>
                    <a:pt x="162903" y="36579"/>
                  </a:lnTo>
                  <a:lnTo>
                    <a:pt x="162943" y="36099"/>
                  </a:lnTo>
                  <a:lnTo>
                    <a:pt x="162943" y="4838"/>
                  </a:lnTo>
                  <a:lnTo>
                    <a:pt x="162903" y="4358"/>
                  </a:lnTo>
                  <a:lnTo>
                    <a:pt x="162863" y="3878"/>
                  </a:lnTo>
                  <a:lnTo>
                    <a:pt x="162743" y="3399"/>
                  </a:lnTo>
                  <a:lnTo>
                    <a:pt x="162543" y="2959"/>
                  </a:lnTo>
                  <a:lnTo>
                    <a:pt x="162343" y="2519"/>
                  </a:lnTo>
                  <a:lnTo>
                    <a:pt x="162104" y="2119"/>
                  </a:lnTo>
                  <a:lnTo>
                    <a:pt x="161824" y="1760"/>
                  </a:lnTo>
                  <a:lnTo>
                    <a:pt x="161544" y="1400"/>
                  </a:lnTo>
                  <a:lnTo>
                    <a:pt x="161184" y="1120"/>
                  </a:lnTo>
                  <a:lnTo>
                    <a:pt x="160824" y="840"/>
                  </a:lnTo>
                  <a:lnTo>
                    <a:pt x="160425" y="600"/>
                  </a:lnTo>
                  <a:lnTo>
                    <a:pt x="159985" y="400"/>
                  </a:lnTo>
                  <a:lnTo>
                    <a:pt x="159545" y="201"/>
                  </a:lnTo>
                  <a:lnTo>
                    <a:pt x="159065" y="81"/>
                  </a:lnTo>
                  <a:lnTo>
                    <a:pt x="158586" y="41"/>
                  </a:lnTo>
                  <a:lnTo>
                    <a:pt x="158106" y="1"/>
                  </a:lnTo>
                  <a:close/>
                </a:path>
              </a:pathLst>
            </a:custGeom>
            <a:solidFill>
              <a:schemeClr val="accent2"/>
            </a:solidFill>
            <a:ln w="9525" cap="flat" cmpd="sng">
              <a:solidFill>
                <a:schemeClr val="dk1"/>
              </a:solidFill>
              <a:prstDash val="solid"/>
              <a:round/>
              <a:headEnd type="none" w="sm" len="sm"/>
              <a:tailEnd type="none" w="sm" len="sm"/>
            </a:ln>
            <a:effectLst>
              <a:outerShdw dist="57150" dir="2640000" algn="bl" rotWithShape="0">
                <a:schemeClr val="dk1"/>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86" name="Google Shape;686;p26"/>
            <p:cNvSpPr/>
            <p:nvPr/>
          </p:nvSpPr>
          <p:spPr>
            <a:xfrm>
              <a:off x="1073950" y="3718675"/>
              <a:ext cx="4073600" cy="230900"/>
            </a:xfrm>
            <a:custGeom>
              <a:avLst/>
              <a:gdLst/>
              <a:ahLst/>
              <a:cxnLst/>
              <a:rect l="l" t="t" r="r" b="b"/>
              <a:pathLst>
                <a:path w="162944" h="9236" extrusionOk="0">
                  <a:moveTo>
                    <a:pt x="4837" y="1"/>
                  </a:moveTo>
                  <a:lnTo>
                    <a:pt x="4357" y="41"/>
                  </a:lnTo>
                  <a:lnTo>
                    <a:pt x="3878" y="81"/>
                  </a:lnTo>
                  <a:lnTo>
                    <a:pt x="3398" y="201"/>
                  </a:lnTo>
                  <a:lnTo>
                    <a:pt x="2958" y="400"/>
                  </a:lnTo>
                  <a:lnTo>
                    <a:pt x="2519" y="600"/>
                  </a:lnTo>
                  <a:lnTo>
                    <a:pt x="2119" y="840"/>
                  </a:lnTo>
                  <a:lnTo>
                    <a:pt x="1759" y="1120"/>
                  </a:lnTo>
                  <a:lnTo>
                    <a:pt x="1399" y="1400"/>
                  </a:lnTo>
                  <a:lnTo>
                    <a:pt x="1119" y="1760"/>
                  </a:lnTo>
                  <a:lnTo>
                    <a:pt x="840" y="2119"/>
                  </a:lnTo>
                  <a:lnTo>
                    <a:pt x="600" y="2519"/>
                  </a:lnTo>
                  <a:lnTo>
                    <a:pt x="400" y="2959"/>
                  </a:lnTo>
                  <a:lnTo>
                    <a:pt x="200" y="3399"/>
                  </a:lnTo>
                  <a:lnTo>
                    <a:pt x="80" y="3878"/>
                  </a:lnTo>
                  <a:lnTo>
                    <a:pt x="40" y="4358"/>
                  </a:lnTo>
                  <a:lnTo>
                    <a:pt x="0" y="4838"/>
                  </a:lnTo>
                  <a:lnTo>
                    <a:pt x="0" y="9235"/>
                  </a:lnTo>
                  <a:lnTo>
                    <a:pt x="162943" y="9235"/>
                  </a:lnTo>
                  <a:lnTo>
                    <a:pt x="162943" y="4838"/>
                  </a:lnTo>
                  <a:lnTo>
                    <a:pt x="162903" y="4358"/>
                  </a:lnTo>
                  <a:lnTo>
                    <a:pt x="162863" y="3878"/>
                  </a:lnTo>
                  <a:lnTo>
                    <a:pt x="162743" y="3399"/>
                  </a:lnTo>
                  <a:lnTo>
                    <a:pt x="162543" y="2959"/>
                  </a:lnTo>
                  <a:lnTo>
                    <a:pt x="162343" y="2519"/>
                  </a:lnTo>
                  <a:lnTo>
                    <a:pt x="162104" y="2119"/>
                  </a:lnTo>
                  <a:lnTo>
                    <a:pt x="161824" y="1760"/>
                  </a:lnTo>
                  <a:lnTo>
                    <a:pt x="161544" y="1400"/>
                  </a:lnTo>
                  <a:lnTo>
                    <a:pt x="161184" y="1120"/>
                  </a:lnTo>
                  <a:lnTo>
                    <a:pt x="160824" y="840"/>
                  </a:lnTo>
                  <a:lnTo>
                    <a:pt x="160425" y="600"/>
                  </a:lnTo>
                  <a:lnTo>
                    <a:pt x="159985" y="400"/>
                  </a:lnTo>
                  <a:lnTo>
                    <a:pt x="159545" y="201"/>
                  </a:lnTo>
                  <a:lnTo>
                    <a:pt x="159065" y="81"/>
                  </a:lnTo>
                  <a:lnTo>
                    <a:pt x="158586" y="41"/>
                  </a:lnTo>
                  <a:lnTo>
                    <a:pt x="158106" y="1"/>
                  </a:lnTo>
                  <a:close/>
                </a:path>
              </a:pathLst>
            </a:custGeom>
            <a:solidFill>
              <a:srgbClr val="EB1C2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grpSp>
        <p:nvGrpSpPr>
          <p:cNvPr id="687" name="Google Shape;687;p26"/>
          <p:cNvGrpSpPr/>
          <p:nvPr/>
        </p:nvGrpSpPr>
        <p:grpSpPr>
          <a:xfrm flipH="1">
            <a:off x="-2795128" y="6985080"/>
            <a:ext cx="5244509" cy="3416559"/>
            <a:chOff x="7686124" y="3128689"/>
            <a:chExt cx="2622254" cy="1708023"/>
          </a:xfrm>
        </p:grpSpPr>
        <p:grpSp>
          <p:nvGrpSpPr>
            <p:cNvPr id="688" name="Google Shape;688;p26"/>
            <p:cNvGrpSpPr/>
            <p:nvPr/>
          </p:nvGrpSpPr>
          <p:grpSpPr>
            <a:xfrm>
              <a:off x="7686124" y="3760914"/>
              <a:ext cx="1979304" cy="1075798"/>
              <a:chOff x="1073950" y="1380100"/>
              <a:chExt cx="1882900" cy="1023400"/>
            </a:xfrm>
          </p:grpSpPr>
          <p:sp>
            <p:nvSpPr>
              <p:cNvPr id="689" name="Google Shape;689;p26"/>
              <p:cNvSpPr/>
              <p:nvPr/>
            </p:nvSpPr>
            <p:spPr>
              <a:xfrm>
                <a:off x="1073950" y="1380100"/>
                <a:ext cx="1882900" cy="1023400"/>
              </a:xfrm>
              <a:custGeom>
                <a:avLst/>
                <a:gdLst/>
                <a:ahLst/>
                <a:cxnLst/>
                <a:rect l="l" t="t" r="r" b="b"/>
                <a:pathLst>
                  <a:path w="75316" h="40936"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w="9525" cap="flat" cmpd="sng">
                <a:solidFill>
                  <a:schemeClr val="dk1"/>
                </a:solidFill>
                <a:prstDash val="solid"/>
                <a:round/>
                <a:headEnd type="none" w="sm" len="sm"/>
                <a:tailEnd type="none" w="sm" len="sm"/>
              </a:ln>
              <a:effectLst>
                <a:outerShdw dist="57150" dir="2640000" algn="bl" rotWithShape="0">
                  <a:schemeClr val="dk1"/>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90" name="Google Shape;690;p26"/>
              <p:cNvSpPr/>
              <p:nvPr/>
            </p:nvSpPr>
            <p:spPr>
              <a:xfrm>
                <a:off x="1073950" y="1380100"/>
                <a:ext cx="1882900" cy="230875"/>
              </a:xfrm>
              <a:custGeom>
                <a:avLst/>
                <a:gdLst/>
                <a:ahLst/>
                <a:cxnLst/>
                <a:rect l="l" t="t" r="r" b="b"/>
                <a:pathLst>
                  <a:path w="75316" h="9235"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grpSp>
          <p:nvGrpSpPr>
            <p:cNvPr id="691" name="Google Shape;691;p26"/>
            <p:cNvGrpSpPr/>
            <p:nvPr/>
          </p:nvGrpSpPr>
          <p:grpSpPr>
            <a:xfrm>
              <a:off x="7986174" y="3428739"/>
              <a:ext cx="1979304" cy="1075798"/>
              <a:chOff x="1073950" y="1380100"/>
              <a:chExt cx="1882900" cy="1023400"/>
            </a:xfrm>
          </p:grpSpPr>
          <p:sp>
            <p:nvSpPr>
              <p:cNvPr id="692" name="Google Shape;692;p26"/>
              <p:cNvSpPr/>
              <p:nvPr/>
            </p:nvSpPr>
            <p:spPr>
              <a:xfrm>
                <a:off x="1073950" y="1380100"/>
                <a:ext cx="1882900" cy="1023400"/>
              </a:xfrm>
              <a:custGeom>
                <a:avLst/>
                <a:gdLst/>
                <a:ahLst/>
                <a:cxnLst/>
                <a:rect l="l" t="t" r="r" b="b"/>
                <a:pathLst>
                  <a:path w="75316" h="40936"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w="9525" cap="flat" cmpd="sng">
                <a:solidFill>
                  <a:schemeClr val="dk1"/>
                </a:solidFill>
                <a:prstDash val="solid"/>
                <a:round/>
                <a:headEnd type="none" w="sm" len="sm"/>
                <a:tailEnd type="none" w="sm" len="sm"/>
              </a:ln>
              <a:effectLst>
                <a:outerShdw dist="57150" dir="2640000" algn="bl" rotWithShape="0">
                  <a:schemeClr val="dk1"/>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93" name="Google Shape;693;p26"/>
              <p:cNvSpPr/>
              <p:nvPr/>
            </p:nvSpPr>
            <p:spPr>
              <a:xfrm>
                <a:off x="1073950" y="1380100"/>
                <a:ext cx="1882900" cy="230875"/>
              </a:xfrm>
              <a:custGeom>
                <a:avLst/>
                <a:gdLst/>
                <a:ahLst/>
                <a:cxnLst/>
                <a:rect l="l" t="t" r="r" b="b"/>
                <a:pathLst>
                  <a:path w="75316" h="9235"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01814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grpSp>
          <p:nvGrpSpPr>
            <p:cNvPr id="694" name="Google Shape;694;p26"/>
            <p:cNvGrpSpPr/>
            <p:nvPr/>
          </p:nvGrpSpPr>
          <p:grpSpPr>
            <a:xfrm>
              <a:off x="8329074" y="3128689"/>
              <a:ext cx="1979304" cy="1075798"/>
              <a:chOff x="1073950" y="1380100"/>
              <a:chExt cx="1882900" cy="1023400"/>
            </a:xfrm>
          </p:grpSpPr>
          <p:sp>
            <p:nvSpPr>
              <p:cNvPr id="695" name="Google Shape;695;p26"/>
              <p:cNvSpPr/>
              <p:nvPr/>
            </p:nvSpPr>
            <p:spPr>
              <a:xfrm>
                <a:off x="1073950" y="1380100"/>
                <a:ext cx="1882900" cy="1023400"/>
              </a:xfrm>
              <a:custGeom>
                <a:avLst/>
                <a:gdLst/>
                <a:ahLst/>
                <a:cxnLst/>
                <a:rect l="l" t="t" r="r" b="b"/>
                <a:pathLst>
                  <a:path w="75316" h="40936"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w="9525" cap="flat" cmpd="sng">
                <a:solidFill>
                  <a:schemeClr val="dk1"/>
                </a:solidFill>
                <a:prstDash val="solid"/>
                <a:round/>
                <a:headEnd type="none" w="sm" len="sm"/>
                <a:tailEnd type="none" w="sm" len="sm"/>
              </a:ln>
              <a:effectLst>
                <a:outerShdw dist="57150" dir="2640000" algn="bl" rotWithShape="0">
                  <a:schemeClr val="dk1"/>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96" name="Google Shape;696;p26"/>
              <p:cNvSpPr/>
              <p:nvPr/>
            </p:nvSpPr>
            <p:spPr>
              <a:xfrm>
                <a:off x="1073950" y="1380100"/>
                <a:ext cx="1882900" cy="230875"/>
              </a:xfrm>
              <a:custGeom>
                <a:avLst/>
                <a:gdLst/>
                <a:ahLst/>
                <a:cxnLst/>
                <a:rect l="l" t="t" r="r" b="b"/>
                <a:pathLst>
                  <a:path w="75316" h="9235"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EB1C2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grpSp>
      <p:grpSp>
        <p:nvGrpSpPr>
          <p:cNvPr id="697" name="Google Shape;697;p26"/>
          <p:cNvGrpSpPr/>
          <p:nvPr/>
        </p:nvGrpSpPr>
        <p:grpSpPr>
          <a:xfrm>
            <a:off x="16676575" y="4344566"/>
            <a:ext cx="3958609" cy="2151903"/>
            <a:chOff x="1073950" y="1380100"/>
            <a:chExt cx="1882900" cy="1023400"/>
          </a:xfrm>
        </p:grpSpPr>
        <p:sp>
          <p:nvSpPr>
            <p:cNvPr id="698" name="Google Shape;698;p26"/>
            <p:cNvSpPr/>
            <p:nvPr/>
          </p:nvSpPr>
          <p:spPr>
            <a:xfrm>
              <a:off x="1073950" y="1380100"/>
              <a:ext cx="1882900" cy="1023400"/>
            </a:xfrm>
            <a:custGeom>
              <a:avLst/>
              <a:gdLst/>
              <a:ahLst/>
              <a:cxnLst/>
              <a:rect l="l" t="t" r="r" b="b"/>
              <a:pathLst>
                <a:path w="75316" h="40936"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w="9525" cap="flat" cmpd="sng">
              <a:solidFill>
                <a:schemeClr val="dk1"/>
              </a:solidFill>
              <a:prstDash val="solid"/>
              <a:round/>
              <a:headEnd type="none" w="sm" len="sm"/>
              <a:tailEnd type="none" w="sm" len="sm"/>
            </a:ln>
            <a:effectLst>
              <a:outerShdw dist="57150" dir="2640000" algn="bl" rotWithShape="0">
                <a:schemeClr val="dk1"/>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699" name="Google Shape;699;p26"/>
            <p:cNvSpPr/>
            <p:nvPr/>
          </p:nvSpPr>
          <p:spPr>
            <a:xfrm>
              <a:off x="1073950" y="1380100"/>
              <a:ext cx="1882900" cy="230875"/>
            </a:xfrm>
            <a:custGeom>
              <a:avLst/>
              <a:gdLst/>
              <a:ahLst/>
              <a:cxnLst/>
              <a:rect l="l" t="t" r="r" b="b"/>
              <a:pathLst>
                <a:path w="75316" h="9235"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01814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grpSp>
        <p:nvGrpSpPr>
          <p:cNvPr id="700" name="Google Shape;700;p26"/>
          <p:cNvGrpSpPr/>
          <p:nvPr/>
        </p:nvGrpSpPr>
        <p:grpSpPr>
          <a:xfrm>
            <a:off x="17276675" y="3680113"/>
            <a:ext cx="3958609" cy="2151903"/>
            <a:chOff x="1073950" y="1380100"/>
            <a:chExt cx="1882900" cy="1023400"/>
          </a:xfrm>
        </p:grpSpPr>
        <p:sp>
          <p:nvSpPr>
            <p:cNvPr id="701" name="Google Shape;701;p26"/>
            <p:cNvSpPr/>
            <p:nvPr/>
          </p:nvSpPr>
          <p:spPr>
            <a:xfrm>
              <a:off x="1073950" y="1380100"/>
              <a:ext cx="1882900" cy="1023400"/>
            </a:xfrm>
            <a:custGeom>
              <a:avLst/>
              <a:gdLst/>
              <a:ahLst/>
              <a:cxnLst/>
              <a:rect l="l" t="t" r="r" b="b"/>
              <a:pathLst>
                <a:path w="75316" h="40936"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w="9525" cap="flat" cmpd="sng">
              <a:solidFill>
                <a:schemeClr val="dk1"/>
              </a:solidFill>
              <a:prstDash val="solid"/>
              <a:round/>
              <a:headEnd type="none" w="sm" len="sm"/>
              <a:tailEnd type="none" w="sm" len="sm"/>
            </a:ln>
            <a:effectLst>
              <a:outerShdw dist="57150" dir="2640000" algn="bl" rotWithShape="0">
                <a:schemeClr val="dk1"/>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702" name="Google Shape;702;p26"/>
            <p:cNvSpPr/>
            <p:nvPr/>
          </p:nvSpPr>
          <p:spPr>
            <a:xfrm>
              <a:off x="1073950" y="1380100"/>
              <a:ext cx="1882900" cy="230875"/>
            </a:xfrm>
            <a:custGeom>
              <a:avLst/>
              <a:gdLst/>
              <a:ahLst/>
              <a:cxnLst/>
              <a:rect l="l" t="t" r="r" b="b"/>
              <a:pathLst>
                <a:path w="75316" h="9235" extrusionOk="0">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EB1C2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grpSp>
        <p:nvGrpSpPr>
          <p:cNvPr id="703" name="Google Shape;703;p26"/>
          <p:cNvGrpSpPr/>
          <p:nvPr/>
        </p:nvGrpSpPr>
        <p:grpSpPr>
          <a:xfrm>
            <a:off x="14508833" y="8482378"/>
            <a:ext cx="6610261" cy="4315360"/>
            <a:chOff x="5351400" y="1380100"/>
            <a:chExt cx="2866300" cy="1870875"/>
          </a:xfrm>
        </p:grpSpPr>
        <p:sp>
          <p:nvSpPr>
            <p:cNvPr id="704" name="Google Shape;704;p26"/>
            <p:cNvSpPr/>
            <p:nvPr/>
          </p:nvSpPr>
          <p:spPr>
            <a:xfrm>
              <a:off x="5351400" y="1380100"/>
              <a:ext cx="2866300" cy="1870875"/>
            </a:xfrm>
            <a:custGeom>
              <a:avLst/>
              <a:gdLst/>
              <a:ahLst/>
              <a:cxnLst/>
              <a:rect l="l" t="t" r="r" b="b"/>
              <a:pathLst>
                <a:path w="114652" h="74835" extrusionOk="0">
                  <a:moveTo>
                    <a:pt x="4837" y="0"/>
                  </a:moveTo>
                  <a:lnTo>
                    <a:pt x="4358" y="40"/>
                  </a:lnTo>
                  <a:lnTo>
                    <a:pt x="3878" y="80"/>
                  </a:lnTo>
                  <a:lnTo>
                    <a:pt x="3398" y="200"/>
                  </a:lnTo>
                  <a:lnTo>
                    <a:pt x="2958" y="400"/>
                  </a:lnTo>
                  <a:lnTo>
                    <a:pt x="2519" y="600"/>
                  </a:lnTo>
                  <a:lnTo>
                    <a:pt x="2119" y="839"/>
                  </a:lnTo>
                  <a:lnTo>
                    <a:pt x="1759" y="1119"/>
                  </a:lnTo>
                  <a:lnTo>
                    <a:pt x="1399" y="1399"/>
                  </a:lnTo>
                  <a:lnTo>
                    <a:pt x="1120" y="1759"/>
                  </a:lnTo>
                  <a:lnTo>
                    <a:pt x="840" y="2119"/>
                  </a:lnTo>
                  <a:lnTo>
                    <a:pt x="600" y="2518"/>
                  </a:lnTo>
                  <a:lnTo>
                    <a:pt x="400" y="2958"/>
                  </a:lnTo>
                  <a:lnTo>
                    <a:pt x="200" y="3398"/>
                  </a:lnTo>
                  <a:lnTo>
                    <a:pt x="80" y="3878"/>
                  </a:lnTo>
                  <a:lnTo>
                    <a:pt x="40" y="4357"/>
                  </a:lnTo>
                  <a:lnTo>
                    <a:pt x="0" y="4837"/>
                  </a:lnTo>
                  <a:lnTo>
                    <a:pt x="0" y="69998"/>
                  </a:lnTo>
                  <a:lnTo>
                    <a:pt x="40" y="70478"/>
                  </a:lnTo>
                  <a:lnTo>
                    <a:pt x="80" y="70957"/>
                  </a:lnTo>
                  <a:lnTo>
                    <a:pt x="200" y="71437"/>
                  </a:lnTo>
                  <a:lnTo>
                    <a:pt x="400" y="71877"/>
                  </a:lnTo>
                  <a:lnTo>
                    <a:pt x="600" y="72316"/>
                  </a:lnTo>
                  <a:lnTo>
                    <a:pt x="840" y="72716"/>
                  </a:lnTo>
                  <a:lnTo>
                    <a:pt x="1120" y="73076"/>
                  </a:lnTo>
                  <a:lnTo>
                    <a:pt x="1399" y="73436"/>
                  </a:lnTo>
                  <a:lnTo>
                    <a:pt x="1759" y="73716"/>
                  </a:lnTo>
                  <a:lnTo>
                    <a:pt x="2119" y="73995"/>
                  </a:lnTo>
                  <a:lnTo>
                    <a:pt x="2519" y="74235"/>
                  </a:lnTo>
                  <a:lnTo>
                    <a:pt x="2958" y="74435"/>
                  </a:lnTo>
                  <a:lnTo>
                    <a:pt x="3398" y="74635"/>
                  </a:lnTo>
                  <a:lnTo>
                    <a:pt x="3878" y="74755"/>
                  </a:lnTo>
                  <a:lnTo>
                    <a:pt x="4358" y="74795"/>
                  </a:lnTo>
                  <a:lnTo>
                    <a:pt x="4837" y="74835"/>
                  </a:lnTo>
                  <a:lnTo>
                    <a:pt x="109815" y="74835"/>
                  </a:lnTo>
                  <a:lnTo>
                    <a:pt x="110295" y="74795"/>
                  </a:lnTo>
                  <a:lnTo>
                    <a:pt x="110774" y="74755"/>
                  </a:lnTo>
                  <a:lnTo>
                    <a:pt x="111254" y="74635"/>
                  </a:lnTo>
                  <a:lnTo>
                    <a:pt x="111694" y="74435"/>
                  </a:lnTo>
                  <a:lnTo>
                    <a:pt x="112134" y="74235"/>
                  </a:lnTo>
                  <a:lnTo>
                    <a:pt x="112533" y="73995"/>
                  </a:lnTo>
                  <a:lnTo>
                    <a:pt x="112893" y="73716"/>
                  </a:lnTo>
                  <a:lnTo>
                    <a:pt x="113253" y="73436"/>
                  </a:lnTo>
                  <a:lnTo>
                    <a:pt x="113533" y="73076"/>
                  </a:lnTo>
                  <a:lnTo>
                    <a:pt x="113813" y="72716"/>
                  </a:lnTo>
                  <a:lnTo>
                    <a:pt x="114052" y="72316"/>
                  </a:lnTo>
                  <a:lnTo>
                    <a:pt x="114252" y="71877"/>
                  </a:lnTo>
                  <a:lnTo>
                    <a:pt x="114452" y="71437"/>
                  </a:lnTo>
                  <a:lnTo>
                    <a:pt x="114572" y="70957"/>
                  </a:lnTo>
                  <a:lnTo>
                    <a:pt x="114612" y="70478"/>
                  </a:lnTo>
                  <a:lnTo>
                    <a:pt x="114652" y="69998"/>
                  </a:lnTo>
                  <a:lnTo>
                    <a:pt x="114652" y="4837"/>
                  </a:lnTo>
                  <a:lnTo>
                    <a:pt x="114612" y="4357"/>
                  </a:lnTo>
                  <a:lnTo>
                    <a:pt x="114572" y="3878"/>
                  </a:lnTo>
                  <a:lnTo>
                    <a:pt x="114452" y="3398"/>
                  </a:lnTo>
                  <a:lnTo>
                    <a:pt x="114252" y="2958"/>
                  </a:lnTo>
                  <a:lnTo>
                    <a:pt x="114052" y="2518"/>
                  </a:lnTo>
                  <a:lnTo>
                    <a:pt x="113813" y="2119"/>
                  </a:lnTo>
                  <a:lnTo>
                    <a:pt x="113533" y="1759"/>
                  </a:lnTo>
                  <a:lnTo>
                    <a:pt x="113253" y="1399"/>
                  </a:lnTo>
                  <a:lnTo>
                    <a:pt x="112893" y="1119"/>
                  </a:lnTo>
                  <a:lnTo>
                    <a:pt x="112533" y="839"/>
                  </a:lnTo>
                  <a:lnTo>
                    <a:pt x="112134" y="600"/>
                  </a:lnTo>
                  <a:lnTo>
                    <a:pt x="111694" y="400"/>
                  </a:lnTo>
                  <a:lnTo>
                    <a:pt x="111254" y="200"/>
                  </a:lnTo>
                  <a:lnTo>
                    <a:pt x="110774" y="80"/>
                  </a:lnTo>
                  <a:lnTo>
                    <a:pt x="110295" y="40"/>
                  </a:lnTo>
                  <a:lnTo>
                    <a:pt x="109815" y="0"/>
                  </a:lnTo>
                  <a:close/>
                </a:path>
              </a:pathLst>
            </a:custGeom>
            <a:solidFill>
              <a:schemeClr val="accent2"/>
            </a:solidFill>
            <a:ln w="9525" cap="flat" cmpd="sng">
              <a:solidFill>
                <a:schemeClr val="dk1"/>
              </a:solidFill>
              <a:prstDash val="solid"/>
              <a:round/>
              <a:headEnd type="none" w="sm" len="sm"/>
              <a:tailEnd type="none" w="sm" len="sm"/>
            </a:ln>
            <a:effectLst>
              <a:outerShdw dist="57150" dir="2640000" algn="bl" rotWithShape="0">
                <a:schemeClr val="dk1"/>
              </a:outerShdw>
            </a:effectLst>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sp>
          <p:nvSpPr>
            <p:cNvPr id="705" name="Google Shape;705;p26"/>
            <p:cNvSpPr/>
            <p:nvPr/>
          </p:nvSpPr>
          <p:spPr>
            <a:xfrm>
              <a:off x="5351400" y="1380100"/>
              <a:ext cx="2866300" cy="230875"/>
            </a:xfrm>
            <a:custGeom>
              <a:avLst/>
              <a:gdLst/>
              <a:ahLst/>
              <a:cxnLst/>
              <a:rect l="l" t="t" r="r" b="b"/>
              <a:pathLst>
                <a:path w="114652" h="9235" extrusionOk="0">
                  <a:moveTo>
                    <a:pt x="4837" y="0"/>
                  </a:moveTo>
                  <a:lnTo>
                    <a:pt x="4358" y="40"/>
                  </a:lnTo>
                  <a:lnTo>
                    <a:pt x="3878" y="80"/>
                  </a:lnTo>
                  <a:lnTo>
                    <a:pt x="3398" y="200"/>
                  </a:lnTo>
                  <a:lnTo>
                    <a:pt x="2958" y="400"/>
                  </a:lnTo>
                  <a:lnTo>
                    <a:pt x="2519" y="600"/>
                  </a:lnTo>
                  <a:lnTo>
                    <a:pt x="2119" y="839"/>
                  </a:lnTo>
                  <a:lnTo>
                    <a:pt x="1759" y="1119"/>
                  </a:lnTo>
                  <a:lnTo>
                    <a:pt x="1399" y="1399"/>
                  </a:lnTo>
                  <a:lnTo>
                    <a:pt x="1120" y="1759"/>
                  </a:lnTo>
                  <a:lnTo>
                    <a:pt x="840" y="2119"/>
                  </a:lnTo>
                  <a:lnTo>
                    <a:pt x="600" y="2518"/>
                  </a:lnTo>
                  <a:lnTo>
                    <a:pt x="400" y="2958"/>
                  </a:lnTo>
                  <a:lnTo>
                    <a:pt x="200" y="3398"/>
                  </a:lnTo>
                  <a:lnTo>
                    <a:pt x="80" y="3878"/>
                  </a:lnTo>
                  <a:lnTo>
                    <a:pt x="40" y="4357"/>
                  </a:lnTo>
                  <a:lnTo>
                    <a:pt x="0" y="4837"/>
                  </a:lnTo>
                  <a:lnTo>
                    <a:pt x="0" y="9234"/>
                  </a:lnTo>
                  <a:lnTo>
                    <a:pt x="114652" y="9234"/>
                  </a:lnTo>
                  <a:lnTo>
                    <a:pt x="114652" y="4837"/>
                  </a:lnTo>
                  <a:lnTo>
                    <a:pt x="114612" y="4357"/>
                  </a:lnTo>
                  <a:lnTo>
                    <a:pt x="114572" y="3878"/>
                  </a:lnTo>
                  <a:lnTo>
                    <a:pt x="114452" y="3398"/>
                  </a:lnTo>
                  <a:lnTo>
                    <a:pt x="114252" y="2958"/>
                  </a:lnTo>
                  <a:lnTo>
                    <a:pt x="114052" y="2518"/>
                  </a:lnTo>
                  <a:lnTo>
                    <a:pt x="113813" y="2119"/>
                  </a:lnTo>
                  <a:lnTo>
                    <a:pt x="113533" y="1759"/>
                  </a:lnTo>
                  <a:lnTo>
                    <a:pt x="113253" y="1399"/>
                  </a:lnTo>
                  <a:lnTo>
                    <a:pt x="112893" y="1119"/>
                  </a:lnTo>
                  <a:lnTo>
                    <a:pt x="112533" y="839"/>
                  </a:lnTo>
                  <a:lnTo>
                    <a:pt x="112134" y="600"/>
                  </a:lnTo>
                  <a:lnTo>
                    <a:pt x="111694" y="400"/>
                  </a:lnTo>
                  <a:lnTo>
                    <a:pt x="111254" y="200"/>
                  </a:lnTo>
                  <a:lnTo>
                    <a:pt x="110774" y="80"/>
                  </a:lnTo>
                  <a:lnTo>
                    <a:pt x="110295" y="40"/>
                  </a:lnTo>
                  <a:lnTo>
                    <a:pt x="109815" y="0"/>
                  </a:lnTo>
                  <a:close/>
                </a:path>
              </a:pathLst>
            </a:custGeom>
            <a:solidFill>
              <a:srgbClr val="01814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5400"/>
                <a:buFont typeface="Arial"/>
                <a:buNone/>
              </a:pPr>
              <a:endParaRPr sz="5400" b="0" i="0" u="none" strike="noStrike" cap="none">
                <a:solidFill>
                  <a:schemeClr val="dk1"/>
                </a:solidFill>
                <a:latin typeface="Arial"/>
                <a:ea typeface="Arial"/>
                <a:cs typeface="Arial"/>
                <a:sym typeface="Arial"/>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12"/>
        <p:cNvGrpSpPr/>
        <p:nvPr/>
      </p:nvGrpSpPr>
      <p:grpSpPr>
        <a:xfrm>
          <a:off x="0" y="0"/>
          <a:ext cx="0" cy="0"/>
          <a:chOff x="0" y="0"/>
          <a:chExt cx="0" cy="0"/>
        </a:xfrm>
      </p:grpSpPr>
      <p:sp>
        <p:nvSpPr>
          <p:cNvPr id="713" name="Google Shape;713;p28"/>
          <p:cNvSpPr txBox="1">
            <a:spLocks noGrp="1"/>
          </p:cNvSpPr>
          <p:nvPr>
            <p:ph type="dt" idx="10"/>
          </p:nvPr>
        </p:nvSpPr>
        <p:spPr>
          <a:xfrm>
            <a:off x="457200" y="6357323"/>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14" name="Google Shape;714;p28"/>
          <p:cNvSpPr txBox="1">
            <a:spLocks noGrp="1"/>
          </p:cNvSpPr>
          <p:nvPr>
            <p:ph type="ftr" idx="11"/>
          </p:nvPr>
        </p:nvSpPr>
        <p:spPr>
          <a:xfrm>
            <a:off x="3124200" y="6357323"/>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15" name="Google Shape;715;p28"/>
          <p:cNvSpPr txBox="1">
            <a:spLocks noGrp="1"/>
          </p:cNvSpPr>
          <p:nvPr>
            <p:ph type="sldNum" idx="12"/>
          </p:nvPr>
        </p:nvSpPr>
        <p:spPr>
          <a:xfrm>
            <a:off x="6553200" y="6357323"/>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16"/>
        <p:cNvGrpSpPr/>
        <p:nvPr/>
      </p:nvGrpSpPr>
      <p:grpSpPr>
        <a:xfrm>
          <a:off x="0" y="0"/>
          <a:ext cx="0" cy="0"/>
          <a:chOff x="0" y="0"/>
          <a:chExt cx="0" cy="0"/>
        </a:xfrm>
      </p:grpSpPr>
      <p:sp>
        <p:nvSpPr>
          <p:cNvPr id="717" name="Google Shape;717;p29"/>
          <p:cNvSpPr txBox="1">
            <a:spLocks noGrp="1"/>
          </p:cNvSpPr>
          <p:nvPr>
            <p:ph type="ctrTitle"/>
          </p:nvPr>
        </p:nvSpPr>
        <p:spPr>
          <a:xfrm>
            <a:off x="685800" y="2130751"/>
            <a:ext cx="7772400" cy="14703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18" name="Google Shape;718;p29"/>
          <p:cNvSpPr txBox="1">
            <a:spLocks noGrp="1"/>
          </p:cNvSpPr>
          <p:nvPr>
            <p:ph type="subTitle" idx="1"/>
          </p:nvPr>
        </p:nvSpPr>
        <p:spPr>
          <a:xfrm>
            <a:off x="1371600" y="3886795"/>
            <a:ext cx="6400800" cy="1752900"/>
          </a:xfrm>
          <a:prstGeom prst="rect">
            <a:avLst/>
          </a:prstGeom>
          <a:noFill/>
          <a:ln>
            <a:noFill/>
          </a:ln>
        </p:spPr>
        <p:txBody>
          <a:bodyPr spcFirstLastPara="1" wrap="square" lIns="91425" tIns="45700" rIns="91425" bIns="45700" anchor="t" anchorCtr="0">
            <a:normAutofit/>
          </a:bodyPr>
          <a:lstStyle>
            <a:lvl1pPr lvl="0" algn="ctr" rtl="0">
              <a:lnSpc>
                <a:spcPct val="100000"/>
              </a:lnSpc>
              <a:spcBef>
                <a:spcPts val="640"/>
              </a:spcBef>
              <a:spcAft>
                <a:spcPts val="0"/>
              </a:spcAft>
              <a:buClr>
                <a:srgbClr val="888888"/>
              </a:buClr>
              <a:buSzPts val="3200"/>
              <a:buNone/>
              <a:defRPr>
                <a:solidFill>
                  <a:srgbClr val="888888"/>
                </a:solidFill>
              </a:defRPr>
            </a:lvl1pPr>
            <a:lvl2pPr lvl="1" algn="ctr" rtl="0">
              <a:lnSpc>
                <a:spcPct val="100000"/>
              </a:lnSpc>
              <a:spcBef>
                <a:spcPts val="560"/>
              </a:spcBef>
              <a:spcAft>
                <a:spcPts val="0"/>
              </a:spcAft>
              <a:buClr>
                <a:srgbClr val="888888"/>
              </a:buClr>
              <a:buSzPts val="2800"/>
              <a:buNone/>
              <a:defRPr>
                <a:solidFill>
                  <a:srgbClr val="888888"/>
                </a:solidFill>
              </a:defRPr>
            </a:lvl2pPr>
            <a:lvl3pPr lvl="2" algn="ctr" rtl="0">
              <a:lnSpc>
                <a:spcPct val="100000"/>
              </a:lnSpc>
              <a:spcBef>
                <a:spcPts val="480"/>
              </a:spcBef>
              <a:spcAft>
                <a:spcPts val="0"/>
              </a:spcAft>
              <a:buClr>
                <a:srgbClr val="888888"/>
              </a:buClr>
              <a:buSzPts val="2400"/>
              <a:buNone/>
              <a:defRPr>
                <a:solidFill>
                  <a:srgbClr val="888888"/>
                </a:solidFill>
              </a:defRPr>
            </a:lvl3pPr>
            <a:lvl4pPr lvl="3" algn="ctr" rtl="0">
              <a:lnSpc>
                <a:spcPct val="100000"/>
              </a:lnSpc>
              <a:spcBef>
                <a:spcPts val="400"/>
              </a:spcBef>
              <a:spcAft>
                <a:spcPts val="0"/>
              </a:spcAft>
              <a:buClr>
                <a:srgbClr val="888888"/>
              </a:buClr>
              <a:buSzPts val="2000"/>
              <a:buNone/>
              <a:defRPr>
                <a:solidFill>
                  <a:srgbClr val="888888"/>
                </a:solidFill>
              </a:defRPr>
            </a:lvl4pPr>
            <a:lvl5pPr lvl="4" algn="ctr" rtl="0">
              <a:lnSpc>
                <a:spcPct val="100000"/>
              </a:lnSpc>
              <a:spcBef>
                <a:spcPts val="400"/>
              </a:spcBef>
              <a:spcAft>
                <a:spcPts val="0"/>
              </a:spcAft>
              <a:buClr>
                <a:srgbClr val="888888"/>
              </a:buClr>
              <a:buSzPts val="2000"/>
              <a:buNone/>
              <a:defRPr>
                <a:solidFill>
                  <a:srgbClr val="888888"/>
                </a:solidFill>
              </a:defRPr>
            </a:lvl5pPr>
            <a:lvl6pPr lvl="5" algn="ctr" rtl="0">
              <a:lnSpc>
                <a:spcPct val="100000"/>
              </a:lnSpc>
              <a:spcBef>
                <a:spcPts val="400"/>
              </a:spcBef>
              <a:spcAft>
                <a:spcPts val="0"/>
              </a:spcAft>
              <a:buClr>
                <a:srgbClr val="888888"/>
              </a:buClr>
              <a:buSzPts val="2000"/>
              <a:buNone/>
              <a:defRPr>
                <a:solidFill>
                  <a:srgbClr val="888888"/>
                </a:solidFill>
              </a:defRPr>
            </a:lvl6pPr>
            <a:lvl7pPr lvl="6" algn="ctr" rtl="0">
              <a:lnSpc>
                <a:spcPct val="100000"/>
              </a:lnSpc>
              <a:spcBef>
                <a:spcPts val="400"/>
              </a:spcBef>
              <a:spcAft>
                <a:spcPts val="0"/>
              </a:spcAft>
              <a:buClr>
                <a:srgbClr val="888888"/>
              </a:buClr>
              <a:buSzPts val="2000"/>
              <a:buNone/>
              <a:defRPr>
                <a:solidFill>
                  <a:srgbClr val="888888"/>
                </a:solidFill>
              </a:defRPr>
            </a:lvl7pPr>
            <a:lvl8pPr lvl="7" algn="ctr" rtl="0">
              <a:lnSpc>
                <a:spcPct val="100000"/>
              </a:lnSpc>
              <a:spcBef>
                <a:spcPts val="400"/>
              </a:spcBef>
              <a:spcAft>
                <a:spcPts val="0"/>
              </a:spcAft>
              <a:buClr>
                <a:srgbClr val="888888"/>
              </a:buClr>
              <a:buSzPts val="2000"/>
              <a:buNone/>
              <a:defRPr>
                <a:solidFill>
                  <a:srgbClr val="888888"/>
                </a:solidFill>
              </a:defRPr>
            </a:lvl8pPr>
            <a:lvl9pPr lvl="8" algn="ctr" rtl="0">
              <a:lnSpc>
                <a:spcPct val="100000"/>
              </a:lnSpc>
              <a:spcBef>
                <a:spcPts val="400"/>
              </a:spcBef>
              <a:spcAft>
                <a:spcPts val="0"/>
              </a:spcAft>
              <a:buClr>
                <a:srgbClr val="888888"/>
              </a:buClr>
              <a:buSzPts val="2000"/>
              <a:buNone/>
              <a:defRPr>
                <a:solidFill>
                  <a:srgbClr val="888888"/>
                </a:solidFill>
              </a:defRPr>
            </a:lvl9pPr>
          </a:lstStyle>
          <a:p>
            <a:endParaRPr/>
          </a:p>
        </p:txBody>
      </p:sp>
      <p:sp>
        <p:nvSpPr>
          <p:cNvPr id="719" name="Google Shape;719;p29"/>
          <p:cNvSpPr txBox="1">
            <a:spLocks noGrp="1"/>
          </p:cNvSpPr>
          <p:nvPr>
            <p:ph type="dt" idx="10"/>
          </p:nvPr>
        </p:nvSpPr>
        <p:spPr>
          <a:xfrm>
            <a:off x="457200" y="6357323"/>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20" name="Google Shape;720;p29"/>
          <p:cNvSpPr txBox="1">
            <a:spLocks noGrp="1"/>
          </p:cNvSpPr>
          <p:nvPr>
            <p:ph type="ftr" idx="11"/>
          </p:nvPr>
        </p:nvSpPr>
        <p:spPr>
          <a:xfrm>
            <a:off x="3124200" y="6357323"/>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21" name="Google Shape;721;p29"/>
          <p:cNvSpPr txBox="1">
            <a:spLocks noGrp="1"/>
          </p:cNvSpPr>
          <p:nvPr>
            <p:ph type="sldNum" idx="12"/>
          </p:nvPr>
        </p:nvSpPr>
        <p:spPr>
          <a:xfrm>
            <a:off x="6553200" y="6357323"/>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22"/>
        <p:cNvGrpSpPr/>
        <p:nvPr/>
      </p:nvGrpSpPr>
      <p:grpSpPr>
        <a:xfrm>
          <a:off x="0" y="0"/>
          <a:ext cx="0" cy="0"/>
          <a:chOff x="0" y="0"/>
          <a:chExt cx="0" cy="0"/>
        </a:xfrm>
      </p:grpSpPr>
      <p:sp>
        <p:nvSpPr>
          <p:cNvPr id="723" name="Google Shape;723;p30"/>
          <p:cNvSpPr txBox="1">
            <a:spLocks noGrp="1"/>
          </p:cNvSpPr>
          <p:nvPr>
            <p:ph type="title"/>
          </p:nvPr>
        </p:nvSpPr>
        <p:spPr>
          <a:xfrm>
            <a:off x="457200" y="274680"/>
            <a:ext cx="8229600" cy="11433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24" name="Google Shape;724;p30"/>
          <p:cNvSpPr txBox="1">
            <a:spLocks noGrp="1"/>
          </p:cNvSpPr>
          <p:nvPr>
            <p:ph type="body" idx="1"/>
          </p:nvPr>
        </p:nvSpPr>
        <p:spPr>
          <a:xfrm>
            <a:off x="457200" y="1600445"/>
            <a:ext cx="8229600" cy="45267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360"/>
              </a:spcBef>
              <a:spcAft>
                <a:spcPts val="0"/>
              </a:spcAft>
              <a:buClr>
                <a:schemeClr val="dk1"/>
              </a:buClr>
              <a:buSzPts val="1800"/>
              <a:buChar char="•"/>
              <a:defRPr/>
            </a:lvl1pPr>
            <a:lvl2pPr marL="914400" lvl="1" indent="-342900" algn="l" rtl="0">
              <a:lnSpc>
                <a:spcPct val="100000"/>
              </a:lnSpc>
              <a:spcBef>
                <a:spcPts val="360"/>
              </a:spcBef>
              <a:spcAft>
                <a:spcPts val="0"/>
              </a:spcAft>
              <a:buClr>
                <a:schemeClr val="dk1"/>
              </a:buClr>
              <a:buSzPts val="1800"/>
              <a:buChar char="–"/>
              <a:defRPr/>
            </a:lvl2pPr>
            <a:lvl3pPr marL="1371600" lvl="2" indent="-342900" algn="l" rtl="0">
              <a:lnSpc>
                <a:spcPct val="100000"/>
              </a:lnSpc>
              <a:spcBef>
                <a:spcPts val="360"/>
              </a:spcBef>
              <a:spcAft>
                <a:spcPts val="0"/>
              </a:spcAft>
              <a:buClr>
                <a:schemeClr val="dk1"/>
              </a:buClr>
              <a:buSzPts val="1800"/>
              <a:buChar char="•"/>
              <a:defRPr/>
            </a:lvl3pPr>
            <a:lvl4pPr marL="1828800" lvl="3" indent="-342900" algn="l" rtl="0">
              <a:lnSpc>
                <a:spcPct val="100000"/>
              </a:lnSpc>
              <a:spcBef>
                <a:spcPts val="360"/>
              </a:spcBef>
              <a:spcAft>
                <a:spcPts val="0"/>
              </a:spcAft>
              <a:buClr>
                <a:schemeClr val="dk1"/>
              </a:buClr>
              <a:buSzPts val="1800"/>
              <a:buChar char="–"/>
              <a:defRPr/>
            </a:lvl4pPr>
            <a:lvl5pPr marL="2286000" lvl="4" indent="-342900" algn="l" rtl="0">
              <a:lnSpc>
                <a:spcPct val="100000"/>
              </a:lnSpc>
              <a:spcBef>
                <a:spcPts val="360"/>
              </a:spcBef>
              <a:spcAft>
                <a:spcPts val="0"/>
              </a:spcAft>
              <a:buClr>
                <a:schemeClr val="dk1"/>
              </a:buClr>
              <a:buSzPts val="1800"/>
              <a:buChar char="»"/>
              <a:defRPr/>
            </a:lvl5pPr>
            <a:lvl6pPr marL="2743200" lvl="5" indent="-342900" algn="l" rtl="0">
              <a:lnSpc>
                <a:spcPct val="100000"/>
              </a:lnSpc>
              <a:spcBef>
                <a:spcPts val="360"/>
              </a:spcBef>
              <a:spcAft>
                <a:spcPts val="0"/>
              </a:spcAft>
              <a:buClr>
                <a:schemeClr val="dk1"/>
              </a:buClr>
              <a:buSzPts val="1800"/>
              <a:buChar char="•"/>
              <a:defRPr/>
            </a:lvl6pPr>
            <a:lvl7pPr marL="3200400" lvl="6" indent="-342900" algn="l" rtl="0">
              <a:lnSpc>
                <a:spcPct val="100000"/>
              </a:lnSpc>
              <a:spcBef>
                <a:spcPts val="360"/>
              </a:spcBef>
              <a:spcAft>
                <a:spcPts val="0"/>
              </a:spcAft>
              <a:buClr>
                <a:schemeClr val="dk1"/>
              </a:buClr>
              <a:buSzPts val="1800"/>
              <a:buChar char="•"/>
              <a:defRPr/>
            </a:lvl7pPr>
            <a:lvl8pPr marL="3657600" lvl="7" indent="-342900" algn="l" rtl="0">
              <a:lnSpc>
                <a:spcPct val="100000"/>
              </a:lnSpc>
              <a:spcBef>
                <a:spcPts val="360"/>
              </a:spcBef>
              <a:spcAft>
                <a:spcPts val="0"/>
              </a:spcAft>
              <a:buClr>
                <a:schemeClr val="dk1"/>
              </a:buClr>
              <a:buSzPts val="1800"/>
              <a:buChar char="•"/>
              <a:defRPr/>
            </a:lvl8pPr>
            <a:lvl9pPr marL="4114800" lvl="8" indent="-342900" algn="l" rtl="0">
              <a:lnSpc>
                <a:spcPct val="100000"/>
              </a:lnSpc>
              <a:spcBef>
                <a:spcPts val="360"/>
              </a:spcBef>
              <a:spcAft>
                <a:spcPts val="0"/>
              </a:spcAft>
              <a:buClr>
                <a:schemeClr val="dk1"/>
              </a:buClr>
              <a:buSzPts val="1800"/>
              <a:buChar char="•"/>
              <a:defRPr/>
            </a:lvl9pPr>
          </a:lstStyle>
          <a:p>
            <a:endParaRPr/>
          </a:p>
        </p:txBody>
      </p:sp>
      <p:sp>
        <p:nvSpPr>
          <p:cNvPr id="725" name="Google Shape;725;p30"/>
          <p:cNvSpPr txBox="1">
            <a:spLocks noGrp="1"/>
          </p:cNvSpPr>
          <p:nvPr>
            <p:ph type="dt" idx="10"/>
          </p:nvPr>
        </p:nvSpPr>
        <p:spPr>
          <a:xfrm>
            <a:off x="457200" y="6357323"/>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26" name="Google Shape;726;p30"/>
          <p:cNvSpPr txBox="1">
            <a:spLocks noGrp="1"/>
          </p:cNvSpPr>
          <p:nvPr>
            <p:ph type="ftr" idx="11"/>
          </p:nvPr>
        </p:nvSpPr>
        <p:spPr>
          <a:xfrm>
            <a:off x="3124200" y="6357323"/>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27" name="Google Shape;727;p30"/>
          <p:cNvSpPr txBox="1">
            <a:spLocks noGrp="1"/>
          </p:cNvSpPr>
          <p:nvPr>
            <p:ph type="sldNum" idx="12"/>
          </p:nvPr>
        </p:nvSpPr>
        <p:spPr>
          <a:xfrm>
            <a:off x="6553200" y="6357323"/>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8"/>
        <p:cNvGrpSpPr/>
        <p:nvPr/>
      </p:nvGrpSpPr>
      <p:grpSpPr>
        <a:xfrm>
          <a:off x="0" y="0"/>
          <a:ext cx="0" cy="0"/>
          <a:chOff x="0" y="0"/>
          <a:chExt cx="0" cy="0"/>
        </a:xfrm>
      </p:grpSpPr>
      <p:sp>
        <p:nvSpPr>
          <p:cNvPr id="729" name="Google Shape;729;p31"/>
          <p:cNvSpPr txBox="1">
            <a:spLocks noGrp="1"/>
          </p:cNvSpPr>
          <p:nvPr>
            <p:ph type="title"/>
          </p:nvPr>
        </p:nvSpPr>
        <p:spPr>
          <a:xfrm>
            <a:off x="722313" y="4407575"/>
            <a:ext cx="7772400" cy="1362300"/>
          </a:xfrm>
          <a:prstGeom prst="rect">
            <a:avLst/>
          </a:prstGeom>
          <a:noFill/>
          <a:ln>
            <a:noFill/>
          </a:ln>
        </p:spPr>
        <p:txBody>
          <a:bodyPr spcFirstLastPara="1" wrap="square" lIns="91425" tIns="45700" rIns="91425" bIns="45700" anchor="t" anchorCtr="0">
            <a:normAutofit/>
          </a:bodyPr>
          <a:lstStyle>
            <a:lvl1pPr lvl="0" algn="l" rtl="0">
              <a:lnSpc>
                <a:spcPct val="100000"/>
              </a:lnSpc>
              <a:spcBef>
                <a:spcPts val="0"/>
              </a:spcBef>
              <a:spcAft>
                <a:spcPts val="0"/>
              </a:spcAft>
              <a:buClr>
                <a:schemeClr val="dk1"/>
              </a:buClr>
              <a:buSzPts val="4000"/>
              <a:buFont typeface="Calibri"/>
              <a:buNone/>
              <a:defRPr sz="4000" b="1" cap="none"/>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30" name="Google Shape;730;p31"/>
          <p:cNvSpPr txBox="1">
            <a:spLocks noGrp="1"/>
          </p:cNvSpPr>
          <p:nvPr>
            <p:ph type="body" idx="1"/>
          </p:nvPr>
        </p:nvSpPr>
        <p:spPr>
          <a:xfrm>
            <a:off x="722313" y="2907158"/>
            <a:ext cx="7772400" cy="1500600"/>
          </a:xfrm>
          <a:prstGeom prst="rect">
            <a:avLst/>
          </a:prstGeom>
          <a:noFill/>
          <a:ln>
            <a:noFill/>
          </a:ln>
        </p:spPr>
        <p:txBody>
          <a:bodyPr spcFirstLastPara="1" wrap="square" lIns="91425" tIns="45700" rIns="91425" bIns="45700" anchor="b" anchorCtr="0">
            <a:normAutofit/>
          </a:bodyPr>
          <a:lstStyle>
            <a:lvl1pPr marL="457200" lvl="0" indent="-228600" algn="l" rtl="0">
              <a:lnSpc>
                <a:spcPct val="100000"/>
              </a:lnSpc>
              <a:spcBef>
                <a:spcPts val="400"/>
              </a:spcBef>
              <a:spcAft>
                <a:spcPts val="0"/>
              </a:spcAft>
              <a:buClr>
                <a:srgbClr val="888888"/>
              </a:buClr>
              <a:buSzPts val="2000"/>
              <a:buNone/>
              <a:defRPr sz="2000">
                <a:solidFill>
                  <a:srgbClr val="888888"/>
                </a:solidFill>
              </a:defRPr>
            </a:lvl1pPr>
            <a:lvl2pPr marL="914400" lvl="1" indent="-228600" algn="l" rtl="0">
              <a:lnSpc>
                <a:spcPct val="100000"/>
              </a:lnSpc>
              <a:spcBef>
                <a:spcPts val="360"/>
              </a:spcBef>
              <a:spcAft>
                <a:spcPts val="0"/>
              </a:spcAft>
              <a:buClr>
                <a:srgbClr val="888888"/>
              </a:buClr>
              <a:buSzPts val="1800"/>
              <a:buNone/>
              <a:defRPr sz="1800">
                <a:solidFill>
                  <a:srgbClr val="888888"/>
                </a:solidFill>
              </a:defRPr>
            </a:lvl2pPr>
            <a:lvl3pPr marL="1371600" lvl="2" indent="-228600" algn="l" rtl="0">
              <a:lnSpc>
                <a:spcPct val="100000"/>
              </a:lnSpc>
              <a:spcBef>
                <a:spcPts val="320"/>
              </a:spcBef>
              <a:spcAft>
                <a:spcPts val="0"/>
              </a:spcAft>
              <a:buClr>
                <a:srgbClr val="888888"/>
              </a:buClr>
              <a:buSzPts val="1600"/>
              <a:buNone/>
              <a:defRPr sz="1600">
                <a:solidFill>
                  <a:srgbClr val="888888"/>
                </a:solidFill>
              </a:defRPr>
            </a:lvl3pPr>
            <a:lvl4pPr marL="1828800" lvl="3" indent="-228600" algn="l" rtl="0">
              <a:lnSpc>
                <a:spcPct val="100000"/>
              </a:lnSpc>
              <a:spcBef>
                <a:spcPts val="280"/>
              </a:spcBef>
              <a:spcAft>
                <a:spcPts val="0"/>
              </a:spcAft>
              <a:buClr>
                <a:srgbClr val="888888"/>
              </a:buClr>
              <a:buSzPts val="1400"/>
              <a:buNone/>
              <a:defRPr sz="1400">
                <a:solidFill>
                  <a:srgbClr val="888888"/>
                </a:solidFill>
              </a:defRPr>
            </a:lvl4pPr>
            <a:lvl5pPr marL="2286000" lvl="4" indent="-228600" algn="l" rtl="0">
              <a:lnSpc>
                <a:spcPct val="100000"/>
              </a:lnSpc>
              <a:spcBef>
                <a:spcPts val="280"/>
              </a:spcBef>
              <a:spcAft>
                <a:spcPts val="0"/>
              </a:spcAft>
              <a:buClr>
                <a:srgbClr val="888888"/>
              </a:buClr>
              <a:buSzPts val="1400"/>
              <a:buNone/>
              <a:defRPr sz="1400">
                <a:solidFill>
                  <a:srgbClr val="888888"/>
                </a:solidFill>
              </a:defRPr>
            </a:lvl5pPr>
            <a:lvl6pPr marL="2743200" lvl="5" indent="-228600" algn="l" rtl="0">
              <a:lnSpc>
                <a:spcPct val="100000"/>
              </a:lnSpc>
              <a:spcBef>
                <a:spcPts val="280"/>
              </a:spcBef>
              <a:spcAft>
                <a:spcPts val="0"/>
              </a:spcAft>
              <a:buClr>
                <a:srgbClr val="888888"/>
              </a:buClr>
              <a:buSzPts val="1400"/>
              <a:buNone/>
              <a:defRPr sz="1400">
                <a:solidFill>
                  <a:srgbClr val="888888"/>
                </a:solidFill>
              </a:defRPr>
            </a:lvl6pPr>
            <a:lvl7pPr marL="3200400" lvl="6" indent="-228600" algn="l" rtl="0">
              <a:lnSpc>
                <a:spcPct val="100000"/>
              </a:lnSpc>
              <a:spcBef>
                <a:spcPts val="280"/>
              </a:spcBef>
              <a:spcAft>
                <a:spcPts val="0"/>
              </a:spcAft>
              <a:buClr>
                <a:srgbClr val="888888"/>
              </a:buClr>
              <a:buSzPts val="1400"/>
              <a:buNone/>
              <a:defRPr sz="1400">
                <a:solidFill>
                  <a:srgbClr val="888888"/>
                </a:solidFill>
              </a:defRPr>
            </a:lvl7pPr>
            <a:lvl8pPr marL="3657600" lvl="7" indent="-228600" algn="l" rtl="0">
              <a:lnSpc>
                <a:spcPct val="100000"/>
              </a:lnSpc>
              <a:spcBef>
                <a:spcPts val="280"/>
              </a:spcBef>
              <a:spcAft>
                <a:spcPts val="0"/>
              </a:spcAft>
              <a:buClr>
                <a:srgbClr val="888888"/>
              </a:buClr>
              <a:buSzPts val="1400"/>
              <a:buNone/>
              <a:defRPr sz="1400">
                <a:solidFill>
                  <a:srgbClr val="888888"/>
                </a:solidFill>
              </a:defRPr>
            </a:lvl8pPr>
            <a:lvl9pPr marL="4114800" lvl="8" indent="-228600" algn="l" rtl="0">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731" name="Google Shape;731;p31"/>
          <p:cNvSpPr txBox="1">
            <a:spLocks noGrp="1"/>
          </p:cNvSpPr>
          <p:nvPr>
            <p:ph type="dt" idx="10"/>
          </p:nvPr>
        </p:nvSpPr>
        <p:spPr>
          <a:xfrm>
            <a:off x="457200" y="6357323"/>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32" name="Google Shape;732;p31"/>
          <p:cNvSpPr txBox="1">
            <a:spLocks noGrp="1"/>
          </p:cNvSpPr>
          <p:nvPr>
            <p:ph type="ftr" idx="11"/>
          </p:nvPr>
        </p:nvSpPr>
        <p:spPr>
          <a:xfrm>
            <a:off x="3124200" y="6357323"/>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33" name="Google Shape;733;p31"/>
          <p:cNvSpPr txBox="1">
            <a:spLocks noGrp="1"/>
          </p:cNvSpPr>
          <p:nvPr>
            <p:ph type="sldNum" idx="12"/>
          </p:nvPr>
        </p:nvSpPr>
        <p:spPr>
          <a:xfrm>
            <a:off x="6553200" y="6357323"/>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34"/>
        <p:cNvGrpSpPr/>
        <p:nvPr/>
      </p:nvGrpSpPr>
      <p:grpSpPr>
        <a:xfrm>
          <a:off x="0" y="0"/>
          <a:ext cx="0" cy="0"/>
          <a:chOff x="0" y="0"/>
          <a:chExt cx="0" cy="0"/>
        </a:xfrm>
      </p:grpSpPr>
      <p:sp>
        <p:nvSpPr>
          <p:cNvPr id="735" name="Google Shape;735;p32"/>
          <p:cNvSpPr txBox="1">
            <a:spLocks noGrp="1"/>
          </p:cNvSpPr>
          <p:nvPr>
            <p:ph type="title"/>
          </p:nvPr>
        </p:nvSpPr>
        <p:spPr>
          <a:xfrm>
            <a:off x="457200" y="274680"/>
            <a:ext cx="8229600" cy="11433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36" name="Google Shape;736;p32"/>
          <p:cNvSpPr txBox="1">
            <a:spLocks noGrp="1"/>
          </p:cNvSpPr>
          <p:nvPr>
            <p:ph type="body" idx="1"/>
          </p:nvPr>
        </p:nvSpPr>
        <p:spPr>
          <a:xfrm>
            <a:off x="457200" y="1600445"/>
            <a:ext cx="4038600" cy="4526700"/>
          </a:xfrm>
          <a:prstGeom prst="rect">
            <a:avLst/>
          </a:prstGeom>
          <a:noFill/>
          <a:ln>
            <a:noFill/>
          </a:ln>
        </p:spPr>
        <p:txBody>
          <a:bodyPr spcFirstLastPara="1" wrap="square" lIns="91425" tIns="45700" rIns="91425" bIns="45700" anchor="t" anchorCtr="0">
            <a:normAutofit/>
          </a:bodyPr>
          <a:lstStyle>
            <a:lvl1pPr marL="457200" lvl="0" indent="-406400" algn="l" rtl="0">
              <a:lnSpc>
                <a:spcPct val="100000"/>
              </a:lnSpc>
              <a:spcBef>
                <a:spcPts val="560"/>
              </a:spcBef>
              <a:spcAft>
                <a:spcPts val="0"/>
              </a:spcAft>
              <a:buClr>
                <a:schemeClr val="dk1"/>
              </a:buClr>
              <a:buSzPts val="2800"/>
              <a:buChar char="•"/>
              <a:defRPr sz="2800"/>
            </a:lvl1pPr>
            <a:lvl2pPr marL="914400" lvl="1" indent="-381000" algn="l" rtl="0">
              <a:lnSpc>
                <a:spcPct val="100000"/>
              </a:lnSpc>
              <a:spcBef>
                <a:spcPts val="480"/>
              </a:spcBef>
              <a:spcAft>
                <a:spcPts val="0"/>
              </a:spcAft>
              <a:buClr>
                <a:schemeClr val="dk1"/>
              </a:buClr>
              <a:buSzPts val="2400"/>
              <a:buChar char="–"/>
              <a:defRPr sz="2400"/>
            </a:lvl2pPr>
            <a:lvl3pPr marL="1371600" lvl="2" indent="-355600" algn="l" rtl="0">
              <a:lnSpc>
                <a:spcPct val="100000"/>
              </a:lnSpc>
              <a:spcBef>
                <a:spcPts val="400"/>
              </a:spcBef>
              <a:spcAft>
                <a:spcPts val="0"/>
              </a:spcAft>
              <a:buClr>
                <a:schemeClr val="dk1"/>
              </a:buClr>
              <a:buSzPts val="2000"/>
              <a:buChar char="•"/>
              <a:defRPr sz="2000"/>
            </a:lvl3pPr>
            <a:lvl4pPr marL="1828800" lvl="3" indent="-342900" algn="l" rtl="0">
              <a:lnSpc>
                <a:spcPct val="100000"/>
              </a:lnSpc>
              <a:spcBef>
                <a:spcPts val="360"/>
              </a:spcBef>
              <a:spcAft>
                <a:spcPts val="0"/>
              </a:spcAft>
              <a:buClr>
                <a:schemeClr val="dk1"/>
              </a:buClr>
              <a:buSzPts val="1800"/>
              <a:buChar char="–"/>
              <a:defRPr sz="1800"/>
            </a:lvl4pPr>
            <a:lvl5pPr marL="2286000" lvl="4" indent="-342900" algn="l" rtl="0">
              <a:lnSpc>
                <a:spcPct val="100000"/>
              </a:lnSpc>
              <a:spcBef>
                <a:spcPts val="360"/>
              </a:spcBef>
              <a:spcAft>
                <a:spcPts val="0"/>
              </a:spcAft>
              <a:buClr>
                <a:schemeClr val="dk1"/>
              </a:buClr>
              <a:buSzPts val="1800"/>
              <a:buChar char="»"/>
              <a:defRPr sz="1800"/>
            </a:lvl5pPr>
            <a:lvl6pPr marL="2743200" lvl="5" indent="-342900" algn="l" rtl="0">
              <a:lnSpc>
                <a:spcPct val="100000"/>
              </a:lnSpc>
              <a:spcBef>
                <a:spcPts val="360"/>
              </a:spcBef>
              <a:spcAft>
                <a:spcPts val="0"/>
              </a:spcAft>
              <a:buClr>
                <a:schemeClr val="dk1"/>
              </a:buClr>
              <a:buSzPts val="1800"/>
              <a:buChar char="•"/>
              <a:defRPr sz="1800"/>
            </a:lvl6pPr>
            <a:lvl7pPr marL="3200400" lvl="6" indent="-342900" algn="l" rtl="0">
              <a:lnSpc>
                <a:spcPct val="100000"/>
              </a:lnSpc>
              <a:spcBef>
                <a:spcPts val="360"/>
              </a:spcBef>
              <a:spcAft>
                <a:spcPts val="0"/>
              </a:spcAft>
              <a:buClr>
                <a:schemeClr val="dk1"/>
              </a:buClr>
              <a:buSzPts val="1800"/>
              <a:buChar char="•"/>
              <a:defRPr sz="1800"/>
            </a:lvl7pPr>
            <a:lvl8pPr marL="3657600" lvl="7" indent="-342900" algn="l" rtl="0">
              <a:lnSpc>
                <a:spcPct val="100000"/>
              </a:lnSpc>
              <a:spcBef>
                <a:spcPts val="360"/>
              </a:spcBef>
              <a:spcAft>
                <a:spcPts val="0"/>
              </a:spcAft>
              <a:buClr>
                <a:schemeClr val="dk1"/>
              </a:buClr>
              <a:buSzPts val="1800"/>
              <a:buChar char="•"/>
              <a:defRPr sz="1800"/>
            </a:lvl8pPr>
            <a:lvl9pPr marL="4114800" lvl="8" indent="-342900" algn="l" rtl="0">
              <a:lnSpc>
                <a:spcPct val="100000"/>
              </a:lnSpc>
              <a:spcBef>
                <a:spcPts val="360"/>
              </a:spcBef>
              <a:spcAft>
                <a:spcPts val="0"/>
              </a:spcAft>
              <a:buClr>
                <a:schemeClr val="dk1"/>
              </a:buClr>
              <a:buSzPts val="1800"/>
              <a:buChar char="•"/>
              <a:defRPr sz="1800"/>
            </a:lvl9pPr>
          </a:lstStyle>
          <a:p>
            <a:endParaRPr/>
          </a:p>
        </p:txBody>
      </p:sp>
      <p:sp>
        <p:nvSpPr>
          <p:cNvPr id="737" name="Google Shape;737;p32"/>
          <p:cNvSpPr txBox="1">
            <a:spLocks noGrp="1"/>
          </p:cNvSpPr>
          <p:nvPr>
            <p:ph type="body" idx="2"/>
          </p:nvPr>
        </p:nvSpPr>
        <p:spPr>
          <a:xfrm>
            <a:off x="4648200" y="1600445"/>
            <a:ext cx="4038600" cy="4526700"/>
          </a:xfrm>
          <a:prstGeom prst="rect">
            <a:avLst/>
          </a:prstGeom>
          <a:noFill/>
          <a:ln>
            <a:noFill/>
          </a:ln>
        </p:spPr>
        <p:txBody>
          <a:bodyPr spcFirstLastPara="1" wrap="square" lIns="91425" tIns="45700" rIns="91425" bIns="45700" anchor="t" anchorCtr="0">
            <a:normAutofit/>
          </a:bodyPr>
          <a:lstStyle>
            <a:lvl1pPr marL="457200" lvl="0" indent="-406400" algn="l" rtl="0">
              <a:lnSpc>
                <a:spcPct val="100000"/>
              </a:lnSpc>
              <a:spcBef>
                <a:spcPts val="560"/>
              </a:spcBef>
              <a:spcAft>
                <a:spcPts val="0"/>
              </a:spcAft>
              <a:buClr>
                <a:schemeClr val="dk1"/>
              </a:buClr>
              <a:buSzPts val="2800"/>
              <a:buChar char="•"/>
              <a:defRPr sz="2800"/>
            </a:lvl1pPr>
            <a:lvl2pPr marL="914400" lvl="1" indent="-381000" algn="l" rtl="0">
              <a:lnSpc>
                <a:spcPct val="100000"/>
              </a:lnSpc>
              <a:spcBef>
                <a:spcPts val="480"/>
              </a:spcBef>
              <a:spcAft>
                <a:spcPts val="0"/>
              </a:spcAft>
              <a:buClr>
                <a:schemeClr val="dk1"/>
              </a:buClr>
              <a:buSzPts val="2400"/>
              <a:buChar char="–"/>
              <a:defRPr sz="2400"/>
            </a:lvl2pPr>
            <a:lvl3pPr marL="1371600" lvl="2" indent="-355600" algn="l" rtl="0">
              <a:lnSpc>
                <a:spcPct val="100000"/>
              </a:lnSpc>
              <a:spcBef>
                <a:spcPts val="400"/>
              </a:spcBef>
              <a:spcAft>
                <a:spcPts val="0"/>
              </a:spcAft>
              <a:buClr>
                <a:schemeClr val="dk1"/>
              </a:buClr>
              <a:buSzPts val="2000"/>
              <a:buChar char="•"/>
              <a:defRPr sz="2000"/>
            </a:lvl3pPr>
            <a:lvl4pPr marL="1828800" lvl="3" indent="-342900" algn="l" rtl="0">
              <a:lnSpc>
                <a:spcPct val="100000"/>
              </a:lnSpc>
              <a:spcBef>
                <a:spcPts val="360"/>
              </a:spcBef>
              <a:spcAft>
                <a:spcPts val="0"/>
              </a:spcAft>
              <a:buClr>
                <a:schemeClr val="dk1"/>
              </a:buClr>
              <a:buSzPts val="1800"/>
              <a:buChar char="–"/>
              <a:defRPr sz="1800"/>
            </a:lvl4pPr>
            <a:lvl5pPr marL="2286000" lvl="4" indent="-342900" algn="l" rtl="0">
              <a:lnSpc>
                <a:spcPct val="100000"/>
              </a:lnSpc>
              <a:spcBef>
                <a:spcPts val="360"/>
              </a:spcBef>
              <a:spcAft>
                <a:spcPts val="0"/>
              </a:spcAft>
              <a:buClr>
                <a:schemeClr val="dk1"/>
              </a:buClr>
              <a:buSzPts val="1800"/>
              <a:buChar char="»"/>
              <a:defRPr sz="1800"/>
            </a:lvl5pPr>
            <a:lvl6pPr marL="2743200" lvl="5" indent="-342900" algn="l" rtl="0">
              <a:lnSpc>
                <a:spcPct val="100000"/>
              </a:lnSpc>
              <a:spcBef>
                <a:spcPts val="360"/>
              </a:spcBef>
              <a:spcAft>
                <a:spcPts val="0"/>
              </a:spcAft>
              <a:buClr>
                <a:schemeClr val="dk1"/>
              </a:buClr>
              <a:buSzPts val="1800"/>
              <a:buChar char="•"/>
              <a:defRPr sz="1800"/>
            </a:lvl6pPr>
            <a:lvl7pPr marL="3200400" lvl="6" indent="-342900" algn="l" rtl="0">
              <a:lnSpc>
                <a:spcPct val="100000"/>
              </a:lnSpc>
              <a:spcBef>
                <a:spcPts val="360"/>
              </a:spcBef>
              <a:spcAft>
                <a:spcPts val="0"/>
              </a:spcAft>
              <a:buClr>
                <a:schemeClr val="dk1"/>
              </a:buClr>
              <a:buSzPts val="1800"/>
              <a:buChar char="•"/>
              <a:defRPr sz="1800"/>
            </a:lvl7pPr>
            <a:lvl8pPr marL="3657600" lvl="7" indent="-342900" algn="l" rtl="0">
              <a:lnSpc>
                <a:spcPct val="100000"/>
              </a:lnSpc>
              <a:spcBef>
                <a:spcPts val="360"/>
              </a:spcBef>
              <a:spcAft>
                <a:spcPts val="0"/>
              </a:spcAft>
              <a:buClr>
                <a:schemeClr val="dk1"/>
              </a:buClr>
              <a:buSzPts val="1800"/>
              <a:buChar char="•"/>
              <a:defRPr sz="1800"/>
            </a:lvl8pPr>
            <a:lvl9pPr marL="4114800" lvl="8" indent="-342900" algn="l" rtl="0">
              <a:lnSpc>
                <a:spcPct val="100000"/>
              </a:lnSpc>
              <a:spcBef>
                <a:spcPts val="360"/>
              </a:spcBef>
              <a:spcAft>
                <a:spcPts val="0"/>
              </a:spcAft>
              <a:buClr>
                <a:schemeClr val="dk1"/>
              </a:buClr>
              <a:buSzPts val="1800"/>
              <a:buChar char="•"/>
              <a:defRPr sz="1800"/>
            </a:lvl9pPr>
          </a:lstStyle>
          <a:p>
            <a:endParaRPr/>
          </a:p>
        </p:txBody>
      </p:sp>
      <p:sp>
        <p:nvSpPr>
          <p:cNvPr id="738" name="Google Shape;738;p32"/>
          <p:cNvSpPr txBox="1">
            <a:spLocks noGrp="1"/>
          </p:cNvSpPr>
          <p:nvPr>
            <p:ph type="dt" idx="10"/>
          </p:nvPr>
        </p:nvSpPr>
        <p:spPr>
          <a:xfrm>
            <a:off x="457200" y="6357323"/>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39" name="Google Shape;739;p32"/>
          <p:cNvSpPr txBox="1">
            <a:spLocks noGrp="1"/>
          </p:cNvSpPr>
          <p:nvPr>
            <p:ph type="ftr" idx="11"/>
          </p:nvPr>
        </p:nvSpPr>
        <p:spPr>
          <a:xfrm>
            <a:off x="3124200" y="6357323"/>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40" name="Google Shape;740;p32"/>
          <p:cNvSpPr txBox="1">
            <a:spLocks noGrp="1"/>
          </p:cNvSpPr>
          <p:nvPr>
            <p:ph type="sldNum" idx="12"/>
          </p:nvPr>
        </p:nvSpPr>
        <p:spPr>
          <a:xfrm>
            <a:off x="6553200" y="6357323"/>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41"/>
        <p:cNvGrpSpPr/>
        <p:nvPr/>
      </p:nvGrpSpPr>
      <p:grpSpPr>
        <a:xfrm>
          <a:off x="0" y="0"/>
          <a:ext cx="0" cy="0"/>
          <a:chOff x="0" y="0"/>
          <a:chExt cx="0" cy="0"/>
        </a:xfrm>
      </p:grpSpPr>
      <p:sp>
        <p:nvSpPr>
          <p:cNvPr id="742" name="Google Shape;742;p33"/>
          <p:cNvSpPr txBox="1">
            <a:spLocks noGrp="1"/>
          </p:cNvSpPr>
          <p:nvPr>
            <p:ph type="title"/>
          </p:nvPr>
        </p:nvSpPr>
        <p:spPr>
          <a:xfrm>
            <a:off x="457200" y="274680"/>
            <a:ext cx="8229600" cy="11433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4400"/>
              <a:buFont typeface="Calibri"/>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43" name="Google Shape;743;p33"/>
          <p:cNvSpPr txBox="1">
            <a:spLocks noGrp="1"/>
          </p:cNvSpPr>
          <p:nvPr>
            <p:ph type="body" idx="1"/>
          </p:nvPr>
        </p:nvSpPr>
        <p:spPr>
          <a:xfrm>
            <a:off x="457200" y="1535348"/>
            <a:ext cx="4040100" cy="639900"/>
          </a:xfrm>
          <a:prstGeom prst="rect">
            <a:avLst/>
          </a:prstGeom>
          <a:noFill/>
          <a:ln>
            <a:noFill/>
          </a:ln>
        </p:spPr>
        <p:txBody>
          <a:bodyPr spcFirstLastPara="1" wrap="square" lIns="91425" tIns="45700" rIns="91425" bIns="45700" anchor="b" anchorCtr="0">
            <a:normAutofit/>
          </a:bodyPr>
          <a:lstStyle>
            <a:lvl1pPr marL="457200" lvl="0" indent="-228600" algn="l" rtl="0">
              <a:lnSpc>
                <a:spcPct val="100000"/>
              </a:lnSpc>
              <a:spcBef>
                <a:spcPts val="480"/>
              </a:spcBef>
              <a:spcAft>
                <a:spcPts val="0"/>
              </a:spcAft>
              <a:buClr>
                <a:schemeClr val="dk1"/>
              </a:buClr>
              <a:buSzPts val="2400"/>
              <a:buNone/>
              <a:defRPr sz="2400" b="1"/>
            </a:lvl1pPr>
            <a:lvl2pPr marL="914400" lvl="1" indent="-228600" algn="l" rtl="0">
              <a:lnSpc>
                <a:spcPct val="100000"/>
              </a:lnSpc>
              <a:spcBef>
                <a:spcPts val="400"/>
              </a:spcBef>
              <a:spcAft>
                <a:spcPts val="0"/>
              </a:spcAft>
              <a:buClr>
                <a:schemeClr val="dk1"/>
              </a:buClr>
              <a:buSzPts val="2000"/>
              <a:buNone/>
              <a:defRPr sz="2000" b="1"/>
            </a:lvl2pPr>
            <a:lvl3pPr marL="1371600" lvl="2" indent="-228600" algn="l" rtl="0">
              <a:lnSpc>
                <a:spcPct val="100000"/>
              </a:lnSpc>
              <a:spcBef>
                <a:spcPts val="360"/>
              </a:spcBef>
              <a:spcAft>
                <a:spcPts val="0"/>
              </a:spcAft>
              <a:buClr>
                <a:schemeClr val="dk1"/>
              </a:buClr>
              <a:buSzPts val="1800"/>
              <a:buNone/>
              <a:defRPr sz="1800" b="1"/>
            </a:lvl3pPr>
            <a:lvl4pPr marL="1828800" lvl="3" indent="-228600" algn="l" rtl="0">
              <a:lnSpc>
                <a:spcPct val="100000"/>
              </a:lnSpc>
              <a:spcBef>
                <a:spcPts val="320"/>
              </a:spcBef>
              <a:spcAft>
                <a:spcPts val="0"/>
              </a:spcAft>
              <a:buClr>
                <a:schemeClr val="dk1"/>
              </a:buClr>
              <a:buSzPts val="1600"/>
              <a:buNone/>
              <a:defRPr sz="1600" b="1"/>
            </a:lvl4pPr>
            <a:lvl5pPr marL="2286000" lvl="4" indent="-228600" algn="l" rtl="0">
              <a:lnSpc>
                <a:spcPct val="100000"/>
              </a:lnSpc>
              <a:spcBef>
                <a:spcPts val="320"/>
              </a:spcBef>
              <a:spcAft>
                <a:spcPts val="0"/>
              </a:spcAft>
              <a:buClr>
                <a:schemeClr val="dk1"/>
              </a:buClr>
              <a:buSzPts val="1600"/>
              <a:buNone/>
              <a:defRPr sz="1600" b="1"/>
            </a:lvl5pPr>
            <a:lvl6pPr marL="2743200" lvl="5" indent="-228600" algn="l" rtl="0">
              <a:lnSpc>
                <a:spcPct val="100000"/>
              </a:lnSpc>
              <a:spcBef>
                <a:spcPts val="320"/>
              </a:spcBef>
              <a:spcAft>
                <a:spcPts val="0"/>
              </a:spcAft>
              <a:buClr>
                <a:schemeClr val="dk1"/>
              </a:buClr>
              <a:buSzPts val="1600"/>
              <a:buNone/>
              <a:defRPr sz="1600" b="1"/>
            </a:lvl6pPr>
            <a:lvl7pPr marL="3200400" lvl="6" indent="-228600" algn="l" rtl="0">
              <a:lnSpc>
                <a:spcPct val="100000"/>
              </a:lnSpc>
              <a:spcBef>
                <a:spcPts val="320"/>
              </a:spcBef>
              <a:spcAft>
                <a:spcPts val="0"/>
              </a:spcAft>
              <a:buClr>
                <a:schemeClr val="dk1"/>
              </a:buClr>
              <a:buSzPts val="1600"/>
              <a:buNone/>
              <a:defRPr sz="1600" b="1"/>
            </a:lvl7pPr>
            <a:lvl8pPr marL="3657600" lvl="7" indent="-228600" algn="l" rtl="0">
              <a:lnSpc>
                <a:spcPct val="100000"/>
              </a:lnSpc>
              <a:spcBef>
                <a:spcPts val="320"/>
              </a:spcBef>
              <a:spcAft>
                <a:spcPts val="0"/>
              </a:spcAft>
              <a:buClr>
                <a:schemeClr val="dk1"/>
              </a:buClr>
              <a:buSzPts val="1600"/>
              <a:buNone/>
              <a:defRPr sz="1600" b="1"/>
            </a:lvl8pPr>
            <a:lvl9pPr marL="4114800" lvl="8" indent="-228600" algn="l" rtl="0">
              <a:lnSpc>
                <a:spcPct val="100000"/>
              </a:lnSpc>
              <a:spcBef>
                <a:spcPts val="320"/>
              </a:spcBef>
              <a:spcAft>
                <a:spcPts val="0"/>
              </a:spcAft>
              <a:buClr>
                <a:schemeClr val="dk1"/>
              </a:buClr>
              <a:buSzPts val="1600"/>
              <a:buNone/>
              <a:defRPr sz="1600" b="1"/>
            </a:lvl9pPr>
          </a:lstStyle>
          <a:p>
            <a:endParaRPr/>
          </a:p>
        </p:txBody>
      </p:sp>
      <p:sp>
        <p:nvSpPr>
          <p:cNvPr id="744" name="Google Shape;744;p33"/>
          <p:cNvSpPr txBox="1">
            <a:spLocks noGrp="1"/>
          </p:cNvSpPr>
          <p:nvPr>
            <p:ph type="body" idx="2"/>
          </p:nvPr>
        </p:nvSpPr>
        <p:spPr>
          <a:xfrm>
            <a:off x="457200" y="2175208"/>
            <a:ext cx="4040100" cy="3951900"/>
          </a:xfrm>
          <a:prstGeom prst="rect">
            <a:avLst/>
          </a:prstGeom>
          <a:noFill/>
          <a:ln>
            <a:noFill/>
          </a:ln>
        </p:spPr>
        <p:txBody>
          <a:bodyPr spcFirstLastPara="1" wrap="square" lIns="91425" tIns="45700" rIns="91425" bIns="45700" anchor="t" anchorCtr="0">
            <a:normAutofit/>
          </a:bodyPr>
          <a:lstStyle>
            <a:lvl1pPr marL="457200" lvl="0" indent="-381000" algn="l" rtl="0">
              <a:lnSpc>
                <a:spcPct val="100000"/>
              </a:lnSpc>
              <a:spcBef>
                <a:spcPts val="480"/>
              </a:spcBef>
              <a:spcAft>
                <a:spcPts val="0"/>
              </a:spcAft>
              <a:buClr>
                <a:schemeClr val="dk1"/>
              </a:buClr>
              <a:buSzPts val="2400"/>
              <a:buChar char="•"/>
              <a:defRPr sz="2400"/>
            </a:lvl1pPr>
            <a:lvl2pPr marL="914400" lvl="1" indent="-355600" algn="l" rtl="0">
              <a:lnSpc>
                <a:spcPct val="100000"/>
              </a:lnSpc>
              <a:spcBef>
                <a:spcPts val="400"/>
              </a:spcBef>
              <a:spcAft>
                <a:spcPts val="0"/>
              </a:spcAft>
              <a:buClr>
                <a:schemeClr val="dk1"/>
              </a:buClr>
              <a:buSzPts val="2000"/>
              <a:buChar char="–"/>
              <a:defRPr sz="2000"/>
            </a:lvl2pPr>
            <a:lvl3pPr marL="1371600" lvl="2" indent="-342900" algn="l" rtl="0">
              <a:lnSpc>
                <a:spcPct val="100000"/>
              </a:lnSpc>
              <a:spcBef>
                <a:spcPts val="360"/>
              </a:spcBef>
              <a:spcAft>
                <a:spcPts val="0"/>
              </a:spcAft>
              <a:buClr>
                <a:schemeClr val="dk1"/>
              </a:buClr>
              <a:buSzPts val="1800"/>
              <a:buChar char="•"/>
              <a:defRPr sz="1800"/>
            </a:lvl3pPr>
            <a:lvl4pPr marL="1828800" lvl="3" indent="-330200" algn="l" rtl="0">
              <a:lnSpc>
                <a:spcPct val="100000"/>
              </a:lnSpc>
              <a:spcBef>
                <a:spcPts val="320"/>
              </a:spcBef>
              <a:spcAft>
                <a:spcPts val="0"/>
              </a:spcAft>
              <a:buClr>
                <a:schemeClr val="dk1"/>
              </a:buClr>
              <a:buSzPts val="1600"/>
              <a:buChar char="–"/>
              <a:defRPr sz="1600"/>
            </a:lvl4pPr>
            <a:lvl5pPr marL="2286000" lvl="4" indent="-330200" algn="l" rtl="0">
              <a:lnSpc>
                <a:spcPct val="100000"/>
              </a:lnSpc>
              <a:spcBef>
                <a:spcPts val="320"/>
              </a:spcBef>
              <a:spcAft>
                <a:spcPts val="0"/>
              </a:spcAft>
              <a:buClr>
                <a:schemeClr val="dk1"/>
              </a:buClr>
              <a:buSzPts val="1600"/>
              <a:buChar char="»"/>
              <a:defRPr sz="1600"/>
            </a:lvl5pPr>
            <a:lvl6pPr marL="2743200" lvl="5" indent="-330200" algn="l" rtl="0">
              <a:lnSpc>
                <a:spcPct val="100000"/>
              </a:lnSpc>
              <a:spcBef>
                <a:spcPts val="320"/>
              </a:spcBef>
              <a:spcAft>
                <a:spcPts val="0"/>
              </a:spcAft>
              <a:buClr>
                <a:schemeClr val="dk1"/>
              </a:buClr>
              <a:buSzPts val="1600"/>
              <a:buChar char="•"/>
              <a:defRPr sz="1600"/>
            </a:lvl6pPr>
            <a:lvl7pPr marL="3200400" lvl="6" indent="-330200" algn="l" rtl="0">
              <a:lnSpc>
                <a:spcPct val="100000"/>
              </a:lnSpc>
              <a:spcBef>
                <a:spcPts val="320"/>
              </a:spcBef>
              <a:spcAft>
                <a:spcPts val="0"/>
              </a:spcAft>
              <a:buClr>
                <a:schemeClr val="dk1"/>
              </a:buClr>
              <a:buSzPts val="1600"/>
              <a:buChar char="•"/>
              <a:defRPr sz="1600"/>
            </a:lvl7pPr>
            <a:lvl8pPr marL="3657600" lvl="7" indent="-330200" algn="l" rtl="0">
              <a:lnSpc>
                <a:spcPct val="100000"/>
              </a:lnSpc>
              <a:spcBef>
                <a:spcPts val="320"/>
              </a:spcBef>
              <a:spcAft>
                <a:spcPts val="0"/>
              </a:spcAft>
              <a:buClr>
                <a:schemeClr val="dk1"/>
              </a:buClr>
              <a:buSzPts val="1600"/>
              <a:buChar char="•"/>
              <a:defRPr sz="1600"/>
            </a:lvl8pPr>
            <a:lvl9pPr marL="4114800" lvl="8" indent="-330200" algn="l" rtl="0">
              <a:lnSpc>
                <a:spcPct val="100000"/>
              </a:lnSpc>
              <a:spcBef>
                <a:spcPts val="320"/>
              </a:spcBef>
              <a:spcAft>
                <a:spcPts val="0"/>
              </a:spcAft>
              <a:buClr>
                <a:schemeClr val="dk1"/>
              </a:buClr>
              <a:buSzPts val="1600"/>
              <a:buChar char="•"/>
              <a:defRPr sz="1600"/>
            </a:lvl9pPr>
          </a:lstStyle>
          <a:p>
            <a:endParaRPr/>
          </a:p>
        </p:txBody>
      </p:sp>
      <p:sp>
        <p:nvSpPr>
          <p:cNvPr id="745" name="Google Shape;745;p33"/>
          <p:cNvSpPr txBox="1">
            <a:spLocks noGrp="1"/>
          </p:cNvSpPr>
          <p:nvPr>
            <p:ph type="body" idx="3"/>
          </p:nvPr>
        </p:nvSpPr>
        <p:spPr>
          <a:xfrm>
            <a:off x="4645025" y="1535348"/>
            <a:ext cx="4041900" cy="639900"/>
          </a:xfrm>
          <a:prstGeom prst="rect">
            <a:avLst/>
          </a:prstGeom>
          <a:noFill/>
          <a:ln>
            <a:noFill/>
          </a:ln>
        </p:spPr>
        <p:txBody>
          <a:bodyPr spcFirstLastPara="1" wrap="square" lIns="91425" tIns="45700" rIns="91425" bIns="45700" anchor="b" anchorCtr="0">
            <a:normAutofit/>
          </a:bodyPr>
          <a:lstStyle>
            <a:lvl1pPr marL="457200" lvl="0" indent="-228600" algn="l" rtl="0">
              <a:lnSpc>
                <a:spcPct val="100000"/>
              </a:lnSpc>
              <a:spcBef>
                <a:spcPts val="480"/>
              </a:spcBef>
              <a:spcAft>
                <a:spcPts val="0"/>
              </a:spcAft>
              <a:buClr>
                <a:schemeClr val="dk1"/>
              </a:buClr>
              <a:buSzPts val="2400"/>
              <a:buNone/>
              <a:defRPr sz="2400" b="1"/>
            </a:lvl1pPr>
            <a:lvl2pPr marL="914400" lvl="1" indent="-228600" algn="l" rtl="0">
              <a:lnSpc>
                <a:spcPct val="100000"/>
              </a:lnSpc>
              <a:spcBef>
                <a:spcPts val="400"/>
              </a:spcBef>
              <a:spcAft>
                <a:spcPts val="0"/>
              </a:spcAft>
              <a:buClr>
                <a:schemeClr val="dk1"/>
              </a:buClr>
              <a:buSzPts val="2000"/>
              <a:buNone/>
              <a:defRPr sz="2000" b="1"/>
            </a:lvl2pPr>
            <a:lvl3pPr marL="1371600" lvl="2" indent="-228600" algn="l" rtl="0">
              <a:lnSpc>
                <a:spcPct val="100000"/>
              </a:lnSpc>
              <a:spcBef>
                <a:spcPts val="360"/>
              </a:spcBef>
              <a:spcAft>
                <a:spcPts val="0"/>
              </a:spcAft>
              <a:buClr>
                <a:schemeClr val="dk1"/>
              </a:buClr>
              <a:buSzPts val="1800"/>
              <a:buNone/>
              <a:defRPr sz="1800" b="1"/>
            </a:lvl3pPr>
            <a:lvl4pPr marL="1828800" lvl="3" indent="-228600" algn="l" rtl="0">
              <a:lnSpc>
                <a:spcPct val="100000"/>
              </a:lnSpc>
              <a:spcBef>
                <a:spcPts val="320"/>
              </a:spcBef>
              <a:spcAft>
                <a:spcPts val="0"/>
              </a:spcAft>
              <a:buClr>
                <a:schemeClr val="dk1"/>
              </a:buClr>
              <a:buSzPts val="1600"/>
              <a:buNone/>
              <a:defRPr sz="1600" b="1"/>
            </a:lvl4pPr>
            <a:lvl5pPr marL="2286000" lvl="4" indent="-228600" algn="l" rtl="0">
              <a:lnSpc>
                <a:spcPct val="100000"/>
              </a:lnSpc>
              <a:spcBef>
                <a:spcPts val="320"/>
              </a:spcBef>
              <a:spcAft>
                <a:spcPts val="0"/>
              </a:spcAft>
              <a:buClr>
                <a:schemeClr val="dk1"/>
              </a:buClr>
              <a:buSzPts val="1600"/>
              <a:buNone/>
              <a:defRPr sz="1600" b="1"/>
            </a:lvl5pPr>
            <a:lvl6pPr marL="2743200" lvl="5" indent="-228600" algn="l" rtl="0">
              <a:lnSpc>
                <a:spcPct val="100000"/>
              </a:lnSpc>
              <a:spcBef>
                <a:spcPts val="320"/>
              </a:spcBef>
              <a:spcAft>
                <a:spcPts val="0"/>
              </a:spcAft>
              <a:buClr>
                <a:schemeClr val="dk1"/>
              </a:buClr>
              <a:buSzPts val="1600"/>
              <a:buNone/>
              <a:defRPr sz="1600" b="1"/>
            </a:lvl6pPr>
            <a:lvl7pPr marL="3200400" lvl="6" indent="-228600" algn="l" rtl="0">
              <a:lnSpc>
                <a:spcPct val="100000"/>
              </a:lnSpc>
              <a:spcBef>
                <a:spcPts val="320"/>
              </a:spcBef>
              <a:spcAft>
                <a:spcPts val="0"/>
              </a:spcAft>
              <a:buClr>
                <a:schemeClr val="dk1"/>
              </a:buClr>
              <a:buSzPts val="1600"/>
              <a:buNone/>
              <a:defRPr sz="1600" b="1"/>
            </a:lvl7pPr>
            <a:lvl8pPr marL="3657600" lvl="7" indent="-228600" algn="l" rtl="0">
              <a:lnSpc>
                <a:spcPct val="100000"/>
              </a:lnSpc>
              <a:spcBef>
                <a:spcPts val="320"/>
              </a:spcBef>
              <a:spcAft>
                <a:spcPts val="0"/>
              </a:spcAft>
              <a:buClr>
                <a:schemeClr val="dk1"/>
              </a:buClr>
              <a:buSzPts val="1600"/>
              <a:buNone/>
              <a:defRPr sz="1600" b="1"/>
            </a:lvl8pPr>
            <a:lvl9pPr marL="4114800" lvl="8" indent="-228600" algn="l" rtl="0">
              <a:lnSpc>
                <a:spcPct val="100000"/>
              </a:lnSpc>
              <a:spcBef>
                <a:spcPts val="320"/>
              </a:spcBef>
              <a:spcAft>
                <a:spcPts val="0"/>
              </a:spcAft>
              <a:buClr>
                <a:schemeClr val="dk1"/>
              </a:buClr>
              <a:buSzPts val="1600"/>
              <a:buNone/>
              <a:defRPr sz="1600" b="1"/>
            </a:lvl9pPr>
          </a:lstStyle>
          <a:p>
            <a:endParaRPr/>
          </a:p>
        </p:txBody>
      </p:sp>
      <p:sp>
        <p:nvSpPr>
          <p:cNvPr id="746" name="Google Shape;746;p33"/>
          <p:cNvSpPr txBox="1">
            <a:spLocks noGrp="1"/>
          </p:cNvSpPr>
          <p:nvPr>
            <p:ph type="body" idx="4"/>
          </p:nvPr>
        </p:nvSpPr>
        <p:spPr>
          <a:xfrm>
            <a:off x="4645025" y="2175208"/>
            <a:ext cx="4041900" cy="3951900"/>
          </a:xfrm>
          <a:prstGeom prst="rect">
            <a:avLst/>
          </a:prstGeom>
          <a:noFill/>
          <a:ln>
            <a:noFill/>
          </a:ln>
        </p:spPr>
        <p:txBody>
          <a:bodyPr spcFirstLastPara="1" wrap="square" lIns="91425" tIns="45700" rIns="91425" bIns="45700" anchor="t" anchorCtr="0">
            <a:normAutofit/>
          </a:bodyPr>
          <a:lstStyle>
            <a:lvl1pPr marL="457200" lvl="0" indent="-381000" algn="l" rtl="0">
              <a:lnSpc>
                <a:spcPct val="100000"/>
              </a:lnSpc>
              <a:spcBef>
                <a:spcPts val="480"/>
              </a:spcBef>
              <a:spcAft>
                <a:spcPts val="0"/>
              </a:spcAft>
              <a:buClr>
                <a:schemeClr val="dk1"/>
              </a:buClr>
              <a:buSzPts val="2400"/>
              <a:buChar char="•"/>
              <a:defRPr sz="2400"/>
            </a:lvl1pPr>
            <a:lvl2pPr marL="914400" lvl="1" indent="-355600" algn="l" rtl="0">
              <a:lnSpc>
                <a:spcPct val="100000"/>
              </a:lnSpc>
              <a:spcBef>
                <a:spcPts val="400"/>
              </a:spcBef>
              <a:spcAft>
                <a:spcPts val="0"/>
              </a:spcAft>
              <a:buClr>
                <a:schemeClr val="dk1"/>
              </a:buClr>
              <a:buSzPts val="2000"/>
              <a:buChar char="–"/>
              <a:defRPr sz="2000"/>
            </a:lvl2pPr>
            <a:lvl3pPr marL="1371600" lvl="2" indent="-342900" algn="l" rtl="0">
              <a:lnSpc>
                <a:spcPct val="100000"/>
              </a:lnSpc>
              <a:spcBef>
                <a:spcPts val="360"/>
              </a:spcBef>
              <a:spcAft>
                <a:spcPts val="0"/>
              </a:spcAft>
              <a:buClr>
                <a:schemeClr val="dk1"/>
              </a:buClr>
              <a:buSzPts val="1800"/>
              <a:buChar char="•"/>
              <a:defRPr sz="1800"/>
            </a:lvl3pPr>
            <a:lvl4pPr marL="1828800" lvl="3" indent="-330200" algn="l" rtl="0">
              <a:lnSpc>
                <a:spcPct val="100000"/>
              </a:lnSpc>
              <a:spcBef>
                <a:spcPts val="320"/>
              </a:spcBef>
              <a:spcAft>
                <a:spcPts val="0"/>
              </a:spcAft>
              <a:buClr>
                <a:schemeClr val="dk1"/>
              </a:buClr>
              <a:buSzPts val="1600"/>
              <a:buChar char="–"/>
              <a:defRPr sz="1600"/>
            </a:lvl4pPr>
            <a:lvl5pPr marL="2286000" lvl="4" indent="-330200" algn="l" rtl="0">
              <a:lnSpc>
                <a:spcPct val="100000"/>
              </a:lnSpc>
              <a:spcBef>
                <a:spcPts val="320"/>
              </a:spcBef>
              <a:spcAft>
                <a:spcPts val="0"/>
              </a:spcAft>
              <a:buClr>
                <a:schemeClr val="dk1"/>
              </a:buClr>
              <a:buSzPts val="1600"/>
              <a:buChar char="»"/>
              <a:defRPr sz="1600"/>
            </a:lvl5pPr>
            <a:lvl6pPr marL="2743200" lvl="5" indent="-330200" algn="l" rtl="0">
              <a:lnSpc>
                <a:spcPct val="100000"/>
              </a:lnSpc>
              <a:spcBef>
                <a:spcPts val="320"/>
              </a:spcBef>
              <a:spcAft>
                <a:spcPts val="0"/>
              </a:spcAft>
              <a:buClr>
                <a:schemeClr val="dk1"/>
              </a:buClr>
              <a:buSzPts val="1600"/>
              <a:buChar char="•"/>
              <a:defRPr sz="1600"/>
            </a:lvl6pPr>
            <a:lvl7pPr marL="3200400" lvl="6" indent="-330200" algn="l" rtl="0">
              <a:lnSpc>
                <a:spcPct val="100000"/>
              </a:lnSpc>
              <a:spcBef>
                <a:spcPts val="320"/>
              </a:spcBef>
              <a:spcAft>
                <a:spcPts val="0"/>
              </a:spcAft>
              <a:buClr>
                <a:schemeClr val="dk1"/>
              </a:buClr>
              <a:buSzPts val="1600"/>
              <a:buChar char="•"/>
              <a:defRPr sz="1600"/>
            </a:lvl7pPr>
            <a:lvl8pPr marL="3657600" lvl="7" indent="-330200" algn="l" rtl="0">
              <a:lnSpc>
                <a:spcPct val="100000"/>
              </a:lnSpc>
              <a:spcBef>
                <a:spcPts val="320"/>
              </a:spcBef>
              <a:spcAft>
                <a:spcPts val="0"/>
              </a:spcAft>
              <a:buClr>
                <a:schemeClr val="dk1"/>
              </a:buClr>
              <a:buSzPts val="1600"/>
              <a:buChar char="•"/>
              <a:defRPr sz="1600"/>
            </a:lvl8pPr>
            <a:lvl9pPr marL="4114800" lvl="8" indent="-330200" algn="l" rtl="0">
              <a:lnSpc>
                <a:spcPct val="100000"/>
              </a:lnSpc>
              <a:spcBef>
                <a:spcPts val="320"/>
              </a:spcBef>
              <a:spcAft>
                <a:spcPts val="0"/>
              </a:spcAft>
              <a:buClr>
                <a:schemeClr val="dk1"/>
              </a:buClr>
              <a:buSzPts val="1600"/>
              <a:buChar char="•"/>
              <a:defRPr sz="1600"/>
            </a:lvl9pPr>
          </a:lstStyle>
          <a:p>
            <a:endParaRPr/>
          </a:p>
        </p:txBody>
      </p:sp>
      <p:sp>
        <p:nvSpPr>
          <p:cNvPr id="747" name="Google Shape;747;p33"/>
          <p:cNvSpPr txBox="1">
            <a:spLocks noGrp="1"/>
          </p:cNvSpPr>
          <p:nvPr>
            <p:ph type="dt" idx="10"/>
          </p:nvPr>
        </p:nvSpPr>
        <p:spPr>
          <a:xfrm>
            <a:off x="457200" y="6357323"/>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48" name="Google Shape;748;p33"/>
          <p:cNvSpPr txBox="1">
            <a:spLocks noGrp="1"/>
          </p:cNvSpPr>
          <p:nvPr>
            <p:ph type="ftr" idx="11"/>
          </p:nvPr>
        </p:nvSpPr>
        <p:spPr>
          <a:xfrm>
            <a:off x="3124200" y="6357323"/>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49" name="Google Shape;749;p33"/>
          <p:cNvSpPr txBox="1">
            <a:spLocks noGrp="1"/>
          </p:cNvSpPr>
          <p:nvPr>
            <p:ph type="sldNum" idx="12"/>
          </p:nvPr>
        </p:nvSpPr>
        <p:spPr>
          <a:xfrm>
            <a:off x="6553200" y="6357323"/>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0"/>
        <p:cNvGrpSpPr/>
        <p:nvPr/>
      </p:nvGrpSpPr>
      <p:grpSpPr>
        <a:xfrm>
          <a:off x="0" y="0"/>
          <a:ext cx="0" cy="0"/>
          <a:chOff x="0" y="0"/>
          <a:chExt cx="0" cy="0"/>
        </a:xfrm>
      </p:grpSpPr>
      <p:sp>
        <p:nvSpPr>
          <p:cNvPr id="751" name="Google Shape;751;p34"/>
          <p:cNvSpPr txBox="1">
            <a:spLocks noGrp="1"/>
          </p:cNvSpPr>
          <p:nvPr>
            <p:ph type="title"/>
          </p:nvPr>
        </p:nvSpPr>
        <p:spPr>
          <a:xfrm>
            <a:off x="457200" y="274680"/>
            <a:ext cx="8229600" cy="11433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52" name="Google Shape;752;p34"/>
          <p:cNvSpPr txBox="1">
            <a:spLocks noGrp="1"/>
          </p:cNvSpPr>
          <p:nvPr>
            <p:ph type="dt" idx="10"/>
          </p:nvPr>
        </p:nvSpPr>
        <p:spPr>
          <a:xfrm>
            <a:off x="457200" y="6357323"/>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53" name="Google Shape;753;p34"/>
          <p:cNvSpPr txBox="1">
            <a:spLocks noGrp="1"/>
          </p:cNvSpPr>
          <p:nvPr>
            <p:ph type="ftr" idx="11"/>
          </p:nvPr>
        </p:nvSpPr>
        <p:spPr>
          <a:xfrm>
            <a:off x="3124200" y="6357323"/>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54" name="Google Shape;754;p34"/>
          <p:cNvSpPr txBox="1">
            <a:spLocks noGrp="1"/>
          </p:cNvSpPr>
          <p:nvPr>
            <p:ph type="sldNum" idx="12"/>
          </p:nvPr>
        </p:nvSpPr>
        <p:spPr>
          <a:xfrm>
            <a:off x="6553200" y="6357323"/>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55"/>
        <p:cNvGrpSpPr/>
        <p:nvPr/>
      </p:nvGrpSpPr>
      <p:grpSpPr>
        <a:xfrm>
          <a:off x="0" y="0"/>
          <a:ext cx="0" cy="0"/>
          <a:chOff x="0" y="0"/>
          <a:chExt cx="0" cy="0"/>
        </a:xfrm>
      </p:grpSpPr>
      <p:sp>
        <p:nvSpPr>
          <p:cNvPr id="756" name="Google Shape;756;p35"/>
          <p:cNvSpPr txBox="1">
            <a:spLocks noGrp="1"/>
          </p:cNvSpPr>
          <p:nvPr>
            <p:ph type="title"/>
          </p:nvPr>
        </p:nvSpPr>
        <p:spPr>
          <a:xfrm>
            <a:off x="457200" y="273092"/>
            <a:ext cx="3008400" cy="11625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chemeClr val="dk1"/>
              </a:buClr>
              <a:buSzPts val="2000"/>
              <a:buFont typeface="Calibri"/>
              <a:buNone/>
              <a:defRPr sz="2000" b="1"/>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57" name="Google Shape;757;p35"/>
          <p:cNvSpPr txBox="1">
            <a:spLocks noGrp="1"/>
          </p:cNvSpPr>
          <p:nvPr>
            <p:ph type="body" idx="1"/>
          </p:nvPr>
        </p:nvSpPr>
        <p:spPr>
          <a:xfrm>
            <a:off x="3575050" y="273092"/>
            <a:ext cx="5111700" cy="5853900"/>
          </a:xfrm>
          <a:prstGeom prst="rect">
            <a:avLst/>
          </a:prstGeom>
          <a:noFill/>
          <a:ln>
            <a:noFill/>
          </a:ln>
        </p:spPr>
        <p:txBody>
          <a:bodyPr spcFirstLastPara="1" wrap="square" lIns="91425" tIns="45700" rIns="91425" bIns="45700" anchor="t" anchorCtr="0">
            <a:normAutofit/>
          </a:bodyPr>
          <a:lstStyle>
            <a:lvl1pPr marL="457200" lvl="0" indent="-431800" algn="l" rtl="0">
              <a:lnSpc>
                <a:spcPct val="100000"/>
              </a:lnSpc>
              <a:spcBef>
                <a:spcPts val="640"/>
              </a:spcBef>
              <a:spcAft>
                <a:spcPts val="0"/>
              </a:spcAft>
              <a:buClr>
                <a:schemeClr val="dk1"/>
              </a:buClr>
              <a:buSzPts val="3200"/>
              <a:buChar char="•"/>
              <a:defRPr sz="3200"/>
            </a:lvl1pPr>
            <a:lvl2pPr marL="914400" lvl="1" indent="-406400" algn="l" rtl="0">
              <a:lnSpc>
                <a:spcPct val="100000"/>
              </a:lnSpc>
              <a:spcBef>
                <a:spcPts val="560"/>
              </a:spcBef>
              <a:spcAft>
                <a:spcPts val="0"/>
              </a:spcAft>
              <a:buClr>
                <a:schemeClr val="dk1"/>
              </a:buClr>
              <a:buSzPts val="2800"/>
              <a:buChar char="–"/>
              <a:defRPr sz="2800"/>
            </a:lvl2pPr>
            <a:lvl3pPr marL="1371600" lvl="2" indent="-381000" algn="l" rtl="0">
              <a:lnSpc>
                <a:spcPct val="100000"/>
              </a:lnSpc>
              <a:spcBef>
                <a:spcPts val="480"/>
              </a:spcBef>
              <a:spcAft>
                <a:spcPts val="0"/>
              </a:spcAft>
              <a:buClr>
                <a:schemeClr val="dk1"/>
              </a:buClr>
              <a:buSzPts val="2400"/>
              <a:buChar char="•"/>
              <a:defRPr sz="2400"/>
            </a:lvl3pPr>
            <a:lvl4pPr marL="1828800" lvl="3" indent="-355600" algn="l" rtl="0">
              <a:lnSpc>
                <a:spcPct val="100000"/>
              </a:lnSpc>
              <a:spcBef>
                <a:spcPts val="400"/>
              </a:spcBef>
              <a:spcAft>
                <a:spcPts val="0"/>
              </a:spcAft>
              <a:buClr>
                <a:schemeClr val="dk1"/>
              </a:buClr>
              <a:buSzPts val="2000"/>
              <a:buChar char="–"/>
              <a:defRPr sz="2000"/>
            </a:lvl4pPr>
            <a:lvl5pPr marL="2286000" lvl="4" indent="-355600" algn="l" rtl="0">
              <a:lnSpc>
                <a:spcPct val="100000"/>
              </a:lnSpc>
              <a:spcBef>
                <a:spcPts val="400"/>
              </a:spcBef>
              <a:spcAft>
                <a:spcPts val="0"/>
              </a:spcAft>
              <a:buClr>
                <a:schemeClr val="dk1"/>
              </a:buClr>
              <a:buSzPts val="2000"/>
              <a:buChar char="»"/>
              <a:defRPr sz="2000"/>
            </a:lvl5pPr>
            <a:lvl6pPr marL="2743200" lvl="5" indent="-355600" algn="l" rtl="0">
              <a:lnSpc>
                <a:spcPct val="100000"/>
              </a:lnSpc>
              <a:spcBef>
                <a:spcPts val="400"/>
              </a:spcBef>
              <a:spcAft>
                <a:spcPts val="0"/>
              </a:spcAft>
              <a:buClr>
                <a:schemeClr val="dk1"/>
              </a:buClr>
              <a:buSzPts val="2000"/>
              <a:buChar char="•"/>
              <a:defRPr sz="2000"/>
            </a:lvl6pPr>
            <a:lvl7pPr marL="3200400" lvl="6" indent="-355600" algn="l" rtl="0">
              <a:lnSpc>
                <a:spcPct val="100000"/>
              </a:lnSpc>
              <a:spcBef>
                <a:spcPts val="400"/>
              </a:spcBef>
              <a:spcAft>
                <a:spcPts val="0"/>
              </a:spcAft>
              <a:buClr>
                <a:schemeClr val="dk1"/>
              </a:buClr>
              <a:buSzPts val="2000"/>
              <a:buChar char="•"/>
              <a:defRPr sz="2000"/>
            </a:lvl7pPr>
            <a:lvl8pPr marL="3657600" lvl="7" indent="-355600" algn="l" rtl="0">
              <a:lnSpc>
                <a:spcPct val="100000"/>
              </a:lnSpc>
              <a:spcBef>
                <a:spcPts val="400"/>
              </a:spcBef>
              <a:spcAft>
                <a:spcPts val="0"/>
              </a:spcAft>
              <a:buClr>
                <a:schemeClr val="dk1"/>
              </a:buClr>
              <a:buSzPts val="2000"/>
              <a:buChar char="•"/>
              <a:defRPr sz="2000"/>
            </a:lvl8pPr>
            <a:lvl9pPr marL="4114800" lvl="8" indent="-355600" algn="l" rtl="0">
              <a:lnSpc>
                <a:spcPct val="100000"/>
              </a:lnSpc>
              <a:spcBef>
                <a:spcPts val="400"/>
              </a:spcBef>
              <a:spcAft>
                <a:spcPts val="0"/>
              </a:spcAft>
              <a:buClr>
                <a:schemeClr val="dk1"/>
              </a:buClr>
              <a:buSzPts val="2000"/>
              <a:buChar char="•"/>
              <a:defRPr sz="2000"/>
            </a:lvl9pPr>
          </a:lstStyle>
          <a:p>
            <a:endParaRPr/>
          </a:p>
        </p:txBody>
      </p:sp>
      <p:sp>
        <p:nvSpPr>
          <p:cNvPr id="758" name="Google Shape;758;p35"/>
          <p:cNvSpPr txBox="1">
            <a:spLocks noGrp="1"/>
          </p:cNvSpPr>
          <p:nvPr>
            <p:ph type="body" idx="2"/>
          </p:nvPr>
        </p:nvSpPr>
        <p:spPr>
          <a:xfrm>
            <a:off x="457200" y="1435320"/>
            <a:ext cx="3008400" cy="46917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280"/>
              </a:spcBef>
              <a:spcAft>
                <a:spcPts val="0"/>
              </a:spcAft>
              <a:buClr>
                <a:schemeClr val="dk1"/>
              </a:buClr>
              <a:buSzPts val="1400"/>
              <a:buNone/>
              <a:defRPr sz="1400"/>
            </a:lvl1pPr>
            <a:lvl2pPr marL="914400" lvl="1" indent="-228600" algn="l" rtl="0">
              <a:lnSpc>
                <a:spcPct val="100000"/>
              </a:lnSpc>
              <a:spcBef>
                <a:spcPts val="240"/>
              </a:spcBef>
              <a:spcAft>
                <a:spcPts val="0"/>
              </a:spcAft>
              <a:buClr>
                <a:schemeClr val="dk1"/>
              </a:buClr>
              <a:buSzPts val="1200"/>
              <a:buNone/>
              <a:defRPr sz="1200"/>
            </a:lvl2pPr>
            <a:lvl3pPr marL="1371600" lvl="2" indent="-228600" algn="l" rtl="0">
              <a:lnSpc>
                <a:spcPct val="100000"/>
              </a:lnSpc>
              <a:spcBef>
                <a:spcPts val="200"/>
              </a:spcBef>
              <a:spcAft>
                <a:spcPts val="0"/>
              </a:spcAft>
              <a:buClr>
                <a:schemeClr val="dk1"/>
              </a:buClr>
              <a:buSzPts val="1000"/>
              <a:buNone/>
              <a:defRPr sz="1000"/>
            </a:lvl3pPr>
            <a:lvl4pPr marL="1828800" lvl="3" indent="-228600" algn="l" rtl="0">
              <a:lnSpc>
                <a:spcPct val="100000"/>
              </a:lnSpc>
              <a:spcBef>
                <a:spcPts val="180"/>
              </a:spcBef>
              <a:spcAft>
                <a:spcPts val="0"/>
              </a:spcAft>
              <a:buClr>
                <a:schemeClr val="dk1"/>
              </a:buClr>
              <a:buSzPts val="900"/>
              <a:buNone/>
              <a:defRPr sz="900"/>
            </a:lvl4pPr>
            <a:lvl5pPr marL="2286000" lvl="4" indent="-228600" algn="l" rtl="0">
              <a:lnSpc>
                <a:spcPct val="100000"/>
              </a:lnSpc>
              <a:spcBef>
                <a:spcPts val="180"/>
              </a:spcBef>
              <a:spcAft>
                <a:spcPts val="0"/>
              </a:spcAft>
              <a:buClr>
                <a:schemeClr val="dk1"/>
              </a:buClr>
              <a:buSzPts val="900"/>
              <a:buNone/>
              <a:defRPr sz="900"/>
            </a:lvl5pPr>
            <a:lvl6pPr marL="2743200" lvl="5" indent="-228600" algn="l" rtl="0">
              <a:lnSpc>
                <a:spcPct val="100000"/>
              </a:lnSpc>
              <a:spcBef>
                <a:spcPts val="180"/>
              </a:spcBef>
              <a:spcAft>
                <a:spcPts val="0"/>
              </a:spcAft>
              <a:buClr>
                <a:schemeClr val="dk1"/>
              </a:buClr>
              <a:buSzPts val="900"/>
              <a:buNone/>
              <a:defRPr sz="900"/>
            </a:lvl6pPr>
            <a:lvl7pPr marL="3200400" lvl="6" indent="-228600" algn="l" rtl="0">
              <a:lnSpc>
                <a:spcPct val="100000"/>
              </a:lnSpc>
              <a:spcBef>
                <a:spcPts val="180"/>
              </a:spcBef>
              <a:spcAft>
                <a:spcPts val="0"/>
              </a:spcAft>
              <a:buClr>
                <a:schemeClr val="dk1"/>
              </a:buClr>
              <a:buSzPts val="900"/>
              <a:buNone/>
              <a:defRPr sz="900"/>
            </a:lvl7pPr>
            <a:lvl8pPr marL="3657600" lvl="7" indent="-228600" algn="l" rtl="0">
              <a:lnSpc>
                <a:spcPct val="100000"/>
              </a:lnSpc>
              <a:spcBef>
                <a:spcPts val="180"/>
              </a:spcBef>
              <a:spcAft>
                <a:spcPts val="0"/>
              </a:spcAft>
              <a:buClr>
                <a:schemeClr val="dk1"/>
              </a:buClr>
              <a:buSzPts val="900"/>
              <a:buNone/>
              <a:defRPr sz="900"/>
            </a:lvl8pPr>
            <a:lvl9pPr marL="4114800" lvl="8" indent="-228600" algn="l" rtl="0">
              <a:lnSpc>
                <a:spcPct val="100000"/>
              </a:lnSpc>
              <a:spcBef>
                <a:spcPts val="180"/>
              </a:spcBef>
              <a:spcAft>
                <a:spcPts val="0"/>
              </a:spcAft>
              <a:buClr>
                <a:schemeClr val="dk1"/>
              </a:buClr>
              <a:buSzPts val="900"/>
              <a:buNone/>
              <a:defRPr sz="900"/>
            </a:lvl9pPr>
          </a:lstStyle>
          <a:p>
            <a:endParaRPr/>
          </a:p>
        </p:txBody>
      </p:sp>
      <p:sp>
        <p:nvSpPr>
          <p:cNvPr id="759" name="Google Shape;759;p35"/>
          <p:cNvSpPr txBox="1">
            <a:spLocks noGrp="1"/>
          </p:cNvSpPr>
          <p:nvPr>
            <p:ph type="dt" idx="10"/>
          </p:nvPr>
        </p:nvSpPr>
        <p:spPr>
          <a:xfrm>
            <a:off x="457200" y="6357323"/>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60" name="Google Shape;760;p35"/>
          <p:cNvSpPr txBox="1">
            <a:spLocks noGrp="1"/>
          </p:cNvSpPr>
          <p:nvPr>
            <p:ph type="ftr" idx="11"/>
          </p:nvPr>
        </p:nvSpPr>
        <p:spPr>
          <a:xfrm>
            <a:off x="3124200" y="6357323"/>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61" name="Google Shape;761;p35"/>
          <p:cNvSpPr txBox="1">
            <a:spLocks noGrp="1"/>
          </p:cNvSpPr>
          <p:nvPr>
            <p:ph type="sldNum" idx="12"/>
          </p:nvPr>
        </p:nvSpPr>
        <p:spPr>
          <a:xfrm>
            <a:off x="6553200" y="6357323"/>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62"/>
        <p:cNvGrpSpPr/>
        <p:nvPr/>
      </p:nvGrpSpPr>
      <p:grpSpPr>
        <a:xfrm>
          <a:off x="0" y="0"/>
          <a:ext cx="0" cy="0"/>
          <a:chOff x="0" y="0"/>
          <a:chExt cx="0" cy="0"/>
        </a:xfrm>
      </p:grpSpPr>
      <p:sp>
        <p:nvSpPr>
          <p:cNvPr id="763" name="Google Shape;763;p36"/>
          <p:cNvSpPr txBox="1">
            <a:spLocks noGrp="1"/>
          </p:cNvSpPr>
          <p:nvPr>
            <p:ph type="title"/>
          </p:nvPr>
        </p:nvSpPr>
        <p:spPr>
          <a:xfrm>
            <a:off x="1792288" y="4801335"/>
            <a:ext cx="5486400" cy="5667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chemeClr val="dk1"/>
              </a:buClr>
              <a:buSzPts val="2000"/>
              <a:buFont typeface="Calibri"/>
              <a:buNone/>
              <a:defRPr sz="2000" b="1"/>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64" name="Google Shape;764;p36"/>
          <p:cNvSpPr>
            <a:spLocks noGrp="1"/>
          </p:cNvSpPr>
          <p:nvPr>
            <p:ph type="pic" idx="2"/>
          </p:nvPr>
        </p:nvSpPr>
        <p:spPr>
          <a:xfrm>
            <a:off x="1792288" y="612869"/>
            <a:ext cx="5486400" cy="4115400"/>
          </a:xfrm>
          <a:prstGeom prst="rect">
            <a:avLst/>
          </a:prstGeom>
          <a:noFill/>
          <a:ln>
            <a:noFill/>
          </a:ln>
        </p:spPr>
      </p:sp>
      <p:sp>
        <p:nvSpPr>
          <p:cNvPr id="765" name="Google Shape;765;p36"/>
          <p:cNvSpPr txBox="1">
            <a:spLocks noGrp="1"/>
          </p:cNvSpPr>
          <p:nvPr>
            <p:ph type="body" idx="1"/>
          </p:nvPr>
        </p:nvSpPr>
        <p:spPr>
          <a:xfrm>
            <a:off x="1792288" y="5368160"/>
            <a:ext cx="5486400" cy="804900"/>
          </a:xfrm>
          <a:prstGeom prst="rect">
            <a:avLst/>
          </a:prstGeom>
          <a:noFill/>
          <a:ln>
            <a:noFill/>
          </a:ln>
        </p:spPr>
        <p:txBody>
          <a:bodyPr spcFirstLastPara="1" wrap="square" lIns="91425" tIns="45700" rIns="91425" bIns="45700" anchor="t" anchorCtr="0">
            <a:normAutofit/>
          </a:bodyPr>
          <a:lstStyle>
            <a:lvl1pPr marL="457200" lvl="0" indent="-228600" algn="l" rtl="0">
              <a:lnSpc>
                <a:spcPct val="100000"/>
              </a:lnSpc>
              <a:spcBef>
                <a:spcPts val="280"/>
              </a:spcBef>
              <a:spcAft>
                <a:spcPts val="0"/>
              </a:spcAft>
              <a:buClr>
                <a:schemeClr val="dk1"/>
              </a:buClr>
              <a:buSzPts val="1400"/>
              <a:buNone/>
              <a:defRPr sz="1400"/>
            </a:lvl1pPr>
            <a:lvl2pPr marL="914400" lvl="1" indent="-228600" algn="l" rtl="0">
              <a:lnSpc>
                <a:spcPct val="100000"/>
              </a:lnSpc>
              <a:spcBef>
                <a:spcPts val="240"/>
              </a:spcBef>
              <a:spcAft>
                <a:spcPts val="0"/>
              </a:spcAft>
              <a:buClr>
                <a:schemeClr val="dk1"/>
              </a:buClr>
              <a:buSzPts val="1200"/>
              <a:buNone/>
              <a:defRPr sz="1200"/>
            </a:lvl2pPr>
            <a:lvl3pPr marL="1371600" lvl="2" indent="-228600" algn="l" rtl="0">
              <a:lnSpc>
                <a:spcPct val="100000"/>
              </a:lnSpc>
              <a:spcBef>
                <a:spcPts val="200"/>
              </a:spcBef>
              <a:spcAft>
                <a:spcPts val="0"/>
              </a:spcAft>
              <a:buClr>
                <a:schemeClr val="dk1"/>
              </a:buClr>
              <a:buSzPts val="1000"/>
              <a:buNone/>
              <a:defRPr sz="1000"/>
            </a:lvl3pPr>
            <a:lvl4pPr marL="1828800" lvl="3" indent="-228600" algn="l" rtl="0">
              <a:lnSpc>
                <a:spcPct val="100000"/>
              </a:lnSpc>
              <a:spcBef>
                <a:spcPts val="180"/>
              </a:spcBef>
              <a:spcAft>
                <a:spcPts val="0"/>
              </a:spcAft>
              <a:buClr>
                <a:schemeClr val="dk1"/>
              </a:buClr>
              <a:buSzPts val="900"/>
              <a:buNone/>
              <a:defRPr sz="900"/>
            </a:lvl4pPr>
            <a:lvl5pPr marL="2286000" lvl="4" indent="-228600" algn="l" rtl="0">
              <a:lnSpc>
                <a:spcPct val="100000"/>
              </a:lnSpc>
              <a:spcBef>
                <a:spcPts val="180"/>
              </a:spcBef>
              <a:spcAft>
                <a:spcPts val="0"/>
              </a:spcAft>
              <a:buClr>
                <a:schemeClr val="dk1"/>
              </a:buClr>
              <a:buSzPts val="900"/>
              <a:buNone/>
              <a:defRPr sz="900"/>
            </a:lvl5pPr>
            <a:lvl6pPr marL="2743200" lvl="5" indent="-228600" algn="l" rtl="0">
              <a:lnSpc>
                <a:spcPct val="100000"/>
              </a:lnSpc>
              <a:spcBef>
                <a:spcPts val="180"/>
              </a:spcBef>
              <a:spcAft>
                <a:spcPts val="0"/>
              </a:spcAft>
              <a:buClr>
                <a:schemeClr val="dk1"/>
              </a:buClr>
              <a:buSzPts val="900"/>
              <a:buNone/>
              <a:defRPr sz="900"/>
            </a:lvl6pPr>
            <a:lvl7pPr marL="3200400" lvl="6" indent="-228600" algn="l" rtl="0">
              <a:lnSpc>
                <a:spcPct val="100000"/>
              </a:lnSpc>
              <a:spcBef>
                <a:spcPts val="180"/>
              </a:spcBef>
              <a:spcAft>
                <a:spcPts val="0"/>
              </a:spcAft>
              <a:buClr>
                <a:schemeClr val="dk1"/>
              </a:buClr>
              <a:buSzPts val="900"/>
              <a:buNone/>
              <a:defRPr sz="900"/>
            </a:lvl7pPr>
            <a:lvl8pPr marL="3657600" lvl="7" indent="-228600" algn="l" rtl="0">
              <a:lnSpc>
                <a:spcPct val="100000"/>
              </a:lnSpc>
              <a:spcBef>
                <a:spcPts val="180"/>
              </a:spcBef>
              <a:spcAft>
                <a:spcPts val="0"/>
              </a:spcAft>
              <a:buClr>
                <a:schemeClr val="dk1"/>
              </a:buClr>
              <a:buSzPts val="900"/>
              <a:buNone/>
              <a:defRPr sz="900"/>
            </a:lvl8pPr>
            <a:lvl9pPr marL="4114800" lvl="8" indent="-228600" algn="l" rtl="0">
              <a:lnSpc>
                <a:spcPct val="100000"/>
              </a:lnSpc>
              <a:spcBef>
                <a:spcPts val="180"/>
              </a:spcBef>
              <a:spcAft>
                <a:spcPts val="0"/>
              </a:spcAft>
              <a:buClr>
                <a:schemeClr val="dk1"/>
              </a:buClr>
              <a:buSzPts val="900"/>
              <a:buNone/>
              <a:defRPr sz="900"/>
            </a:lvl9pPr>
          </a:lstStyle>
          <a:p>
            <a:endParaRPr/>
          </a:p>
        </p:txBody>
      </p:sp>
      <p:sp>
        <p:nvSpPr>
          <p:cNvPr id="766" name="Google Shape;766;p36"/>
          <p:cNvSpPr txBox="1">
            <a:spLocks noGrp="1"/>
          </p:cNvSpPr>
          <p:nvPr>
            <p:ph type="dt" idx="10"/>
          </p:nvPr>
        </p:nvSpPr>
        <p:spPr>
          <a:xfrm>
            <a:off x="457200" y="6357323"/>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67" name="Google Shape;767;p36"/>
          <p:cNvSpPr txBox="1">
            <a:spLocks noGrp="1"/>
          </p:cNvSpPr>
          <p:nvPr>
            <p:ph type="ftr" idx="11"/>
          </p:nvPr>
        </p:nvSpPr>
        <p:spPr>
          <a:xfrm>
            <a:off x="3124200" y="6357323"/>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68" name="Google Shape;768;p36"/>
          <p:cNvSpPr txBox="1">
            <a:spLocks noGrp="1"/>
          </p:cNvSpPr>
          <p:nvPr>
            <p:ph type="sldNum" idx="12"/>
          </p:nvPr>
        </p:nvSpPr>
        <p:spPr>
          <a:xfrm>
            <a:off x="6553200" y="6357323"/>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9"/>
        <p:cNvGrpSpPr/>
        <p:nvPr/>
      </p:nvGrpSpPr>
      <p:grpSpPr>
        <a:xfrm>
          <a:off x="0" y="0"/>
          <a:ext cx="0" cy="0"/>
          <a:chOff x="0" y="0"/>
          <a:chExt cx="0" cy="0"/>
        </a:xfrm>
      </p:grpSpPr>
      <p:sp>
        <p:nvSpPr>
          <p:cNvPr id="770" name="Google Shape;770;p37"/>
          <p:cNvSpPr txBox="1">
            <a:spLocks noGrp="1"/>
          </p:cNvSpPr>
          <p:nvPr>
            <p:ph type="title"/>
          </p:nvPr>
        </p:nvSpPr>
        <p:spPr>
          <a:xfrm>
            <a:off x="457200" y="274680"/>
            <a:ext cx="8229600" cy="11433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71" name="Google Shape;771;p37"/>
          <p:cNvSpPr txBox="1">
            <a:spLocks noGrp="1"/>
          </p:cNvSpPr>
          <p:nvPr>
            <p:ph type="body" idx="1"/>
          </p:nvPr>
        </p:nvSpPr>
        <p:spPr>
          <a:xfrm rot="5400000">
            <a:off x="2308651" y="-251004"/>
            <a:ext cx="4526700" cy="82296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360"/>
              </a:spcBef>
              <a:spcAft>
                <a:spcPts val="0"/>
              </a:spcAft>
              <a:buClr>
                <a:schemeClr val="dk1"/>
              </a:buClr>
              <a:buSzPts val="1800"/>
              <a:buChar char="•"/>
              <a:defRPr/>
            </a:lvl1pPr>
            <a:lvl2pPr marL="914400" lvl="1" indent="-342900" algn="l" rtl="0">
              <a:lnSpc>
                <a:spcPct val="100000"/>
              </a:lnSpc>
              <a:spcBef>
                <a:spcPts val="360"/>
              </a:spcBef>
              <a:spcAft>
                <a:spcPts val="0"/>
              </a:spcAft>
              <a:buClr>
                <a:schemeClr val="dk1"/>
              </a:buClr>
              <a:buSzPts val="1800"/>
              <a:buChar char="–"/>
              <a:defRPr/>
            </a:lvl2pPr>
            <a:lvl3pPr marL="1371600" lvl="2" indent="-342900" algn="l" rtl="0">
              <a:lnSpc>
                <a:spcPct val="100000"/>
              </a:lnSpc>
              <a:spcBef>
                <a:spcPts val="360"/>
              </a:spcBef>
              <a:spcAft>
                <a:spcPts val="0"/>
              </a:spcAft>
              <a:buClr>
                <a:schemeClr val="dk1"/>
              </a:buClr>
              <a:buSzPts val="1800"/>
              <a:buChar char="•"/>
              <a:defRPr/>
            </a:lvl3pPr>
            <a:lvl4pPr marL="1828800" lvl="3" indent="-342900" algn="l" rtl="0">
              <a:lnSpc>
                <a:spcPct val="100000"/>
              </a:lnSpc>
              <a:spcBef>
                <a:spcPts val="360"/>
              </a:spcBef>
              <a:spcAft>
                <a:spcPts val="0"/>
              </a:spcAft>
              <a:buClr>
                <a:schemeClr val="dk1"/>
              </a:buClr>
              <a:buSzPts val="1800"/>
              <a:buChar char="–"/>
              <a:defRPr/>
            </a:lvl4pPr>
            <a:lvl5pPr marL="2286000" lvl="4" indent="-342900" algn="l" rtl="0">
              <a:lnSpc>
                <a:spcPct val="100000"/>
              </a:lnSpc>
              <a:spcBef>
                <a:spcPts val="360"/>
              </a:spcBef>
              <a:spcAft>
                <a:spcPts val="0"/>
              </a:spcAft>
              <a:buClr>
                <a:schemeClr val="dk1"/>
              </a:buClr>
              <a:buSzPts val="1800"/>
              <a:buChar char="»"/>
              <a:defRPr/>
            </a:lvl5pPr>
            <a:lvl6pPr marL="2743200" lvl="5" indent="-342900" algn="l" rtl="0">
              <a:lnSpc>
                <a:spcPct val="100000"/>
              </a:lnSpc>
              <a:spcBef>
                <a:spcPts val="360"/>
              </a:spcBef>
              <a:spcAft>
                <a:spcPts val="0"/>
              </a:spcAft>
              <a:buClr>
                <a:schemeClr val="dk1"/>
              </a:buClr>
              <a:buSzPts val="1800"/>
              <a:buChar char="•"/>
              <a:defRPr/>
            </a:lvl6pPr>
            <a:lvl7pPr marL="3200400" lvl="6" indent="-342900" algn="l" rtl="0">
              <a:lnSpc>
                <a:spcPct val="100000"/>
              </a:lnSpc>
              <a:spcBef>
                <a:spcPts val="360"/>
              </a:spcBef>
              <a:spcAft>
                <a:spcPts val="0"/>
              </a:spcAft>
              <a:buClr>
                <a:schemeClr val="dk1"/>
              </a:buClr>
              <a:buSzPts val="1800"/>
              <a:buChar char="•"/>
              <a:defRPr/>
            </a:lvl7pPr>
            <a:lvl8pPr marL="3657600" lvl="7" indent="-342900" algn="l" rtl="0">
              <a:lnSpc>
                <a:spcPct val="100000"/>
              </a:lnSpc>
              <a:spcBef>
                <a:spcPts val="360"/>
              </a:spcBef>
              <a:spcAft>
                <a:spcPts val="0"/>
              </a:spcAft>
              <a:buClr>
                <a:schemeClr val="dk1"/>
              </a:buClr>
              <a:buSzPts val="1800"/>
              <a:buChar char="•"/>
              <a:defRPr/>
            </a:lvl8pPr>
            <a:lvl9pPr marL="4114800" lvl="8" indent="-342900" algn="l" rtl="0">
              <a:lnSpc>
                <a:spcPct val="100000"/>
              </a:lnSpc>
              <a:spcBef>
                <a:spcPts val="360"/>
              </a:spcBef>
              <a:spcAft>
                <a:spcPts val="0"/>
              </a:spcAft>
              <a:buClr>
                <a:schemeClr val="dk1"/>
              </a:buClr>
              <a:buSzPts val="1800"/>
              <a:buChar char="•"/>
              <a:defRPr/>
            </a:lvl9pPr>
          </a:lstStyle>
          <a:p>
            <a:endParaRPr/>
          </a:p>
        </p:txBody>
      </p:sp>
      <p:sp>
        <p:nvSpPr>
          <p:cNvPr id="772" name="Google Shape;772;p37"/>
          <p:cNvSpPr txBox="1">
            <a:spLocks noGrp="1"/>
          </p:cNvSpPr>
          <p:nvPr>
            <p:ph type="dt" idx="10"/>
          </p:nvPr>
        </p:nvSpPr>
        <p:spPr>
          <a:xfrm>
            <a:off x="457200" y="6357323"/>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73" name="Google Shape;773;p37"/>
          <p:cNvSpPr txBox="1">
            <a:spLocks noGrp="1"/>
          </p:cNvSpPr>
          <p:nvPr>
            <p:ph type="ftr" idx="11"/>
          </p:nvPr>
        </p:nvSpPr>
        <p:spPr>
          <a:xfrm>
            <a:off x="3124200" y="6357323"/>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74" name="Google Shape;774;p37"/>
          <p:cNvSpPr txBox="1">
            <a:spLocks noGrp="1"/>
          </p:cNvSpPr>
          <p:nvPr>
            <p:ph type="sldNum" idx="12"/>
          </p:nvPr>
        </p:nvSpPr>
        <p:spPr>
          <a:xfrm>
            <a:off x="6553200" y="6357323"/>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5"/>
        <p:cNvGrpSpPr/>
        <p:nvPr/>
      </p:nvGrpSpPr>
      <p:grpSpPr>
        <a:xfrm>
          <a:off x="0" y="0"/>
          <a:ext cx="0" cy="0"/>
          <a:chOff x="0" y="0"/>
          <a:chExt cx="0" cy="0"/>
        </a:xfrm>
      </p:grpSpPr>
      <p:sp>
        <p:nvSpPr>
          <p:cNvPr id="776" name="Google Shape;776;p38"/>
          <p:cNvSpPr txBox="1">
            <a:spLocks noGrp="1"/>
          </p:cNvSpPr>
          <p:nvPr>
            <p:ph type="title"/>
          </p:nvPr>
        </p:nvSpPr>
        <p:spPr>
          <a:xfrm rot="5400000">
            <a:off x="4731901" y="2172181"/>
            <a:ext cx="5852400" cy="2057400"/>
          </a:xfrm>
          <a:prstGeom prst="rect">
            <a:avLst/>
          </a:prstGeom>
          <a:noFill/>
          <a:ln>
            <a:noFill/>
          </a:ln>
        </p:spPr>
        <p:txBody>
          <a:bodyPr spcFirstLastPara="1" wrap="square" lIns="91425" tIns="45700" rIns="91425" bIns="45700" anchor="ctr" anchorCtr="0">
            <a:normAutofit/>
          </a:bodyPr>
          <a:lstStyle>
            <a:lvl1pPr lvl="0" algn="ctr" rtl="0">
              <a:lnSpc>
                <a:spcPct val="10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77" name="Google Shape;777;p38"/>
          <p:cNvSpPr txBox="1">
            <a:spLocks noGrp="1"/>
          </p:cNvSpPr>
          <p:nvPr>
            <p:ph type="body" idx="1"/>
          </p:nvPr>
        </p:nvSpPr>
        <p:spPr>
          <a:xfrm rot="5400000">
            <a:off x="540900" y="190980"/>
            <a:ext cx="5852400" cy="6019800"/>
          </a:xfrm>
          <a:prstGeom prst="rect">
            <a:avLst/>
          </a:prstGeom>
          <a:noFill/>
          <a:ln>
            <a:noFill/>
          </a:ln>
        </p:spPr>
        <p:txBody>
          <a:bodyPr spcFirstLastPara="1" wrap="square" lIns="91425" tIns="45700" rIns="91425" bIns="45700" anchor="t" anchorCtr="0">
            <a:normAutofit/>
          </a:bodyPr>
          <a:lstStyle>
            <a:lvl1pPr marL="457200" lvl="0" indent="-342900" algn="l" rtl="0">
              <a:lnSpc>
                <a:spcPct val="100000"/>
              </a:lnSpc>
              <a:spcBef>
                <a:spcPts val="360"/>
              </a:spcBef>
              <a:spcAft>
                <a:spcPts val="0"/>
              </a:spcAft>
              <a:buClr>
                <a:schemeClr val="dk1"/>
              </a:buClr>
              <a:buSzPts val="1800"/>
              <a:buChar char="•"/>
              <a:defRPr/>
            </a:lvl1pPr>
            <a:lvl2pPr marL="914400" lvl="1" indent="-342900" algn="l" rtl="0">
              <a:lnSpc>
                <a:spcPct val="100000"/>
              </a:lnSpc>
              <a:spcBef>
                <a:spcPts val="360"/>
              </a:spcBef>
              <a:spcAft>
                <a:spcPts val="0"/>
              </a:spcAft>
              <a:buClr>
                <a:schemeClr val="dk1"/>
              </a:buClr>
              <a:buSzPts val="1800"/>
              <a:buChar char="–"/>
              <a:defRPr/>
            </a:lvl2pPr>
            <a:lvl3pPr marL="1371600" lvl="2" indent="-342900" algn="l" rtl="0">
              <a:lnSpc>
                <a:spcPct val="100000"/>
              </a:lnSpc>
              <a:spcBef>
                <a:spcPts val="360"/>
              </a:spcBef>
              <a:spcAft>
                <a:spcPts val="0"/>
              </a:spcAft>
              <a:buClr>
                <a:schemeClr val="dk1"/>
              </a:buClr>
              <a:buSzPts val="1800"/>
              <a:buChar char="•"/>
              <a:defRPr/>
            </a:lvl3pPr>
            <a:lvl4pPr marL="1828800" lvl="3" indent="-342900" algn="l" rtl="0">
              <a:lnSpc>
                <a:spcPct val="100000"/>
              </a:lnSpc>
              <a:spcBef>
                <a:spcPts val="360"/>
              </a:spcBef>
              <a:spcAft>
                <a:spcPts val="0"/>
              </a:spcAft>
              <a:buClr>
                <a:schemeClr val="dk1"/>
              </a:buClr>
              <a:buSzPts val="1800"/>
              <a:buChar char="–"/>
              <a:defRPr/>
            </a:lvl4pPr>
            <a:lvl5pPr marL="2286000" lvl="4" indent="-342900" algn="l" rtl="0">
              <a:lnSpc>
                <a:spcPct val="100000"/>
              </a:lnSpc>
              <a:spcBef>
                <a:spcPts val="360"/>
              </a:spcBef>
              <a:spcAft>
                <a:spcPts val="0"/>
              </a:spcAft>
              <a:buClr>
                <a:schemeClr val="dk1"/>
              </a:buClr>
              <a:buSzPts val="1800"/>
              <a:buChar char="»"/>
              <a:defRPr/>
            </a:lvl5pPr>
            <a:lvl6pPr marL="2743200" lvl="5" indent="-342900" algn="l" rtl="0">
              <a:lnSpc>
                <a:spcPct val="100000"/>
              </a:lnSpc>
              <a:spcBef>
                <a:spcPts val="360"/>
              </a:spcBef>
              <a:spcAft>
                <a:spcPts val="0"/>
              </a:spcAft>
              <a:buClr>
                <a:schemeClr val="dk1"/>
              </a:buClr>
              <a:buSzPts val="1800"/>
              <a:buChar char="•"/>
              <a:defRPr/>
            </a:lvl6pPr>
            <a:lvl7pPr marL="3200400" lvl="6" indent="-342900" algn="l" rtl="0">
              <a:lnSpc>
                <a:spcPct val="100000"/>
              </a:lnSpc>
              <a:spcBef>
                <a:spcPts val="360"/>
              </a:spcBef>
              <a:spcAft>
                <a:spcPts val="0"/>
              </a:spcAft>
              <a:buClr>
                <a:schemeClr val="dk1"/>
              </a:buClr>
              <a:buSzPts val="1800"/>
              <a:buChar char="•"/>
              <a:defRPr/>
            </a:lvl7pPr>
            <a:lvl8pPr marL="3657600" lvl="7" indent="-342900" algn="l" rtl="0">
              <a:lnSpc>
                <a:spcPct val="100000"/>
              </a:lnSpc>
              <a:spcBef>
                <a:spcPts val="360"/>
              </a:spcBef>
              <a:spcAft>
                <a:spcPts val="0"/>
              </a:spcAft>
              <a:buClr>
                <a:schemeClr val="dk1"/>
              </a:buClr>
              <a:buSzPts val="1800"/>
              <a:buChar char="•"/>
              <a:defRPr/>
            </a:lvl8pPr>
            <a:lvl9pPr marL="4114800" lvl="8" indent="-342900" algn="l" rtl="0">
              <a:lnSpc>
                <a:spcPct val="100000"/>
              </a:lnSpc>
              <a:spcBef>
                <a:spcPts val="360"/>
              </a:spcBef>
              <a:spcAft>
                <a:spcPts val="0"/>
              </a:spcAft>
              <a:buClr>
                <a:schemeClr val="dk1"/>
              </a:buClr>
              <a:buSzPts val="1800"/>
              <a:buChar char="•"/>
              <a:defRPr/>
            </a:lvl9pPr>
          </a:lstStyle>
          <a:p>
            <a:endParaRPr/>
          </a:p>
        </p:txBody>
      </p:sp>
      <p:sp>
        <p:nvSpPr>
          <p:cNvPr id="778" name="Google Shape;778;p38"/>
          <p:cNvSpPr txBox="1">
            <a:spLocks noGrp="1"/>
          </p:cNvSpPr>
          <p:nvPr>
            <p:ph type="dt" idx="10"/>
          </p:nvPr>
        </p:nvSpPr>
        <p:spPr>
          <a:xfrm>
            <a:off x="457200" y="6357323"/>
            <a:ext cx="21336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79" name="Google Shape;779;p38"/>
          <p:cNvSpPr txBox="1">
            <a:spLocks noGrp="1"/>
          </p:cNvSpPr>
          <p:nvPr>
            <p:ph type="ftr" idx="11"/>
          </p:nvPr>
        </p:nvSpPr>
        <p:spPr>
          <a:xfrm>
            <a:off x="3124200" y="6357323"/>
            <a:ext cx="28956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80" name="Google Shape;780;p38"/>
          <p:cNvSpPr txBox="1">
            <a:spLocks noGrp="1"/>
          </p:cNvSpPr>
          <p:nvPr>
            <p:ph type="sldNum" idx="12"/>
          </p:nvPr>
        </p:nvSpPr>
        <p:spPr>
          <a:xfrm>
            <a:off x="6553200" y="6357323"/>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jp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6600"/>
              <a:buFont typeface="Playfair Display"/>
              <a:buNone/>
              <a:defRPr sz="6600" b="0" i="0" u="none" strike="noStrike" cap="none">
                <a:solidFill>
                  <a:schemeClr val="dk1"/>
                </a:solidFill>
                <a:latin typeface="Playfair Display"/>
                <a:ea typeface="Playfair Display"/>
                <a:cs typeface="Playfair Display"/>
                <a:sym typeface="Playfair Display"/>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042988" y="2493893"/>
            <a:ext cx="16771500" cy="6528000"/>
          </a:xfrm>
          <a:prstGeom prst="rect">
            <a:avLst/>
          </a:prstGeom>
          <a:noFill/>
          <a:ln>
            <a:noFill/>
          </a:ln>
        </p:spPr>
        <p:txBody>
          <a:bodyPr spcFirstLastPara="1" wrap="square" lIns="91425" tIns="45700" rIns="91425" bIns="45700" anchor="t" anchorCtr="0">
            <a:normAutofit/>
          </a:bodyPr>
          <a:lstStyle>
            <a:lvl1pPr marL="457200" marR="0" lvl="0" indent="-495300" algn="l" rtl="0">
              <a:lnSpc>
                <a:spcPct val="90000"/>
              </a:lnSpc>
              <a:spcBef>
                <a:spcPts val="1500"/>
              </a:spcBef>
              <a:spcAft>
                <a:spcPts val="0"/>
              </a:spcAft>
              <a:buClr>
                <a:schemeClr val="dk1"/>
              </a:buClr>
              <a:buSzPts val="4200"/>
              <a:buFont typeface="Arial"/>
              <a:buChar char="•"/>
              <a:defRPr sz="4200" b="0" i="0" u="none" strike="noStrike" cap="none">
                <a:solidFill>
                  <a:schemeClr val="dk1"/>
                </a:solidFill>
                <a:latin typeface="Roboto"/>
                <a:ea typeface="Roboto"/>
                <a:cs typeface="Roboto"/>
                <a:sym typeface="Roboto"/>
              </a:defRPr>
            </a:lvl1pPr>
            <a:lvl2pPr marL="914400" marR="0" lvl="1" indent="-457200" algn="l" rtl="0">
              <a:lnSpc>
                <a:spcPct val="90000"/>
              </a:lnSpc>
              <a:spcBef>
                <a:spcPts val="750"/>
              </a:spcBef>
              <a:spcAft>
                <a:spcPts val="0"/>
              </a:spcAft>
              <a:buClr>
                <a:schemeClr val="dk1"/>
              </a:buClr>
              <a:buSzPts val="3600"/>
              <a:buFont typeface="Arial"/>
              <a:buChar char="•"/>
              <a:defRPr sz="3600" b="0" i="0" u="none" strike="noStrike" cap="none">
                <a:solidFill>
                  <a:schemeClr val="dk1"/>
                </a:solidFill>
                <a:latin typeface="Roboto"/>
                <a:ea typeface="Roboto"/>
                <a:cs typeface="Roboto"/>
                <a:sym typeface="Roboto"/>
              </a:defRPr>
            </a:lvl2pPr>
            <a:lvl3pPr marL="1371600" marR="0" lvl="2" indent="-419100" algn="l" rtl="0">
              <a:lnSpc>
                <a:spcPct val="90000"/>
              </a:lnSpc>
              <a:spcBef>
                <a:spcPts val="750"/>
              </a:spcBef>
              <a:spcAft>
                <a:spcPts val="0"/>
              </a:spcAft>
              <a:buClr>
                <a:schemeClr val="dk1"/>
              </a:buClr>
              <a:buSzPts val="3000"/>
              <a:buFont typeface="Arial"/>
              <a:buChar char="•"/>
              <a:defRPr sz="3000" b="0" i="0" u="none" strike="noStrike" cap="none">
                <a:solidFill>
                  <a:schemeClr val="dk1"/>
                </a:solidFill>
                <a:latin typeface="Roboto"/>
                <a:ea typeface="Roboto"/>
                <a:cs typeface="Roboto"/>
                <a:sym typeface="Roboto"/>
              </a:defRPr>
            </a:lvl3pPr>
            <a:lvl4pPr marL="1828800" marR="0" lvl="3"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Roboto"/>
                <a:ea typeface="Roboto"/>
                <a:cs typeface="Roboto"/>
                <a:sym typeface="Roboto"/>
              </a:defRPr>
            </a:lvl4pPr>
            <a:lvl5pPr marL="2286000" marR="0" lvl="4"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Roboto"/>
                <a:ea typeface="Roboto"/>
                <a:cs typeface="Roboto"/>
                <a:sym typeface="Roboto"/>
              </a:defRPr>
            </a:lvl5pPr>
            <a:lvl6pPr marL="2743200" marR="0" lvl="5"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Roboto"/>
                <a:ea typeface="Roboto"/>
                <a:cs typeface="Roboto"/>
                <a:sym typeface="Roboto"/>
              </a:defRPr>
            </a:lvl6pPr>
            <a:lvl7pPr marL="3200400" marR="0" lvl="6"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Roboto"/>
                <a:ea typeface="Roboto"/>
                <a:cs typeface="Roboto"/>
                <a:sym typeface="Roboto"/>
              </a:defRPr>
            </a:lvl7pPr>
            <a:lvl8pPr marL="3657600" marR="0" lvl="7"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Roboto"/>
                <a:ea typeface="Roboto"/>
                <a:cs typeface="Roboto"/>
                <a:sym typeface="Roboto"/>
              </a:defRPr>
            </a:lvl8pPr>
            <a:lvl9pPr marL="4114800" marR="0" lvl="8" indent="-400050" algn="l" rtl="0">
              <a:lnSpc>
                <a:spcPct val="90000"/>
              </a:lnSpc>
              <a:spcBef>
                <a:spcPts val="750"/>
              </a:spcBef>
              <a:spcAft>
                <a:spcPts val="0"/>
              </a:spcAft>
              <a:buClr>
                <a:schemeClr val="dk1"/>
              </a:buClr>
              <a:buSzPts val="2700"/>
              <a:buFont typeface="Arial"/>
              <a:buChar char="•"/>
              <a:defRPr sz="2700" b="0" i="0" u="none" strike="noStrike" cap="none">
                <a:solidFill>
                  <a:schemeClr val="dk1"/>
                </a:solidFill>
                <a:latin typeface="Roboto"/>
                <a:ea typeface="Roboto"/>
                <a:cs typeface="Roboto"/>
                <a:sym typeface="Roboto"/>
              </a:defRPr>
            </a:lvl9pPr>
          </a:lstStyle>
          <a:p>
            <a:endParaRPr/>
          </a:p>
        </p:txBody>
      </p:sp>
      <p:sp>
        <p:nvSpPr>
          <p:cNvPr id="12" name="Google Shape;12;p1"/>
          <p:cNvSpPr txBox="1">
            <a:spLocks noGrp="1"/>
          </p:cNvSpPr>
          <p:nvPr>
            <p:ph type="dt" idx="10"/>
          </p:nvPr>
        </p:nvSpPr>
        <p:spPr>
          <a:xfrm>
            <a:off x="2547256" y="9535998"/>
            <a:ext cx="2824800" cy="5478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rgbClr val="919091"/>
                </a:solidFill>
                <a:latin typeface="Roboto"/>
                <a:ea typeface="Roboto"/>
                <a:cs typeface="Roboto"/>
                <a:sym typeface="Roboto"/>
              </a:defRPr>
            </a:lvl1pPr>
            <a:lvl2pPr marR="0" lvl="1" algn="l" rtl="0">
              <a:spcBef>
                <a:spcPts val="0"/>
              </a:spcBef>
              <a:spcAft>
                <a:spcPts val="0"/>
              </a:spcAft>
              <a:buSzPts val="1400"/>
              <a:buNone/>
              <a:defRPr sz="2700" b="0" i="0" u="none" strike="noStrike" cap="none">
                <a:solidFill>
                  <a:schemeClr val="dk1"/>
                </a:solidFill>
                <a:latin typeface="Roboto"/>
                <a:ea typeface="Roboto"/>
                <a:cs typeface="Roboto"/>
                <a:sym typeface="Roboto"/>
              </a:defRPr>
            </a:lvl2pPr>
            <a:lvl3pPr marR="0" lvl="2" algn="l" rtl="0">
              <a:spcBef>
                <a:spcPts val="0"/>
              </a:spcBef>
              <a:spcAft>
                <a:spcPts val="0"/>
              </a:spcAft>
              <a:buSzPts val="1400"/>
              <a:buNone/>
              <a:defRPr sz="2700" b="0" i="0" u="none" strike="noStrike" cap="none">
                <a:solidFill>
                  <a:schemeClr val="dk1"/>
                </a:solidFill>
                <a:latin typeface="Roboto"/>
                <a:ea typeface="Roboto"/>
                <a:cs typeface="Roboto"/>
                <a:sym typeface="Roboto"/>
              </a:defRPr>
            </a:lvl3pPr>
            <a:lvl4pPr marR="0" lvl="3" algn="l" rtl="0">
              <a:spcBef>
                <a:spcPts val="0"/>
              </a:spcBef>
              <a:spcAft>
                <a:spcPts val="0"/>
              </a:spcAft>
              <a:buSzPts val="1400"/>
              <a:buNone/>
              <a:defRPr sz="2700" b="0" i="0" u="none" strike="noStrike" cap="none">
                <a:solidFill>
                  <a:schemeClr val="dk1"/>
                </a:solidFill>
                <a:latin typeface="Roboto"/>
                <a:ea typeface="Roboto"/>
                <a:cs typeface="Roboto"/>
                <a:sym typeface="Roboto"/>
              </a:defRPr>
            </a:lvl4pPr>
            <a:lvl5pPr marR="0" lvl="4" algn="l" rtl="0">
              <a:spcBef>
                <a:spcPts val="0"/>
              </a:spcBef>
              <a:spcAft>
                <a:spcPts val="0"/>
              </a:spcAft>
              <a:buSzPts val="1400"/>
              <a:buNone/>
              <a:defRPr sz="2700" b="0" i="0" u="none" strike="noStrike" cap="none">
                <a:solidFill>
                  <a:schemeClr val="dk1"/>
                </a:solidFill>
                <a:latin typeface="Roboto"/>
                <a:ea typeface="Roboto"/>
                <a:cs typeface="Roboto"/>
                <a:sym typeface="Roboto"/>
              </a:defRPr>
            </a:lvl5pPr>
            <a:lvl6pPr marR="0" lvl="5" algn="l" rtl="0">
              <a:spcBef>
                <a:spcPts val="0"/>
              </a:spcBef>
              <a:spcAft>
                <a:spcPts val="0"/>
              </a:spcAft>
              <a:buSzPts val="1400"/>
              <a:buNone/>
              <a:defRPr sz="2700" b="0" i="0" u="none" strike="noStrike" cap="none">
                <a:solidFill>
                  <a:schemeClr val="dk1"/>
                </a:solidFill>
                <a:latin typeface="Roboto"/>
                <a:ea typeface="Roboto"/>
                <a:cs typeface="Roboto"/>
                <a:sym typeface="Roboto"/>
              </a:defRPr>
            </a:lvl6pPr>
            <a:lvl7pPr marR="0" lvl="6" algn="l" rtl="0">
              <a:spcBef>
                <a:spcPts val="0"/>
              </a:spcBef>
              <a:spcAft>
                <a:spcPts val="0"/>
              </a:spcAft>
              <a:buSzPts val="1400"/>
              <a:buNone/>
              <a:defRPr sz="2700" b="0" i="0" u="none" strike="noStrike" cap="none">
                <a:solidFill>
                  <a:schemeClr val="dk1"/>
                </a:solidFill>
                <a:latin typeface="Roboto"/>
                <a:ea typeface="Roboto"/>
                <a:cs typeface="Roboto"/>
                <a:sym typeface="Roboto"/>
              </a:defRPr>
            </a:lvl7pPr>
            <a:lvl8pPr marR="0" lvl="7" algn="l" rtl="0">
              <a:spcBef>
                <a:spcPts val="0"/>
              </a:spcBef>
              <a:spcAft>
                <a:spcPts val="0"/>
              </a:spcAft>
              <a:buSzPts val="1400"/>
              <a:buNone/>
              <a:defRPr sz="2700" b="0" i="0" u="none" strike="noStrike" cap="none">
                <a:solidFill>
                  <a:schemeClr val="dk1"/>
                </a:solidFill>
                <a:latin typeface="Roboto"/>
                <a:ea typeface="Roboto"/>
                <a:cs typeface="Roboto"/>
                <a:sym typeface="Roboto"/>
              </a:defRPr>
            </a:lvl8pPr>
            <a:lvl9pPr marR="0" lvl="8" algn="l" rtl="0">
              <a:spcBef>
                <a:spcPts val="0"/>
              </a:spcBef>
              <a:spcAft>
                <a:spcPts val="0"/>
              </a:spcAft>
              <a:buSzPts val="1400"/>
              <a:buNone/>
              <a:defRPr sz="2700" b="0" i="0" u="none" strike="noStrike" cap="none">
                <a:solidFill>
                  <a:schemeClr val="dk1"/>
                </a:solidFill>
                <a:latin typeface="Roboto"/>
                <a:ea typeface="Roboto"/>
                <a:cs typeface="Roboto"/>
                <a:sym typeface="Roboto"/>
              </a:defRPr>
            </a:lvl9pPr>
          </a:lstStyle>
          <a:p>
            <a:endParaRPr/>
          </a:p>
        </p:txBody>
      </p:sp>
      <p:sp>
        <p:nvSpPr>
          <p:cNvPr id="13" name="Google Shape;13;p1"/>
          <p:cNvSpPr txBox="1">
            <a:spLocks noGrp="1"/>
          </p:cNvSpPr>
          <p:nvPr>
            <p:ph type="ftr" idx="11"/>
          </p:nvPr>
        </p:nvSpPr>
        <p:spPr>
          <a:xfrm>
            <a:off x="6057900" y="9535998"/>
            <a:ext cx="6172200" cy="5478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800" b="0" i="0" u="none" strike="noStrike" cap="none">
                <a:solidFill>
                  <a:srgbClr val="919091"/>
                </a:solidFill>
                <a:latin typeface="Roboto"/>
                <a:ea typeface="Roboto"/>
                <a:cs typeface="Roboto"/>
                <a:sym typeface="Roboto"/>
              </a:defRPr>
            </a:lvl1pPr>
            <a:lvl2pPr marR="0" lvl="1" algn="l" rtl="0">
              <a:spcBef>
                <a:spcPts val="0"/>
              </a:spcBef>
              <a:spcAft>
                <a:spcPts val="0"/>
              </a:spcAft>
              <a:buSzPts val="1400"/>
              <a:buNone/>
              <a:defRPr sz="2700" b="0" i="0" u="none" strike="noStrike" cap="none">
                <a:solidFill>
                  <a:schemeClr val="dk1"/>
                </a:solidFill>
                <a:latin typeface="Roboto"/>
                <a:ea typeface="Roboto"/>
                <a:cs typeface="Roboto"/>
                <a:sym typeface="Roboto"/>
              </a:defRPr>
            </a:lvl2pPr>
            <a:lvl3pPr marR="0" lvl="2" algn="l" rtl="0">
              <a:spcBef>
                <a:spcPts val="0"/>
              </a:spcBef>
              <a:spcAft>
                <a:spcPts val="0"/>
              </a:spcAft>
              <a:buSzPts val="1400"/>
              <a:buNone/>
              <a:defRPr sz="2700" b="0" i="0" u="none" strike="noStrike" cap="none">
                <a:solidFill>
                  <a:schemeClr val="dk1"/>
                </a:solidFill>
                <a:latin typeface="Roboto"/>
                <a:ea typeface="Roboto"/>
                <a:cs typeface="Roboto"/>
                <a:sym typeface="Roboto"/>
              </a:defRPr>
            </a:lvl3pPr>
            <a:lvl4pPr marR="0" lvl="3" algn="l" rtl="0">
              <a:spcBef>
                <a:spcPts val="0"/>
              </a:spcBef>
              <a:spcAft>
                <a:spcPts val="0"/>
              </a:spcAft>
              <a:buSzPts val="1400"/>
              <a:buNone/>
              <a:defRPr sz="2700" b="0" i="0" u="none" strike="noStrike" cap="none">
                <a:solidFill>
                  <a:schemeClr val="dk1"/>
                </a:solidFill>
                <a:latin typeface="Roboto"/>
                <a:ea typeface="Roboto"/>
                <a:cs typeface="Roboto"/>
                <a:sym typeface="Roboto"/>
              </a:defRPr>
            </a:lvl4pPr>
            <a:lvl5pPr marR="0" lvl="4" algn="l" rtl="0">
              <a:spcBef>
                <a:spcPts val="0"/>
              </a:spcBef>
              <a:spcAft>
                <a:spcPts val="0"/>
              </a:spcAft>
              <a:buSzPts val="1400"/>
              <a:buNone/>
              <a:defRPr sz="2700" b="0" i="0" u="none" strike="noStrike" cap="none">
                <a:solidFill>
                  <a:schemeClr val="dk1"/>
                </a:solidFill>
                <a:latin typeface="Roboto"/>
                <a:ea typeface="Roboto"/>
                <a:cs typeface="Roboto"/>
                <a:sym typeface="Roboto"/>
              </a:defRPr>
            </a:lvl5pPr>
            <a:lvl6pPr marR="0" lvl="5" algn="l" rtl="0">
              <a:spcBef>
                <a:spcPts val="0"/>
              </a:spcBef>
              <a:spcAft>
                <a:spcPts val="0"/>
              </a:spcAft>
              <a:buSzPts val="1400"/>
              <a:buNone/>
              <a:defRPr sz="2700" b="0" i="0" u="none" strike="noStrike" cap="none">
                <a:solidFill>
                  <a:schemeClr val="dk1"/>
                </a:solidFill>
                <a:latin typeface="Roboto"/>
                <a:ea typeface="Roboto"/>
                <a:cs typeface="Roboto"/>
                <a:sym typeface="Roboto"/>
              </a:defRPr>
            </a:lvl6pPr>
            <a:lvl7pPr marR="0" lvl="6" algn="l" rtl="0">
              <a:spcBef>
                <a:spcPts val="0"/>
              </a:spcBef>
              <a:spcAft>
                <a:spcPts val="0"/>
              </a:spcAft>
              <a:buSzPts val="1400"/>
              <a:buNone/>
              <a:defRPr sz="2700" b="0" i="0" u="none" strike="noStrike" cap="none">
                <a:solidFill>
                  <a:schemeClr val="dk1"/>
                </a:solidFill>
                <a:latin typeface="Roboto"/>
                <a:ea typeface="Roboto"/>
                <a:cs typeface="Roboto"/>
                <a:sym typeface="Roboto"/>
              </a:defRPr>
            </a:lvl7pPr>
            <a:lvl8pPr marR="0" lvl="7" algn="l" rtl="0">
              <a:spcBef>
                <a:spcPts val="0"/>
              </a:spcBef>
              <a:spcAft>
                <a:spcPts val="0"/>
              </a:spcAft>
              <a:buSzPts val="1400"/>
              <a:buNone/>
              <a:defRPr sz="2700" b="0" i="0" u="none" strike="noStrike" cap="none">
                <a:solidFill>
                  <a:schemeClr val="dk1"/>
                </a:solidFill>
                <a:latin typeface="Roboto"/>
                <a:ea typeface="Roboto"/>
                <a:cs typeface="Roboto"/>
                <a:sym typeface="Roboto"/>
              </a:defRPr>
            </a:lvl8pPr>
            <a:lvl9pPr marR="0" lvl="8" algn="l" rtl="0">
              <a:spcBef>
                <a:spcPts val="0"/>
              </a:spcBef>
              <a:spcAft>
                <a:spcPts val="0"/>
              </a:spcAft>
              <a:buSzPts val="1400"/>
              <a:buNone/>
              <a:defRPr sz="2700" b="0" i="0" u="none" strike="noStrike" cap="none">
                <a:solidFill>
                  <a:schemeClr val="dk1"/>
                </a:solidFill>
                <a:latin typeface="Roboto"/>
                <a:ea typeface="Roboto"/>
                <a:cs typeface="Roboto"/>
                <a:sym typeface="Roboto"/>
              </a:defRPr>
            </a:lvl9pPr>
          </a:lstStyle>
          <a:p>
            <a:endParaRPr/>
          </a:p>
        </p:txBody>
      </p:sp>
      <p:sp>
        <p:nvSpPr>
          <p:cNvPr id="14" name="Google Shape;14;p1"/>
          <p:cNvSpPr txBox="1">
            <a:spLocks noGrp="1"/>
          </p:cNvSpPr>
          <p:nvPr>
            <p:ph type="sldNum" idx="12"/>
          </p:nvPr>
        </p:nvSpPr>
        <p:spPr>
          <a:xfrm>
            <a:off x="17030700" y="9535996"/>
            <a:ext cx="783900" cy="5478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800" b="0" i="0" u="none" strike="noStrike" cap="none">
                <a:solidFill>
                  <a:srgbClr val="919091"/>
                </a:solidFill>
                <a:latin typeface="Roboto"/>
                <a:ea typeface="Roboto"/>
                <a:cs typeface="Roboto"/>
                <a:sym typeface="Roboto"/>
              </a:defRPr>
            </a:lvl1pPr>
            <a:lvl2pPr marL="0" marR="0" lvl="1" indent="0" algn="r" rtl="0">
              <a:spcBef>
                <a:spcPts val="0"/>
              </a:spcBef>
              <a:buNone/>
              <a:defRPr sz="1800" b="0" i="0" u="none" strike="noStrike" cap="none">
                <a:solidFill>
                  <a:srgbClr val="919091"/>
                </a:solidFill>
                <a:latin typeface="Roboto"/>
                <a:ea typeface="Roboto"/>
                <a:cs typeface="Roboto"/>
                <a:sym typeface="Roboto"/>
              </a:defRPr>
            </a:lvl2pPr>
            <a:lvl3pPr marL="0" marR="0" lvl="2" indent="0" algn="r" rtl="0">
              <a:spcBef>
                <a:spcPts val="0"/>
              </a:spcBef>
              <a:buNone/>
              <a:defRPr sz="1800" b="0" i="0" u="none" strike="noStrike" cap="none">
                <a:solidFill>
                  <a:srgbClr val="919091"/>
                </a:solidFill>
                <a:latin typeface="Roboto"/>
                <a:ea typeface="Roboto"/>
                <a:cs typeface="Roboto"/>
                <a:sym typeface="Roboto"/>
              </a:defRPr>
            </a:lvl3pPr>
            <a:lvl4pPr marL="0" marR="0" lvl="3" indent="0" algn="r" rtl="0">
              <a:spcBef>
                <a:spcPts val="0"/>
              </a:spcBef>
              <a:buNone/>
              <a:defRPr sz="1800" b="0" i="0" u="none" strike="noStrike" cap="none">
                <a:solidFill>
                  <a:srgbClr val="919091"/>
                </a:solidFill>
                <a:latin typeface="Roboto"/>
                <a:ea typeface="Roboto"/>
                <a:cs typeface="Roboto"/>
                <a:sym typeface="Roboto"/>
              </a:defRPr>
            </a:lvl4pPr>
            <a:lvl5pPr marL="0" marR="0" lvl="4" indent="0" algn="r" rtl="0">
              <a:spcBef>
                <a:spcPts val="0"/>
              </a:spcBef>
              <a:buNone/>
              <a:defRPr sz="1800" b="0" i="0" u="none" strike="noStrike" cap="none">
                <a:solidFill>
                  <a:srgbClr val="919091"/>
                </a:solidFill>
                <a:latin typeface="Roboto"/>
                <a:ea typeface="Roboto"/>
                <a:cs typeface="Roboto"/>
                <a:sym typeface="Roboto"/>
              </a:defRPr>
            </a:lvl5pPr>
            <a:lvl6pPr marL="0" marR="0" lvl="5" indent="0" algn="r" rtl="0">
              <a:spcBef>
                <a:spcPts val="0"/>
              </a:spcBef>
              <a:buNone/>
              <a:defRPr sz="1800" b="0" i="0" u="none" strike="noStrike" cap="none">
                <a:solidFill>
                  <a:srgbClr val="919091"/>
                </a:solidFill>
                <a:latin typeface="Roboto"/>
                <a:ea typeface="Roboto"/>
                <a:cs typeface="Roboto"/>
                <a:sym typeface="Roboto"/>
              </a:defRPr>
            </a:lvl6pPr>
            <a:lvl7pPr marL="0" marR="0" lvl="6" indent="0" algn="r" rtl="0">
              <a:spcBef>
                <a:spcPts val="0"/>
              </a:spcBef>
              <a:buNone/>
              <a:defRPr sz="1800" b="0" i="0" u="none" strike="noStrike" cap="none">
                <a:solidFill>
                  <a:srgbClr val="919091"/>
                </a:solidFill>
                <a:latin typeface="Roboto"/>
                <a:ea typeface="Roboto"/>
                <a:cs typeface="Roboto"/>
                <a:sym typeface="Roboto"/>
              </a:defRPr>
            </a:lvl7pPr>
            <a:lvl8pPr marL="0" marR="0" lvl="7" indent="0" algn="r" rtl="0">
              <a:spcBef>
                <a:spcPts val="0"/>
              </a:spcBef>
              <a:buNone/>
              <a:defRPr sz="1800" b="0" i="0" u="none" strike="noStrike" cap="none">
                <a:solidFill>
                  <a:srgbClr val="919091"/>
                </a:solidFill>
                <a:latin typeface="Roboto"/>
                <a:ea typeface="Roboto"/>
                <a:cs typeface="Roboto"/>
                <a:sym typeface="Roboto"/>
              </a:defRPr>
            </a:lvl8pPr>
            <a:lvl9pPr marL="0" marR="0" lvl="8" indent="0" algn="r" rtl="0">
              <a:spcBef>
                <a:spcPts val="0"/>
              </a:spcBef>
              <a:buNone/>
              <a:defRPr sz="1800" b="0" i="0" u="none" strike="noStrike" cap="none">
                <a:solidFill>
                  <a:srgbClr val="91909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cxnSp>
        <p:nvCxnSpPr>
          <p:cNvPr id="15" name="Google Shape;15;p1"/>
          <p:cNvCxnSpPr/>
          <p:nvPr/>
        </p:nvCxnSpPr>
        <p:spPr>
          <a:xfrm>
            <a:off x="473529" y="395691"/>
            <a:ext cx="0" cy="791400"/>
          </a:xfrm>
          <a:prstGeom prst="straightConnector1">
            <a:avLst/>
          </a:prstGeom>
          <a:noFill/>
          <a:ln w="57150" cap="flat" cmpd="sng">
            <a:solidFill>
              <a:schemeClr val="lt2"/>
            </a:solidFill>
            <a:prstDash val="solid"/>
            <a:miter lim="800000"/>
            <a:headEnd type="none" w="sm" len="sm"/>
            <a:tailEnd type="none" w="sm" len="sm"/>
          </a:ln>
        </p:spPr>
      </p:cxnSp>
      <p:grpSp>
        <p:nvGrpSpPr>
          <p:cNvPr id="16" name="Google Shape;16;p1"/>
          <p:cNvGrpSpPr/>
          <p:nvPr/>
        </p:nvGrpSpPr>
        <p:grpSpPr>
          <a:xfrm>
            <a:off x="15035298" y="6804554"/>
            <a:ext cx="3814543" cy="3899555"/>
            <a:chOff x="9414500" y="3211685"/>
            <a:chExt cx="1939368" cy="1982287"/>
          </a:xfrm>
        </p:grpSpPr>
        <p:sp>
          <p:nvSpPr>
            <p:cNvPr id="17" name="Google Shape;17;p1"/>
            <p:cNvSpPr/>
            <p:nvPr/>
          </p:nvSpPr>
          <p:spPr>
            <a:xfrm>
              <a:off x="9414500" y="3673801"/>
              <a:ext cx="924300" cy="924300"/>
            </a:xfrm>
            <a:prstGeom prst="ellipse">
              <a:avLst/>
            </a:prstGeom>
            <a:noFill/>
            <a:ln w="28575" cap="flat" cmpd="sng">
              <a:solidFill>
                <a:schemeClr val="dk2">
                  <a:alpha val="2392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8" name="Google Shape;18;p1"/>
            <p:cNvSpPr/>
            <p:nvPr/>
          </p:nvSpPr>
          <p:spPr>
            <a:xfrm>
              <a:off x="10429568" y="3211685"/>
              <a:ext cx="924300" cy="924300"/>
            </a:xfrm>
            <a:prstGeom prst="ellipse">
              <a:avLst/>
            </a:prstGeom>
            <a:noFill/>
            <a:ln w="28575" cap="flat" cmpd="sng">
              <a:solidFill>
                <a:schemeClr val="dk2">
                  <a:alpha val="2392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sp>
          <p:nvSpPr>
            <p:cNvPr id="19" name="Google Shape;19;p1"/>
            <p:cNvSpPr/>
            <p:nvPr/>
          </p:nvSpPr>
          <p:spPr>
            <a:xfrm>
              <a:off x="10338732" y="4269672"/>
              <a:ext cx="924300" cy="924300"/>
            </a:xfrm>
            <a:prstGeom prst="ellipse">
              <a:avLst/>
            </a:prstGeom>
            <a:noFill/>
            <a:ln w="28575" cap="flat" cmpd="sng">
              <a:solidFill>
                <a:schemeClr val="dk2">
                  <a:alpha val="2392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050" b="0" i="0" u="none" strike="noStrike" cap="none">
                <a:solidFill>
                  <a:schemeClr val="lt1"/>
                </a:solidFill>
                <a:latin typeface="Roboto"/>
                <a:ea typeface="Roboto"/>
                <a:cs typeface="Roboto"/>
                <a:sym typeface="Roboto"/>
              </a:endParaRPr>
            </a:p>
          </p:txBody>
        </p:sp>
      </p:grpSp>
      <p:pic>
        <p:nvPicPr>
          <p:cNvPr id="20" name="Google Shape;20;p1" descr="Logo"/>
          <p:cNvPicPr preferRelativeResize="0"/>
          <p:nvPr/>
        </p:nvPicPr>
        <p:blipFill rotWithShape="1">
          <a:blip r:embed="rId24">
            <a:alphaModFix/>
          </a:blip>
          <a:srcRect/>
          <a:stretch/>
        </p:blipFill>
        <p:spPr>
          <a:xfrm>
            <a:off x="15347287" y="204820"/>
            <a:ext cx="2643364" cy="68144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241">
          <p15:clr>
            <a:srgbClr val="F26B43"/>
          </p15:clr>
        </p15:guide>
        <p15:guide id="2" pos="5760">
          <p15:clr>
            <a:srgbClr val="F26B43"/>
          </p15:clr>
        </p15:guide>
        <p15:guide id="3" orient="horz" pos="1574">
          <p15:clr>
            <a:srgbClr val="F26B43"/>
          </p15:clr>
        </p15:guide>
        <p15:guide id="4" pos="284">
          <p15:clr>
            <a:srgbClr val="F26B43"/>
          </p15:clr>
        </p15:guide>
        <p15:guide id="5" pos="7631">
          <p15:clr>
            <a:srgbClr val="F26B43"/>
          </p15:clr>
        </p15:guide>
        <p15:guide id="6" pos="3855">
          <p15:clr>
            <a:srgbClr val="F26B43"/>
          </p15:clr>
        </p15:guide>
        <p15:guide id="7" pos="657">
          <p15:clr>
            <a:srgbClr val="F26B43"/>
          </p15:clr>
        </p15:guide>
        <p15:guide id="8" pos="11226">
          <p15:clr>
            <a:srgbClr val="F26B43"/>
          </p15:clr>
        </p15:guide>
        <p15:guide id="9" pos="108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97"/>
        <p:cNvGrpSpPr/>
        <p:nvPr/>
      </p:nvGrpSpPr>
      <p:grpSpPr>
        <a:xfrm>
          <a:off x="0" y="0"/>
          <a:ext cx="0" cy="0"/>
          <a:chOff x="0" y="0"/>
          <a:chExt cx="0" cy="0"/>
        </a:xfrm>
      </p:grpSpPr>
      <p:sp>
        <p:nvSpPr>
          <p:cNvPr id="198" name="Google Shape;198;p25"/>
          <p:cNvSpPr txBox="1">
            <a:spLocks noGrp="1"/>
          </p:cNvSpPr>
          <p:nvPr>
            <p:ph type="title"/>
          </p:nvPr>
        </p:nvSpPr>
        <p:spPr>
          <a:xfrm>
            <a:off x="1440000" y="956140"/>
            <a:ext cx="15408000" cy="11301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1pPr>
            <a:lvl2pPr marR="0" lvl="1"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2pPr>
            <a:lvl3pPr marR="0" lvl="2"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3pPr>
            <a:lvl4pPr marR="0" lvl="3"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4pPr>
            <a:lvl5pPr marR="0" lvl="4"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5pPr>
            <a:lvl6pPr marR="0" lvl="5"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6pPr>
            <a:lvl7pPr marR="0" lvl="6"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7pPr>
            <a:lvl8pPr marR="0" lvl="7"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8pPr>
            <a:lvl9pPr marR="0" lvl="8" algn="l" rtl="0">
              <a:lnSpc>
                <a:spcPct val="100000"/>
              </a:lnSpc>
              <a:spcBef>
                <a:spcPts val="0"/>
              </a:spcBef>
              <a:spcAft>
                <a:spcPts val="0"/>
              </a:spcAft>
              <a:buClr>
                <a:schemeClr val="dk1"/>
              </a:buClr>
              <a:buSzPts val="3100"/>
              <a:buFont typeface="Public Sans Black"/>
              <a:buNone/>
              <a:defRPr sz="3100" b="0" i="0" u="none" strike="noStrike" cap="none">
                <a:solidFill>
                  <a:schemeClr val="dk1"/>
                </a:solidFill>
                <a:latin typeface="Public Sans Black"/>
                <a:ea typeface="Public Sans Black"/>
                <a:cs typeface="Public Sans Black"/>
                <a:sym typeface="Public Sans Black"/>
              </a:defRPr>
            </a:lvl9pPr>
          </a:lstStyle>
          <a:p>
            <a:endParaRPr/>
          </a:p>
        </p:txBody>
      </p:sp>
      <p:sp>
        <p:nvSpPr>
          <p:cNvPr id="199" name="Google Shape;199;p25"/>
          <p:cNvSpPr txBox="1">
            <a:spLocks noGrp="1"/>
          </p:cNvSpPr>
          <p:nvPr>
            <p:ph type="body" idx="1"/>
          </p:nvPr>
        </p:nvSpPr>
        <p:spPr>
          <a:xfrm>
            <a:off x="1440000" y="2286303"/>
            <a:ext cx="15408000" cy="67419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chemeClr val="dk1"/>
              </a:buClr>
              <a:buSzPts val="1400"/>
              <a:buFont typeface="Lexend"/>
              <a:buChar char="●"/>
              <a:defRPr sz="2800" b="0" i="0" u="none" strike="noStrike" cap="none">
                <a:solidFill>
                  <a:schemeClr val="dk1"/>
                </a:solidFill>
                <a:latin typeface="Lexend"/>
                <a:ea typeface="Lexend"/>
                <a:cs typeface="Lexend"/>
                <a:sym typeface="Lexend"/>
              </a:defRPr>
            </a:lvl1pPr>
            <a:lvl2pPr marL="914400" marR="0" lvl="1" indent="-317500" algn="l" rtl="0">
              <a:lnSpc>
                <a:spcPct val="100000"/>
              </a:lnSpc>
              <a:spcBef>
                <a:spcPts val="1600"/>
              </a:spcBef>
              <a:spcAft>
                <a:spcPts val="0"/>
              </a:spcAft>
              <a:buClr>
                <a:schemeClr val="dk1"/>
              </a:buClr>
              <a:buSzPts val="1400"/>
              <a:buFont typeface="Lexend"/>
              <a:buChar char="○"/>
              <a:defRPr sz="2800" b="0" i="0" u="none" strike="noStrike" cap="none">
                <a:solidFill>
                  <a:schemeClr val="dk1"/>
                </a:solidFill>
                <a:latin typeface="Lexend"/>
                <a:ea typeface="Lexend"/>
                <a:cs typeface="Lexend"/>
                <a:sym typeface="Lexend"/>
              </a:defRPr>
            </a:lvl2pPr>
            <a:lvl3pPr marL="1371600" marR="0" lvl="2" indent="-317500" algn="l" rtl="0">
              <a:lnSpc>
                <a:spcPct val="100000"/>
              </a:lnSpc>
              <a:spcBef>
                <a:spcPts val="1600"/>
              </a:spcBef>
              <a:spcAft>
                <a:spcPts val="0"/>
              </a:spcAft>
              <a:buClr>
                <a:schemeClr val="dk1"/>
              </a:buClr>
              <a:buSzPts val="1400"/>
              <a:buFont typeface="Lexend"/>
              <a:buChar char="■"/>
              <a:defRPr sz="2800" b="0" i="0" u="none" strike="noStrike" cap="none">
                <a:solidFill>
                  <a:schemeClr val="dk1"/>
                </a:solidFill>
                <a:latin typeface="Lexend"/>
                <a:ea typeface="Lexend"/>
                <a:cs typeface="Lexend"/>
                <a:sym typeface="Lexend"/>
              </a:defRPr>
            </a:lvl3pPr>
            <a:lvl4pPr marL="1828800" marR="0" lvl="3" indent="-317500" algn="l" rtl="0">
              <a:lnSpc>
                <a:spcPct val="100000"/>
              </a:lnSpc>
              <a:spcBef>
                <a:spcPts val="1600"/>
              </a:spcBef>
              <a:spcAft>
                <a:spcPts val="0"/>
              </a:spcAft>
              <a:buClr>
                <a:schemeClr val="dk1"/>
              </a:buClr>
              <a:buSzPts val="1400"/>
              <a:buFont typeface="Lexend"/>
              <a:buChar char="●"/>
              <a:defRPr sz="2800" b="0" i="0" u="none" strike="noStrike" cap="none">
                <a:solidFill>
                  <a:schemeClr val="dk1"/>
                </a:solidFill>
                <a:latin typeface="Lexend"/>
                <a:ea typeface="Lexend"/>
                <a:cs typeface="Lexend"/>
                <a:sym typeface="Lexend"/>
              </a:defRPr>
            </a:lvl4pPr>
            <a:lvl5pPr marL="2286000" marR="0" lvl="4" indent="-317500" algn="l" rtl="0">
              <a:lnSpc>
                <a:spcPct val="100000"/>
              </a:lnSpc>
              <a:spcBef>
                <a:spcPts val="1600"/>
              </a:spcBef>
              <a:spcAft>
                <a:spcPts val="0"/>
              </a:spcAft>
              <a:buClr>
                <a:schemeClr val="dk1"/>
              </a:buClr>
              <a:buSzPts val="1400"/>
              <a:buFont typeface="Lexend"/>
              <a:buChar char="○"/>
              <a:defRPr sz="2800" b="0" i="0" u="none" strike="noStrike" cap="none">
                <a:solidFill>
                  <a:schemeClr val="dk1"/>
                </a:solidFill>
                <a:latin typeface="Lexend"/>
                <a:ea typeface="Lexend"/>
                <a:cs typeface="Lexend"/>
                <a:sym typeface="Lexend"/>
              </a:defRPr>
            </a:lvl5pPr>
            <a:lvl6pPr marL="2743200" marR="0" lvl="5" indent="-317500" algn="l" rtl="0">
              <a:lnSpc>
                <a:spcPct val="100000"/>
              </a:lnSpc>
              <a:spcBef>
                <a:spcPts val="1600"/>
              </a:spcBef>
              <a:spcAft>
                <a:spcPts val="0"/>
              </a:spcAft>
              <a:buClr>
                <a:schemeClr val="dk1"/>
              </a:buClr>
              <a:buSzPts val="1400"/>
              <a:buFont typeface="Lexend"/>
              <a:buChar char="■"/>
              <a:defRPr sz="2800" b="0" i="0" u="none" strike="noStrike" cap="none">
                <a:solidFill>
                  <a:schemeClr val="dk1"/>
                </a:solidFill>
                <a:latin typeface="Lexend"/>
                <a:ea typeface="Lexend"/>
                <a:cs typeface="Lexend"/>
                <a:sym typeface="Lexend"/>
              </a:defRPr>
            </a:lvl6pPr>
            <a:lvl7pPr marL="3200400" marR="0" lvl="6" indent="-317500" algn="l" rtl="0">
              <a:lnSpc>
                <a:spcPct val="100000"/>
              </a:lnSpc>
              <a:spcBef>
                <a:spcPts val="1600"/>
              </a:spcBef>
              <a:spcAft>
                <a:spcPts val="0"/>
              </a:spcAft>
              <a:buClr>
                <a:schemeClr val="dk1"/>
              </a:buClr>
              <a:buSzPts val="1400"/>
              <a:buFont typeface="Lexend"/>
              <a:buChar char="●"/>
              <a:defRPr sz="2800" b="0" i="0" u="none" strike="noStrike" cap="none">
                <a:solidFill>
                  <a:schemeClr val="dk1"/>
                </a:solidFill>
                <a:latin typeface="Lexend"/>
                <a:ea typeface="Lexend"/>
                <a:cs typeface="Lexend"/>
                <a:sym typeface="Lexend"/>
              </a:defRPr>
            </a:lvl7pPr>
            <a:lvl8pPr marL="3657600" marR="0" lvl="7" indent="-317500" algn="l" rtl="0">
              <a:lnSpc>
                <a:spcPct val="100000"/>
              </a:lnSpc>
              <a:spcBef>
                <a:spcPts val="1600"/>
              </a:spcBef>
              <a:spcAft>
                <a:spcPts val="0"/>
              </a:spcAft>
              <a:buClr>
                <a:schemeClr val="dk1"/>
              </a:buClr>
              <a:buSzPts val="1400"/>
              <a:buFont typeface="Lexend"/>
              <a:buChar char="○"/>
              <a:defRPr sz="2800" b="0" i="0" u="none" strike="noStrike" cap="none">
                <a:solidFill>
                  <a:schemeClr val="dk1"/>
                </a:solidFill>
                <a:latin typeface="Lexend"/>
                <a:ea typeface="Lexend"/>
                <a:cs typeface="Lexend"/>
                <a:sym typeface="Lexend"/>
              </a:defRPr>
            </a:lvl8pPr>
            <a:lvl9pPr marL="4114800" marR="0" lvl="8" indent="-317500" algn="l" rtl="0">
              <a:lnSpc>
                <a:spcPct val="100000"/>
              </a:lnSpc>
              <a:spcBef>
                <a:spcPts val="1600"/>
              </a:spcBef>
              <a:spcAft>
                <a:spcPts val="1600"/>
              </a:spcAft>
              <a:buClr>
                <a:schemeClr val="dk1"/>
              </a:buClr>
              <a:buSzPts val="1400"/>
              <a:buFont typeface="Lexend"/>
              <a:buChar char="■"/>
              <a:defRPr sz="2800" b="0" i="0" u="none" strike="noStrike" cap="none">
                <a:solidFill>
                  <a:schemeClr val="dk1"/>
                </a:solidFill>
                <a:latin typeface="Lexend"/>
                <a:ea typeface="Lexend"/>
                <a:cs typeface="Lexend"/>
                <a:sym typeface="Lexend"/>
              </a:defRPr>
            </a:lvl9pPr>
          </a:lstStyle>
          <a:p>
            <a:endParaRPr/>
          </a:p>
        </p:txBody>
      </p:sp>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6"/>
        <p:cNvGrpSpPr/>
        <p:nvPr/>
      </p:nvGrpSpPr>
      <p:grpSpPr>
        <a:xfrm>
          <a:off x="0" y="0"/>
          <a:ext cx="0" cy="0"/>
          <a:chOff x="0" y="0"/>
          <a:chExt cx="0" cy="0"/>
        </a:xfrm>
      </p:grpSpPr>
      <p:sp>
        <p:nvSpPr>
          <p:cNvPr id="707" name="Google Shape;707;p27"/>
          <p:cNvSpPr txBox="1">
            <a:spLocks noGrp="1"/>
          </p:cNvSpPr>
          <p:nvPr>
            <p:ph type="title"/>
          </p:nvPr>
        </p:nvSpPr>
        <p:spPr>
          <a:xfrm>
            <a:off x="457200" y="274680"/>
            <a:ext cx="8229600" cy="11433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08" name="Google Shape;708;p27"/>
          <p:cNvSpPr txBox="1">
            <a:spLocks noGrp="1"/>
          </p:cNvSpPr>
          <p:nvPr>
            <p:ph type="body" idx="1"/>
          </p:nvPr>
        </p:nvSpPr>
        <p:spPr>
          <a:xfrm>
            <a:off x="457200" y="1600445"/>
            <a:ext cx="8229600" cy="4526700"/>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09" name="Google Shape;709;p27"/>
          <p:cNvSpPr txBox="1">
            <a:spLocks noGrp="1"/>
          </p:cNvSpPr>
          <p:nvPr>
            <p:ph type="dt" idx="10"/>
          </p:nvPr>
        </p:nvSpPr>
        <p:spPr>
          <a:xfrm>
            <a:off x="457200" y="6357323"/>
            <a:ext cx="21336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10" name="Google Shape;710;p27"/>
          <p:cNvSpPr txBox="1">
            <a:spLocks noGrp="1"/>
          </p:cNvSpPr>
          <p:nvPr>
            <p:ph type="ftr" idx="11"/>
          </p:nvPr>
        </p:nvSpPr>
        <p:spPr>
          <a:xfrm>
            <a:off x="3124200" y="6357323"/>
            <a:ext cx="28956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11" name="Google Shape;711;p27"/>
          <p:cNvSpPr txBox="1">
            <a:spLocks noGrp="1"/>
          </p:cNvSpPr>
          <p:nvPr>
            <p:ph type="sldNum" idx="12"/>
          </p:nvPr>
        </p:nvSpPr>
        <p:spPr>
          <a:xfrm>
            <a:off x="6553200" y="6357323"/>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hyperlink" Target="http://drive.google.com/file/d/1qaO_xBY802Dg7etgFadgPlcdZlRcptaI/view" TargetMode="Externa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hyperlink" Target="http://drive.google.com/file/d/1fF0rSwKFtdF8Ldqhy43jcOztKv4FQlVz/view" TargetMode="Externa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hyperlink" Target="http://drive.google.com/file/d/1ryHtvsdV55dm9hL_hKs8o2N2U2lAx58_/view" TargetMode="Externa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hyperlink" Target="http://drive.google.com/file/d/1ZmQS2cph8vwbRJqJ5TyHCFgBny9i8FM1/view" TargetMode="Externa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hyperlink" Target="http://drive.google.com/file/d/1jx8BOAZJaUhZOJmQC6Ui5CgWjpJAUu8V/view" TargetMode="External"/><Relationship Id="rId3" Type="http://schemas.openxmlformats.org/officeDocument/2006/relationships/image" Target="../media/image5.png"/><Relationship Id="rId7" Type="http://schemas.openxmlformats.org/officeDocument/2006/relationships/hyperlink" Target="http://drive.google.com/file/d/1bHd4D4KdtlkhGMBb_g8wdcBx_rRjCOZM/view" TargetMode="External"/><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hyperlink" Target="http://drive.google.com/file/d/1WCAhw1j2uWFLiPTCcsZj66EmuExhDYlf/view" TargetMode="External"/><Relationship Id="rId4" Type="http://schemas.openxmlformats.org/officeDocument/2006/relationships/image" Target="../media/image9.png"/><Relationship Id="rId9" Type="http://schemas.openxmlformats.org/officeDocument/2006/relationships/hyperlink" Target="http://drive.google.com/file/d/10hQwuxpWXx4AwiKXOb7GyzAbzKasf2pV/view"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drive.google.com/file/d/199-qXpYRtHQcNu3VrtxjuxGdpWxf6TRa/view" TargetMode="External"/><Relationship Id="rId3" Type="http://schemas.openxmlformats.org/officeDocument/2006/relationships/image" Target="../media/image5.png"/><Relationship Id="rId7" Type="http://schemas.openxmlformats.org/officeDocument/2006/relationships/hyperlink" Target="http://drive.google.com/file/d/1upK87QdAhLZdyK5c8Q74y3LiaYYmju02/view" TargetMode="External"/><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hyperlink" Target="http://drive.google.com/file/d/1WCAhw1j2uWFLiPTCcsZj66EmuExhDYlf/view" TargetMode="External"/><Relationship Id="rId4" Type="http://schemas.openxmlformats.org/officeDocument/2006/relationships/image" Target="../media/image9.png"/><Relationship Id="rId9" Type="http://schemas.openxmlformats.org/officeDocument/2006/relationships/hyperlink" Target="http://drive.google.com/file/d/1bHd4D4KdtlkhGMBb_g8wdcBx_rRjCOZM/view"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hyperlink" Target="http://drive.google.com/file/d/1QCb0GCcG5hThW8wbeFXEWhu0LsUYufsW/view" TargetMode="External"/><Relationship Id="rId5" Type="http://schemas.openxmlformats.org/officeDocument/2006/relationships/image" Target="../media/image9.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hyperlink" Target="http://drive.google.com/file/d/1-tF98CIh5d1X31I5MivIaotuyG5ZHGkK/view" TargetMode="External"/><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image" Target="../media/image14.png"/><Relationship Id="rId5" Type="http://schemas.openxmlformats.org/officeDocument/2006/relationships/image" Target="../media/image9.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4.xml"/><Relationship Id="rId6" Type="http://schemas.openxmlformats.org/officeDocument/2006/relationships/hyperlink" Target="http://drive.google.com/file/d/15RBkgsklOesH9DfoB3yMwZgSsNbEoy86/view" TargetMode="External"/><Relationship Id="rId5" Type="http://schemas.openxmlformats.org/officeDocument/2006/relationships/image" Target="../media/image9.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hyperlink" Target="http://drive.google.com/file/d/1QbKygF0WJHqFdCjy3gAJhgZjxf88m-tW/view" TargetMode="External"/><Relationship Id="rId2" Type="http://schemas.openxmlformats.org/officeDocument/2006/relationships/notesSlide" Target="../notesSlides/notesSlide19.xml"/><Relationship Id="rId1" Type="http://schemas.openxmlformats.org/officeDocument/2006/relationships/slideLayout" Target="../slideLayouts/slideLayout14.xml"/><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4.xml"/><Relationship Id="rId6" Type="http://schemas.openxmlformats.org/officeDocument/2006/relationships/hyperlink" Target="http://drive.google.com/file/d/10HKLQBJruqBOdFaKtZHbQnxT6LHt6jWq/view" TargetMode="External"/><Relationship Id="rId5"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hyperlink" Target="http://drive.google.com/file/d/1kdUjO4Spht7mmEZU-IMgWGNZkfL8ZxKO/view" TargetMode="External"/><Relationship Id="rId5" Type="http://schemas.openxmlformats.org/officeDocument/2006/relationships/image" Target="../media/image9.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4.xml"/><Relationship Id="rId6" Type="http://schemas.openxmlformats.org/officeDocument/2006/relationships/hyperlink" Target="http://drive.google.com/file/d/1kdUjO4Spht7mmEZU-IMgWGNZkfL8ZxKO/view" TargetMode="External"/><Relationship Id="rId5" Type="http://schemas.openxmlformats.org/officeDocument/2006/relationships/image" Target="../media/image9.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4.xml"/><Relationship Id="rId6" Type="http://schemas.openxmlformats.org/officeDocument/2006/relationships/hyperlink" Target="http://drive.google.com/file/d/1hkX_K2G1KlzwbFUmmCoaOZhpG4AWjnt9/view" TargetMode="External"/><Relationship Id="rId5" Type="http://schemas.openxmlformats.org/officeDocument/2006/relationships/image" Target="../media/image9.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4.xml"/><Relationship Id="rId6" Type="http://schemas.openxmlformats.org/officeDocument/2006/relationships/hyperlink" Target="http://drive.google.com/file/d/1hkX_K2G1KlzwbFUmmCoaOZhpG4AWjnt9/view" TargetMode="External"/><Relationship Id="rId5" Type="http://schemas.openxmlformats.org/officeDocument/2006/relationships/image" Target="../media/image9.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14.xml"/><Relationship Id="rId6" Type="http://schemas.openxmlformats.org/officeDocument/2006/relationships/image" Target="../media/image18.png"/><Relationship Id="rId5" Type="http://schemas.openxmlformats.org/officeDocument/2006/relationships/image" Target="../media/image9.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4.xml"/><Relationship Id="rId6" Type="http://schemas.openxmlformats.org/officeDocument/2006/relationships/image" Target="../media/image19.png"/><Relationship Id="rId5" Type="http://schemas.openxmlformats.org/officeDocument/2006/relationships/image" Target="../media/image10.png"/><Relationship Id="rId4" Type="http://schemas.openxmlformats.org/officeDocument/2006/relationships/hyperlink" Target="http://drive.google.com/file/d/1dlPHFRq0IKYytz4FkppbXX1MRv1N-9Vq/view"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4.xml"/><Relationship Id="rId5" Type="http://schemas.openxmlformats.org/officeDocument/2006/relationships/image" Target="../media/image10.png"/><Relationship Id="rId4" Type="http://schemas.openxmlformats.org/officeDocument/2006/relationships/hyperlink" Target="http://drive.google.com/file/d/1YkdHD8yq19G5n6LoTzjNk6kzDOCVZVp9/view"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4.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hyperlink" Target="http://drive.google.com/file/d/18eiNNcaQDbbxFX-29UAYr6zZUpXqjEkt/view" TargetMode="Externa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24.xml"/><Relationship Id="rId5" Type="http://schemas.openxmlformats.org/officeDocument/2006/relationships/image" Target="../media/image22.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14.xml"/><Relationship Id="rId5" Type="http://schemas.openxmlformats.org/officeDocument/2006/relationships/image" Target="../media/image22.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8345"/>
        </a:solidFill>
        <a:effectLst/>
      </p:bgPr>
    </p:bg>
    <p:spTree>
      <p:nvGrpSpPr>
        <p:cNvPr id="1" name="Shape 784"/>
        <p:cNvGrpSpPr/>
        <p:nvPr/>
      </p:nvGrpSpPr>
      <p:grpSpPr>
        <a:xfrm>
          <a:off x="0" y="0"/>
          <a:ext cx="0" cy="0"/>
          <a:chOff x="0" y="0"/>
          <a:chExt cx="0" cy="0"/>
        </a:xfrm>
      </p:grpSpPr>
      <p:sp>
        <p:nvSpPr>
          <p:cNvPr id="785" name="Google Shape;785;p39"/>
          <p:cNvSpPr txBox="1"/>
          <p:nvPr/>
        </p:nvSpPr>
        <p:spPr>
          <a:xfrm>
            <a:off x="2697618" y="1701167"/>
            <a:ext cx="13410900" cy="1418700"/>
          </a:xfrm>
          <a:prstGeom prst="rect">
            <a:avLst/>
          </a:prstGeom>
          <a:noFill/>
          <a:ln>
            <a:noFill/>
          </a:ln>
        </p:spPr>
        <p:txBody>
          <a:bodyPr spcFirstLastPara="1" wrap="square" lIns="0" tIns="0" rIns="0" bIns="0" anchor="t" anchorCtr="0">
            <a:spAutoFit/>
          </a:bodyPr>
          <a:lstStyle/>
          <a:p>
            <a:pPr marL="0" marR="0" lvl="0" indent="0" algn="ctr" rtl="0">
              <a:lnSpc>
                <a:spcPct val="112000"/>
              </a:lnSpc>
              <a:spcBef>
                <a:spcPts val="0"/>
              </a:spcBef>
              <a:spcAft>
                <a:spcPts val="0"/>
              </a:spcAft>
              <a:buClr>
                <a:srgbClr val="000000"/>
              </a:buClr>
              <a:buSzPts val="10416"/>
              <a:buFont typeface="Arial"/>
              <a:buNone/>
            </a:pPr>
            <a:r>
              <a:rPr lang="en-US" sz="9216" b="0" i="0" u="none" strike="noStrike" cap="none">
                <a:solidFill>
                  <a:srgbClr val="FFFFFF"/>
                </a:solidFill>
                <a:latin typeface="Arial"/>
                <a:ea typeface="Arial"/>
                <a:cs typeface="Arial"/>
                <a:sym typeface="Arial"/>
              </a:rPr>
              <a:t>VSTEP </a:t>
            </a:r>
            <a:r>
              <a:rPr lang="en-US" sz="9216">
                <a:solidFill>
                  <a:srgbClr val="FFFFFF"/>
                </a:solidFill>
              </a:rPr>
              <a:t>B1</a:t>
            </a:r>
            <a:r>
              <a:rPr lang="en-US" sz="9216" b="0" i="0" u="none" strike="noStrike" cap="none">
                <a:solidFill>
                  <a:srgbClr val="FFFFFF"/>
                </a:solidFill>
                <a:latin typeface="Arial"/>
                <a:ea typeface="Arial"/>
                <a:cs typeface="Arial"/>
                <a:sym typeface="Arial"/>
              </a:rPr>
              <a:t> – </a:t>
            </a:r>
            <a:r>
              <a:rPr lang="en-US" sz="9216">
                <a:solidFill>
                  <a:srgbClr val="FFFFFF"/>
                </a:solidFill>
              </a:rPr>
              <a:t>LESSON 1</a:t>
            </a:r>
            <a:endParaRPr sz="200" b="0" i="0" u="none" strike="noStrike" cap="none">
              <a:solidFill>
                <a:srgbClr val="000000"/>
              </a:solidFill>
              <a:latin typeface="Arial"/>
              <a:ea typeface="Arial"/>
              <a:cs typeface="Arial"/>
              <a:sym typeface="Arial"/>
            </a:endParaRPr>
          </a:p>
        </p:txBody>
      </p:sp>
      <p:grpSp>
        <p:nvGrpSpPr>
          <p:cNvPr id="786" name="Google Shape;786;p39"/>
          <p:cNvGrpSpPr/>
          <p:nvPr/>
        </p:nvGrpSpPr>
        <p:grpSpPr>
          <a:xfrm>
            <a:off x="5468561" y="4452321"/>
            <a:ext cx="8594227" cy="2222884"/>
            <a:chOff x="0" y="-192881"/>
            <a:chExt cx="11458969" cy="2963451"/>
          </a:xfrm>
        </p:grpSpPr>
        <p:grpSp>
          <p:nvGrpSpPr>
            <p:cNvPr id="787" name="Google Shape;787;p39"/>
            <p:cNvGrpSpPr/>
            <p:nvPr/>
          </p:nvGrpSpPr>
          <p:grpSpPr>
            <a:xfrm>
              <a:off x="0" y="-192881"/>
              <a:ext cx="11458969" cy="2963451"/>
              <a:chOff x="0" y="-38100"/>
              <a:chExt cx="2263500" cy="585373"/>
            </a:xfrm>
          </p:grpSpPr>
          <p:sp>
            <p:nvSpPr>
              <p:cNvPr id="788" name="Google Shape;788;p39"/>
              <p:cNvSpPr/>
              <p:nvPr/>
            </p:nvSpPr>
            <p:spPr>
              <a:xfrm>
                <a:off x="0" y="0"/>
                <a:ext cx="2263363" cy="547273"/>
              </a:xfrm>
              <a:custGeom>
                <a:avLst/>
                <a:gdLst/>
                <a:ahLst/>
                <a:cxnLst/>
                <a:rect l="l" t="t" r="r" b="b"/>
                <a:pathLst>
                  <a:path w="2263363" h="547273" extrusionOk="0">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9" name="Google Shape;789;p39"/>
              <p:cNvSpPr txBox="1"/>
              <p:nvPr/>
            </p:nvSpPr>
            <p:spPr>
              <a:xfrm>
                <a:off x="0" y="-38100"/>
                <a:ext cx="2263500" cy="5853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90" name="Google Shape;790;p39"/>
            <p:cNvSpPr txBox="1"/>
            <p:nvPr/>
          </p:nvSpPr>
          <p:spPr>
            <a:xfrm>
              <a:off x="946824" y="521604"/>
              <a:ext cx="9564600" cy="1908600"/>
            </a:xfrm>
            <a:prstGeom prst="rect">
              <a:avLst/>
            </a:prstGeom>
            <a:noFill/>
            <a:ln>
              <a:noFill/>
            </a:ln>
          </p:spPr>
          <p:txBody>
            <a:bodyPr spcFirstLastPara="1" wrap="square" lIns="0" tIns="0" rIns="0" bIns="0" anchor="t" anchorCtr="0">
              <a:spAutoFit/>
            </a:bodyPr>
            <a:lstStyle/>
            <a:p>
              <a:pPr marL="0" marR="0" lvl="0" indent="0" algn="ctr" rtl="0">
                <a:lnSpc>
                  <a:spcPct val="112006"/>
                </a:lnSpc>
                <a:spcBef>
                  <a:spcPts val="0"/>
                </a:spcBef>
                <a:spcAft>
                  <a:spcPts val="0"/>
                </a:spcAft>
                <a:buClr>
                  <a:srgbClr val="000000"/>
                </a:buClr>
                <a:buSzPts val="12460"/>
                <a:buFont typeface="Arial"/>
                <a:buNone/>
              </a:pPr>
              <a:r>
                <a:rPr lang="en-US" sz="9300">
                  <a:solidFill>
                    <a:srgbClr val="018345"/>
                  </a:solidFill>
                </a:rPr>
                <a:t>LISTENING</a:t>
              </a:r>
              <a:endParaRPr sz="9300" b="0" i="0" u="none" strike="noStrike" cap="none">
                <a:solidFill>
                  <a:srgbClr val="000000"/>
                </a:solidFill>
                <a:latin typeface="Arial"/>
                <a:ea typeface="Arial"/>
                <a:cs typeface="Arial"/>
                <a:sym typeface="Arial"/>
              </a:endParaRPr>
            </a:p>
          </p:txBody>
        </p:sp>
      </p:grpSp>
      <p:cxnSp>
        <p:nvCxnSpPr>
          <p:cNvPr id="791" name="Google Shape;791;p39"/>
          <p:cNvCxnSpPr/>
          <p:nvPr/>
        </p:nvCxnSpPr>
        <p:spPr>
          <a:xfrm>
            <a:off x="3381380" y="3702753"/>
            <a:ext cx="11699400" cy="0"/>
          </a:xfrm>
          <a:prstGeom prst="straightConnector1">
            <a:avLst/>
          </a:prstGeom>
          <a:noFill/>
          <a:ln w="38100" cap="flat" cmpd="sng">
            <a:solidFill>
              <a:srgbClr val="FFFFFF"/>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40"/>
          <p:cNvSpPr txBox="1">
            <a:spLocks noGrp="1"/>
          </p:cNvSpPr>
          <p:nvPr>
            <p:ph type="title"/>
          </p:nvPr>
        </p:nvSpPr>
        <p:spPr>
          <a:xfrm>
            <a:off x="473529" y="395691"/>
            <a:ext cx="17340900" cy="791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Playfair Display"/>
              <a:buNone/>
            </a:pPr>
            <a:r>
              <a:rPr lang="en-US" b="1">
                <a:latin typeface="Arial"/>
                <a:ea typeface="Arial"/>
                <a:cs typeface="Arial"/>
                <a:sym typeface="Arial"/>
              </a:rPr>
              <a:t>01. Cấu trúc chung của đề thi tiếng Anh VSTEP</a:t>
            </a:r>
            <a:endParaRPr b="1">
              <a:latin typeface="Arial"/>
              <a:ea typeface="Arial"/>
              <a:cs typeface="Arial"/>
              <a:sym typeface="Arial"/>
            </a:endParaRPr>
          </a:p>
        </p:txBody>
      </p:sp>
      <p:sp>
        <p:nvSpPr>
          <p:cNvPr id="797" name="Google Shape;797;p40"/>
          <p:cNvSpPr txBox="1">
            <a:spLocks noGrp="1"/>
          </p:cNvSpPr>
          <p:nvPr>
            <p:ph type="body" idx="1"/>
          </p:nvPr>
        </p:nvSpPr>
        <p:spPr>
          <a:xfrm>
            <a:off x="914400" y="2054144"/>
            <a:ext cx="16459200" cy="65280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4200"/>
              <a:buChar char="•"/>
            </a:pPr>
            <a:r>
              <a:rPr lang="en-US">
                <a:latin typeface="Arial"/>
                <a:ea typeface="Arial"/>
                <a:cs typeface="Arial"/>
                <a:sym typeface="Arial"/>
              </a:rPr>
              <a:t>Đề thi tiếng anh VSTEP cấp độ B1, B2, C1 gồm 4 kỹ năng: Nghe hiểu - Đọc hiểu - Viết - Nói.</a:t>
            </a:r>
            <a:endParaRPr>
              <a:latin typeface="Arial"/>
              <a:ea typeface="Arial"/>
              <a:cs typeface="Arial"/>
              <a:sym typeface="Arial"/>
            </a:endParaRPr>
          </a:p>
          <a:p>
            <a:pPr marL="685800" lvl="1" indent="0" algn="l" rtl="0">
              <a:lnSpc>
                <a:spcPct val="100000"/>
              </a:lnSpc>
              <a:spcBef>
                <a:spcPts val="750"/>
              </a:spcBef>
              <a:spcAft>
                <a:spcPts val="0"/>
              </a:spcAft>
              <a:buClr>
                <a:schemeClr val="dk1"/>
              </a:buClr>
              <a:buSzPts val="3600"/>
              <a:buNone/>
            </a:pPr>
            <a:r>
              <a:rPr lang="en-US" i="1">
                <a:latin typeface="Arial"/>
                <a:ea typeface="Arial"/>
                <a:cs typeface="Arial"/>
                <a:sym typeface="Arial"/>
              </a:rPr>
              <a:t>Cả ba cấp độ B1, B2, C1 đều dùng chung một đề.</a:t>
            </a:r>
            <a:endParaRPr>
              <a:latin typeface="Arial"/>
              <a:ea typeface="Arial"/>
              <a:cs typeface="Arial"/>
              <a:sym typeface="Arial"/>
            </a:endParaRPr>
          </a:p>
          <a:p>
            <a:pPr marL="342900" lvl="0" indent="-342900" algn="l" rtl="0">
              <a:lnSpc>
                <a:spcPct val="100000"/>
              </a:lnSpc>
              <a:spcBef>
                <a:spcPts val="1500"/>
              </a:spcBef>
              <a:spcAft>
                <a:spcPts val="0"/>
              </a:spcAft>
              <a:buClr>
                <a:schemeClr val="dk2"/>
              </a:buClr>
              <a:buSzPts val="4200"/>
              <a:buChar char="•"/>
            </a:pPr>
            <a:r>
              <a:rPr lang="en-US" b="1">
                <a:solidFill>
                  <a:schemeClr val="dk2"/>
                </a:solidFill>
                <a:latin typeface="Arial"/>
                <a:ea typeface="Arial"/>
                <a:cs typeface="Arial"/>
                <a:sym typeface="Arial"/>
              </a:rPr>
              <a:t>Phần I. </a:t>
            </a:r>
            <a:r>
              <a:rPr lang="en-US">
                <a:latin typeface="Arial"/>
                <a:ea typeface="Arial"/>
                <a:cs typeface="Arial"/>
                <a:sym typeface="Arial"/>
              </a:rPr>
              <a:t>Nghe hiểu ~ 40 phút - 35 câu hỏi (3 phần)</a:t>
            </a:r>
            <a:endParaRPr>
              <a:latin typeface="Arial"/>
              <a:ea typeface="Arial"/>
              <a:cs typeface="Arial"/>
              <a:sym typeface="Arial"/>
            </a:endParaRPr>
          </a:p>
          <a:p>
            <a:pPr marL="342900" lvl="0" indent="-342900" algn="l" rtl="0">
              <a:lnSpc>
                <a:spcPct val="100000"/>
              </a:lnSpc>
              <a:spcBef>
                <a:spcPts val="1500"/>
              </a:spcBef>
              <a:spcAft>
                <a:spcPts val="0"/>
              </a:spcAft>
              <a:buClr>
                <a:schemeClr val="lt2"/>
              </a:buClr>
              <a:buSzPts val="4200"/>
              <a:buChar char="•"/>
            </a:pPr>
            <a:r>
              <a:rPr lang="en-US" b="1">
                <a:solidFill>
                  <a:schemeClr val="lt2"/>
                </a:solidFill>
                <a:latin typeface="Arial"/>
                <a:ea typeface="Arial"/>
                <a:cs typeface="Arial"/>
                <a:sym typeface="Arial"/>
              </a:rPr>
              <a:t>Phần II. </a:t>
            </a:r>
            <a:r>
              <a:rPr lang="en-US">
                <a:latin typeface="Arial"/>
                <a:ea typeface="Arial"/>
                <a:cs typeface="Arial"/>
                <a:sym typeface="Arial"/>
              </a:rPr>
              <a:t>Đọc hiểu - 60 phút - 40 câu hỏi (4 bài đọc) </a:t>
            </a:r>
            <a:endParaRPr>
              <a:latin typeface="Arial"/>
              <a:ea typeface="Arial"/>
              <a:cs typeface="Arial"/>
              <a:sym typeface="Arial"/>
            </a:endParaRPr>
          </a:p>
          <a:p>
            <a:pPr marL="342900" lvl="0" indent="-342900" algn="l" rtl="0">
              <a:lnSpc>
                <a:spcPct val="100000"/>
              </a:lnSpc>
              <a:spcBef>
                <a:spcPts val="1500"/>
              </a:spcBef>
              <a:spcAft>
                <a:spcPts val="0"/>
              </a:spcAft>
              <a:buClr>
                <a:schemeClr val="dk2"/>
              </a:buClr>
              <a:buSzPts val="4200"/>
              <a:buChar char="•"/>
            </a:pPr>
            <a:r>
              <a:rPr lang="en-US" b="1">
                <a:solidFill>
                  <a:schemeClr val="dk2"/>
                </a:solidFill>
                <a:latin typeface="Arial"/>
                <a:ea typeface="Arial"/>
                <a:cs typeface="Arial"/>
                <a:sym typeface="Arial"/>
              </a:rPr>
              <a:t>Phần III. </a:t>
            </a:r>
            <a:r>
              <a:rPr lang="en-US">
                <a:latin typeface="Arial"/>
                <a:ea typeface="Arial"/>
                <a:cs typeface="Arial"/>
                <a:sym typeface="Arial"/>
              </a:rPr>
              <a:t>Viết - 60 phút - 2 phần (Viết thư -3.5đ +  Viết luận – 6.5đ)</a:t>
            </a:r>
            <a:endParaRPr>
              <a:latin typeface="Arial"/>
              <a:ea typeface="Arial"/>
              <a:cs typeface="Arial"/>
              <a:sym typeface="Arial"/>
            </a:endParaRPr>
          </a:p>
          <a:p>
            <a:pPr marL="342900" lvl="0" indent="-342900" algn="l" rtl="0">
              <a:lnSpc>
                <a:spcPct val="100000"/>
              </a:lnSpc>
              <a:spcBef>
                <a:spcPts val="1500"/>
              </a:spcBef>
              <a:spcAft>
                <a:spcPts val="0"/>
              </a:spcAft>
              <a:buClr>
                <a:schemeClr val="lt2"/>
              </a:buClr>
              <a:buSzPts val="4200"/>
              <a:buChar char="•"/>
            </a:pPr>
            <a:r>
              <a:rPr lang="en-US" b="1">
                <a:solidFill>
                  <a:schemeClr val="lt2"/>
                </a:solidFill>
                <a:latin typeface="Arial"/>
                <a:ea typeface="Arial"/>
                <a:cs typeface="Arial"/>
                <a:sym typeface="Arial"/>
              </a:rPr>
              <a:t>Phần IV. </a:t>
            </a:r>
            <a:r>
              <a:rPr lang="en-US">
                <a:latin typeface="Arial"/>
                <a:ea typeface="Arial"/>
                <a:cs typeface="Arial"/>
                <a:sym typeface="Arial"/>
              </a:rPr>
              <a:t>Nói - 12 phút - 3 phần</a:t>
            </a:r>
            <a:endParaRPr>
              <a:latin typeface="Arial"/>
              <a:ea typeface="Arial"/>
              <a:cs typeface="Arial"/>
              <a:sym typeface="Arial"/>
            </a:endParaRPr>
          </a:p>
        </p:txBody>
      </p:sp>
      <p:sp>
        <p:nvSpPr>
          <p:cNvPr id="798" name="Google Shape;798;p40"/>
          <p:cNvSpPr/>
          <p:nvPr/>
        </p:nvSpPr>
        <p:spPr>
          <a:xfrm>
            <a:off x="1043000" y="4098425"/>
            <a:ext cx="12567000" cy="791400"/>
          </a:xfrm>
          <a:prstGeom prst="rect">
            <a:avLst/>
          </a:prstGeom>
          <a:noFill/>
          <a:ln w="1143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cxnSp>
        <p:nvCxnSpPr>
          <p:cNvPr id="803" name="Google Shape;803;p41"/>
          <p:cNvCxnSpPr/>
          <p:nvPr/>
        </p:nvCxnSpPr>
        <p:spPr>
          <a:xfrm rot="10800000" flipH="1">
            <a:off x="1543450" y="1497250"/>
            <a:ext cx="14195100" cy="54900"/>
          </a:xfrm>
          <a:prstGeom prst="straightConnector1">
            <a:avLst/>
          </a:prstGeom>
          <a:noFill/>
          <a:ln w="38100" cap="flat" cmpd="sng">
            <a:solidFill>
              <a:srgbClr val="018345"/>
            </a:solidFill>
            <a:prstDash val="solid"/>
            <a:round/>
            <a:headEnd type="none" w="sm" len="sm"/>
            <a:tailEnd type="none" w="sm" len="sm"/>
          </a:ln>
        </p:spPr>
      </p:cxnSp>
      <p:grpSp>
        <p:nvGrpSpPr>
          <p:cNvPr id="804" name="Google Shape;804;p41"/>
          <p:cNvGrpSpPr/>
          <p:nvPr/>
        </p:nvGrpSpPr>
        <p:grpSpPr>
          <a:xfrm rot="10800000">
            <a:off x="15044545" y="-741632"/>
            <a:ext cx="7681773" cy="4261259"/>
            <a:chOff x="0" y="-38100"/>
            <a:chExt cx="406400" cy="225405"/>
          </a:xfrm>
        </p:grpSpPr>
        <p:sp>
          <p:nvSpPr>
            <p:cNvPr id="805" name="Google Shape;805;p41"/>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806" name="Google Shape;806;p41"/>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07" name="Google Shape;807;p41"/>
          <p:cNvSpPr/>
          <p:nvPr/>
        </p:nvSpPr>
        <p:spPr>
          <a:xfrm>
            <a:off x="18157088" y="2761613"/>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sp>
        <p:nvSpPr>
          <p:cNvPr id="808" name="Google Shape;808;p41"/>
          <p:cNvSpPr txBox="1"/>
          <p:nvPr/>
        </p:nvSpPr>
        <p:spPr>
          <a:xfrm>
            <a:off x="1519749" y="725575"/>
            <a:ext cx="14242500" cy="723300"/>
          </a:xfrm>
          <a:prstGeom prst="rect">
            <a:avLst/>
          </a:prstGeom>
          <a:noFill/>
          <a:ln>
            <a:noFill/>
          </a:ln>
        </p:spPr>
        <p:txBody>
          <a:bodyPr spcFirstLastPara="1" wrap="square" lIns="0" tIns="0" rIns="0" bIns="0" anchor="t" anchorCtr="0">
            <a:spAutoFit/>
          </a:bodyPr>
          <a:lstStyle/>
          <a:p>
            <a:pPr marL="0" marR="0" lvl="0" indent="0" algn="ctr" rtl="0">
              <a:lnSpc>
                <a:spcPct val="135013"/>
              </a:lnSpc>
              <a:spcBef>
                <a:spcPts val="0"/>
              </a:spcBef>
              <a:spcAft>
                <a:spcPts val="0"/>
              </a:spcAft>
              <a:buNone/>
            </a:pPr>
            <a:r>
              <a:rPr lang="en-US" sz="4700" b="1">
                <a:solidFill>
                  <a:srgbClr val="018345"/>
                </a:solidFill>
                <a:latin typeface="Montserrat"/>
                <a:ea typeface="Montserrat"/>
                <a:cs typeface="Montserrat"/>
                <a:sym typeface="Montserrat"/>
              </a:rPr>
              <a:t>02. CẤU TRÚC CỦA BÀI NGHE VSTEP </a:t>
            </a:r>
            <a:endParaRPr sz="1100"/>
          </a:p>
        </p:txBody>
      </p:sp>
      <p:sp>
        <p:nvSpPr>
          <p:cNvPr id="809" name="Google Shape;809;p41"/>
          <p:cNvSpPr txBox="1"/>
          <p:nvPr/>
        </p:nvSpPr>
        <p:spPr>
          <a:xfrm>
            <a:off x="-10653311" y="9716809"/>
            <a:ext cx="13923300" cy="288900"/>
          </a:xfrm>
          <a:prstGeom prst="rect">
            <a:avLst/>
          </a:prstGeom>
          <a:noFill/>
          <a:ln>
            <a:noFill/>
          </a:ln>
        </p:spPr>
        <p:txBody>
          <a:bodyPr spcFirstLastPara="1" wrap="square" lIns="0" tIns="0" rIns="0" bIns="0" anchor="t" anchorCtr="0">
            <a:spAutoFit/>
          </a:bodyPr>
          <a:lstStyle/>
          <a:p>
            <a:pPr marL="0" marR="0" lvl="0" indent="0" algn="r" rtl="0">
              <a:lnSpc>
                <a:spcPct val="111993"/>
              </a:lnSpc>
              <a:spcBef>
                <a:spcPts val="0"/>
              </a:spcBef>
              <a:spcAft>
                <a:spcPts val="0"/>
              </a:spcAft>
              <a:buNone/>
            </a:pPr>
            <a:r>
              <a:rPr lang="en-US" sz="1876" b="0" i="0" u="none" strike="noStrike" cap="none">
                <a:solidFill>
                  <a:srgbClr val="FEFEFE"/>
                </a:solidFill>
                <a:latin typeface="Roboto"/>
                <a:ea typeface="Roboto"/>
                <a:cs typeface="Roboto"/>
                <a:sym typeface="Roboto"/>
              </a:rPr>
              <a:t>https://edulife.com.vn/</a:t>
            </a:r>
            <a:endParaRPr/>
          </a:p>
        </p:txBody>
      </p:sp>
      <p:grpSp>
        <p:nvGrpSpPr>
          <p:cNvPr id="810" name="Google Shape;810;p41"/>
          <p:cNvGrpSpPr/>
          <p:nvPr/>
        </p:nvGrpSpPr>
        <p:grpSpPr>
          <a:xfrm>
            <a:off x="-2718010" y="9275955"/>
            <a:ext cx="7950378" cy="1707451"/>
            <a:chOff x="0" y="-384760"/>
            <a:chExt cx="10600504" cy="2276297"/>
          </a:xfrm>
        </p:grpSpPr>
        <p:grpSp>
          <p:nvGrpSpPr>
            <p:cNvPr id="811" name="Google Shape;811;p41"/>
            <p:cNvGrpSpPr/>
            <p:nvPr/>
          </p:nvGrpSpPr>
          <p:grpSpPr>
            <a:xfrm>
              <a:off x="0" y="-384760"/>
              <a:ext cx="10600504" cy="2276297"/>
              <a:chOff x="0" y="-38100"/>
              <a:chExt cx="1049690" cy="225405"/>
            </a:xfrm>
          </p:grpSpPr>
          <p:sp>
            <p:nvSpPr>
              <p:cNvPr id="812" name="Google Shape;812;p41"/>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813" name="Google Shape;813;p41"/>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14" name="Google Shape;814;p41"/>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5" name="Google Shape;815;p41"/>
          <p:cNvGrpSpPr/>
          <p:nvPr/>
        </p:nvGrpSpPr>
        <p:grpSpPr>
          <a:xfrm>
            <a:off x="6823500" y="3408850"/>
            <a:ext cx="5123825" cy="5072550"/>
            <a:chOff x="6809050" y="2012300"/>
            <a:chExt cx="5123825" cy="5072550"/>
          </a:xfrm>
        </p:grpSpPr>
        <p:sp>
          <p:nvSpPr>
            <p:cNvPr id="816" name="Google Shape;816;p41"/>
            <p:cNvSpPr/>
            <p:nvPr/>
          </p:nvSpPr>
          <p:spPr>
            <a:xfrm>
              <a:off x="6837963" y="2259050"/>
              <a:ext cx="5094900" cy="4825800"/>
            </a:xfrm>
            <a:prstGeom prst="rect">
              <a:avLst/>
            </a:prstGeom>
            <a:solidFill>
              <a:srgbClr val="EAD1DC"/>
            </a:solidFill>
            <a:ln w="9525" cap="flat" cmpd="sng">
              <a:solidFill>
                <a:srgbClr val="8E7CC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17" name="Google Shape;817;p41"/>
            <p:cNvSpPr/>
            <p:nvPr/>
          </p:nvSpPr>
          <p:spPr>
            <a:xfrm>
              <a:off x="7516850" y="2012300"/>
              <a:ext cx="3433200" cy="647100"/>
            </a:xfrm>
            <a:prstGeom prst="round2DiagRect">
              <a:avLst>
                <a:gd name="adj1" fmla="val 50000"/>
                <a:gd name="adj2" fmla="val 0"/>
              </a:avLst>
            </a:prstGeom>
            <a:solidFill>
              <a:schemeClr val="lt1"/>
            </a:solidFill>
            <a:ln w="9525" cap="flat"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b="1">
                  <a:solidFill>
                    <a:srgbClr val="1155CC"/>
                  </a:solidFill>
                  <a:latin typeface="Playfair Display"/>
                  <a:ea typeface="Playfair Display"/>
                  <a:cs typeface="Playfair Display"/>
                  <a:sym typeface="Playfair Display"/>
                </a:rPr>
                <a:t>PART </a:t>
              </a:r>
              <a:r>
                <a:rPr lang="en-US" sz="2500">
                  <a:solidFill>
                    <a:srgbClr val="1155CC"/>
                  </a:solidFill>
                  <a:latin typeface="EB Garamond ExtraBold"/>
                  <a:ea typeface="EB Garamond ExtraBold"/>
                  <a:cs typeface="EB Garamond ExtraBold"/>
                  <a:sym typeface="EB Garamond ExtraBold"/>
                </a:rPr>
                <a:t>2</a:t>
              </a:r>
              <a:endParaRPr sz="2500">
                <a:solidFill>
                  <a:srgbClr val="1155CC"/>
                </a:solidFill>
                <a:latin typeface="EB Garamond ExtraBold"/>
                <a:ea typeface="EB Garamond ExtraBold"/>
                <a:cs typeface="EB Garamond ExtraBold"/>
                <a:sym typeface="EB Garamond ExtraBold"/>
              </a:endParaRPr>
            </a:p>
          </p:txBody>
        </p:sp>
        <p:sp>
          <p:nvSpPr>
            <p:cNvPr id="818" name="Google Shape;818;p41"/>
            <p:cNvSpPr txBox="1"/>
            <p:nvPr/>
          </p:nvSpPr>
          <p:spPr>
            <a:xfrm>
              <a:off x="6809050" y="2814738"/>
              <a:ext cx="4731600" cy="5721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Clr>
                  <a:schemeClr val="dk1"/>
                </a:buClr>
                <a:buSzPts val="2200"/>
                <a:buFont typeface="Roboto"/>
                <a:buChar char="●"/>
              </a:pPr>
              <a:r>
                <a:rPr lang="en-US" sz="2200" b="1">
                  <a:solidFill>
                    <a:schemeClr val="dk1"/>
                  </a:solidFill>
                  <a:latin typeface="Roboto"/>
                  <a:ea typeface="Roboto"/>
                  <a:cs typeface="Roboto"/>
                  <a:sym typeface="Roboto"/>
                </a:rPr>
                <a:t>12 câu hỏi </a:t>
              </a:r>
              <a:r>
                <a:rPr lang="en-US" sz="2200" i="1">
                  <a:solidFill>
                    <a:schemeClr val="dk1"/>
                  </a:solidFill>
                  <a:latin typeface="Roboto"/>
                  <a:ea typeface="Roboto"/>
                  <a:cs typeface="Roboto"/>
                  <a:sym typeface="Roboto"/>
                </a:rPr>
                <a:t>➠</a:t>
              </a:r>
              <a:r>
                <a:rPr lang="en-US" sz="2200" b="1">
                  <a:solidFill>
                    <a:schemeClr val="dk1"/>
                  </a:solidFill>
                  <a:latin typeface="Roboto"/>
                  <a:ea typeface="Roboto"/>
                  <a:cs typeface="Roboto"/>
                  <a:sym typeface="Roboto"/>
                </a:rPr>
                <a:t> 3 đoạn hội thoại</a:t>
              </a:r>
              <a:endParaRPr sz="2200" b="1">
                <a:solidFill>
                  <a:schemeClr val="dk1"/>
                </a:solidFill>
                <a:latin typeface="Roboto"/>
                <a:ea typeface="Roboto"/>
                <a:cs typeface="Roboto"/>
                <a:sym typeface="Roboto"/>
              </a:endParaRPr>
            </a:p>
            <a:p>
              <a:pPr marL="457200" lvl="0" indent="0" algn="l" rtl="0">
                <a:spcBef>
                  <a:spcPts val="0"/>
                </a:spcBef>
                <a:spcAft>
                  <a:spcPts val="0"/>
                </a:spcAft>
                <a:buNone/>
              </a:pPr>
              <a:r>
                <a:rPr lang="en-US" sz="2200" i="1">
                  <a:solidFill>
                    <a:schemeClr val="dk1"/>
                  </a:solidFill>
                  <a:latin typeface="Roboto"/>
                  <a:ea typeface="Roboto"/>
                  <a:cs typeface="Roboto"/>
                  <a:sym typeface="Roboto"/>
                </a:rPr>
                <a:t>Cần phải nghe cẩn thận vì nếu không theo dõi kỹ sẽ bị mất thông tin của nhiều câu liên tiếp.</a:t>
              </a:r>
              <a:endParaRPr sz="2200" i="1">
                <a:solidFill>
                  <a:schemeClr val="dk1"/>
                </a:solidFill>
                <a:latin typeface="Roboto"/>
                <a:ea typeface="Roboto"/>
                <a:cs typeface="Roboto"/>
                <a:sym typeface="Roboto"/>
              </a:endParaRPr>
            </a:p>
            <a:p>
              <a:pPr marL="457200" lvl="0" indent="0" algn="l" rtl="0">
                <a:spcBef>
                  <a:spcPts val="0"/>
                </a:spcBef>
                <a:spcAft>
                  <a:spcPts val="0"/>
                </a:spcAft>
                <a:buNone/>
              </a:pPr>
              <a:endParaRPr sz="2200" i="1">
                <a:solidFill>
                  <a:schemeClr val="dk1"/>
                </a:solidFill>
                <a:latin typeface="Roboto"/>
                <a:ea typeface="Roboto"/>
                <a:cs typeface="Roboto"/>
                <a:sym typeface="Roboto"/>
              </a:endParaRPr>
            </a:p>
            <a:p>
              <a:pPr marL="0" lvl="0" indent="0" algn="l" rtl="0">
                <a:spcBef>
                  <a:spcPts val="0"/>
                </a:spcBef>
                <a:spcAft>
                  <a:spcPts val="0"/>
                </a:spcAft>
                <a:buNone/>
              </a:pPr>
              <a:endParaRPr sz="2200">
                <a:solidFill>
                  <a:schemeClr val="dk1"/>
                </a:solidFill>
                <a:latin typeface="Roboto"/>
                <a:ea typeface="Roboto"/>
                <a:cs typeface="Roboto"/>
                <a:sym typeface="Roboto"/>
              </a:endParaRPr>
            </a:p>
          </p:txBody>
        </p:sp>
        <p:sp>
          <p:nvSpPr>
            <p:cNvPr id="819" name="Google Shape;819;p41"/>
            <p:cNvSpPr txBox="1"/>
            <p:nvPr/>
          </p:nvSpPr>
          <p:spPr>
            <a:xfrm>
              <a:off x="6837975" y="5259050"/>
              <a:ext cx="5094900" cy="8694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Clr>
                  <a:schemeClr val="dk1"/>
                </a:buClr>
                <a:buSzPts val="2200"/>
                <a:buFont typeface="Roboto"/>
                <a:buChar char="●"/>
              </a:pPr>
              <a:r>
                <a:rPr lang="en-US" sz="2200" b="1">
                  <a:solidFill>
                    <a:schemeClr val="dk1"/>
                  </a:solidFill>
                  <a:latin typeface="Roboto"/>
                  <a:ea typeface="Roboto"/>
                  <a:cs typeface="Roboto"/>
                  <a:sym typeface="Roboto"/>
                </a:rPr>
                <a:t>Dialogue - hai người nói</a:t>
              </a:r>
              <a:endParaRPr sz="2200" b="1">
                <a:solidFill>
                  <a:schemeClr val="dk1"/>
                </a:solidFill>
                <a:latin typeface="Roboto"/>
                <a:ea typeface="Roboto"/>
                <a:cs typeface="Roboto"/>
                <a:sym typeface="Roboto"/>
              </a:endParaRPr>
            </a:p>
            <a:p>
              <a:pPr marL="457200" lvl="0" indent="0" algn="l" rtl="0">
                <a:spcBef>
                  <a:spcPts val="0"/>
                </a:spcBef>
                <a:spcAft>
                  <a:spcPts val="0"/>
                </a:spcAft>
                <a:buNone/>
              </a:pPr>
              <a:r>
                <a:rPr lang="en-US" sz="2200" i="1">
                  <a:solidFill>
                    <a:schemeClr val="dk1"/>
                  </a:solidFill>
                  <a:latin typeface="Roboto"/>
                  <a:ea typeface="Roboto"/>
                  <a:cs typeface="Roboto"/>
                  <a:sym typeface="Roboto"/>
                </a:rPr>
                <a:t>Hình thức là trò chuyện trao đổi về các thông tin thường ngày (sinh hoạt, học tập…)</a:t>
              </a:r>
              <a:endParaRPr sz="2200" i="1">
                <a:solidFill>
                  <a:schemeClr val="dk1"/>
                </a:solidFill>
                <a:latin typeface="Roboto"/>
                <a:ea typeface="Roboto"/>
                <a:cs typeface="Roboto"/>
                <a:sym typeface="Roboto"/>
              </a:endParaRPr>
            </a:p>
            <a:p>
              <a:pPr marL="0" lvl="0" indent="0" algn="l" rtl="0">
                <a:spcBef>
                  <a:spcPts val="0"/>
                </a:spcBef>
                <a:spcAft>
                  <a:spcPts val="0"/>
                </a:spcAft>
                <a:buNone/>
              </a:pPr>
              <a:endParaRPr sz="2200">
                <a:solidFill>
                  <a:schemeClr val="dk1"/>
                </a:solidFill>
                <a:latin typeface="Roboto"/>
                <a:ea typeface="Roboto"/>
                <a:cs typeface="Roboto"/>
                <a:sym typeface="Roboto"/>
              </a:endParaRPr>
            </a:p>
          </p:txBody>
        </p:sp>
        <p:sp>
          <p:nvSpPr>
            <p:cNvPr id="820" name="Google Shape;820;p41"/>
            <p:cNvSpPr txBox="1"/>
            <p:nvPr/>
          </p:nvSpPr>
          <p:spPr>
            <a:xfrm>
              <a:off x="6867650" y="4553113"/>
              <a:ext cx="4731600" cy="5721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Clr>
                  <a:schemeClr val="dk1"/>
                </a:buClr>
                <a:buSzPts val="2200"/>
                <a:buFont typeface="Roboto"/>
                <a:buChar char="●"/>
              </a:pPr>
              <a:r>
                <a:rPr lang="en-US" sz="2200" b="1">
                  <a:solidFill>
                    <a:schemeClr val="dk1"/>
                  </a:solidFill>
                  <a:latin typeface="Roboto"/>
                  <a:ea typeface="Roboto"/>
                  <a:cs typeface="Roboto"/>
                  <a:sym typeface="Roboto"/>
                </a:rPr>
                <a:t>Ít yếu tố gây nhiễu hơn Part 1</a:t>
              </a:r>
              <a:endParaRPr sz="2200" i="1">
                <a:solidFill>
                  <a:schemeClr val="dk1"/>
                </a:solidFill>
                <a:latin typeface="Roboto"/>
                <a:ea typeface="Roboto"/>
                <a:cs typeface="Roboto"/>
                <a:sym typeface="Roboto"/>
              </a:endParaRPr>
            </a:p>
            <a:p>
              <a:pPr marL="0" lvl="0" indent="0" algn="l" rtl="0">
                <a:spcBef>
                  <a:spcPts val="0"/>
                </a:spcBef>
                <a:spcAft>
                  <a:spcPts val="0"/>
                </a:spcAft>
                <a:buNone/>
              </a:pPr>
              <a:endParaRPr sz="2200">
                <a:solidFill>
                  <a:schemeClr val="dk1"/>
                </a:solidFill>
                <a:latin typeface="Roboto"/>
                <a:ea typeface="Roboto"/>
                <a:cs typeface="Roboto"/>
                <a:sym typeface="Roboto"/>
              </a:endParaRPr>
            </a:p>
          </p:txBody>
        </p:sp>
      </p:grpSp>
      <p:grpSp>
        <p:nvGrpSpPr>
          <p:cNvPr id="821" name="Google Shape;821;p41"/>
          <p:cNvGrpSpPr/>
          <p:nvPr/>
        </p:nvGrpSpPr>
        <p:grpSpPr>
          <a:xfrm>
            <a:off x="-347083" y="3408850"/>
            <a:ext cx="6888658" cy="5072550"/>
            <a:chOff x="-249883" y="2012300"/>
            <a:chExt cx="6888658" cy="5072550"/>
          </a:xfrm>
        </p:grpSpPr>
        <p:cxnSp>
          <p:nvCxnSpPr>
            <p:cNvPr id="822" name="Google Shape;822;p41"/>
            <p:cNvCxnSpPr/>
            <p:nvPr/>
          </p:nvCxnSpPr>
          <p:spPr>
            <a:xfrm>
              <a:off x="-249883" y="5125235"/>
              <a:ext cx="5303400" cy="0"/>
            </a:xfrm>
            <a:prstGeom prst="straightConnector1">
              <a:avLst/>
            </a:prstGeom>
            <a:noFill/>
            <a:ln w="38100" cap="flat" cmpd="sng">
              <a:solidFill>
                <a:srgbClr val="FFFFFF"/>
              </a:solidFill>
              <a:prstDash val="solid"/>
              <a:round/>
              <a:headEnd type="none" w="sm" len="sm"/>
              <a:tailEnd type="none" w="sm" len="sm"/>
            </a:ln>
          </p:spPr>
        </p:cxnSp>
        <p:sp>
          <p:nvSpPr>
            <p:cNvPr id="823" name="Google Shape;823;p41"/>
            <p:cNvSpPr/>
            <p:nvPr/>
          </p:nvSpPr>
          <p:spPr>
            <a:xfrm>
              <a:off x="1543875" y="2259050"/>
              <a:ext cx="5094900" cy="4825800"/>
            </a:xfrm>
            <a:prstGeom prst="rect">
              <a:avLst/>
            </a:prstGeom>
            <a:solidFill>
              <a:srgbClr val="C9DAF8"/>
            </a:solidFill>
            <a:ln w="9525" cap="flat"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24" name="Google Shape;824;p41"/>
            <p:cNvSpPr/>
            <p:nvPr/>
          </p:nvSpPr>
          <p:spPr>
            <a:xfrm>
              <a:off x="2291700" y="2012300"/>
              <a:ext cx="3433200" cy="647100"/>
            </a:xfrm>
            <a:prstGeom prst="round2DiagRect">
              <a:avLst>
                <a:gd name="adj1" fmla="val 50000"/>
                <a:gd name="adj2" fmla="val 0"/>
              </a:avLst>
            </a:prstGeom>
            <a:solidFill>
              <a:schemeClr val="lt1"/>
            </a:solidFill>
            <a:ln w="9525" cap="flat"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b="1">
                  <a:solidFill>
                    <a:srgbClr val="1155CC"/>
                  </a:solidFill>
                  <a:latin typeface="Playfair Display"/>
                  <a:ea typeface="Playfair Display"/>
                  <a:cs typeface="Playfair Display"/>
                  <a:sym typeface="Playfair Display"/>
                </a:rPr>
                <a:t>PART </a:t>
              </a:r>
              <a:r>
                <a:rPr lang="en-US" sz="2500">
                  <a:solidFill>
                    <a:srgbClr val="1155CC"/>
                  </a:solidFill>
                  <a:latin typeface="EB Garamond ExtraBold"/>
                  <a:ea typeface="EB Garamond ExtraBold"/>
                  <a:cs typeface="EB Garamond ExtraBold"/>
                  <a:sym typeface="EB Garamond ExtraBold"/>
                </a:rPr>
                <a:t>1</a:t>
              </a:r>
              <a:endParaRPr sz="2500">
                <a:solidFill>
                  <a:srgbClr val="1155CC"/>
                </a:solidFill>
                <a:latin typeface="EB Garamond ExtraBold"/>
                <a:ea typeface="EB Garamond ExtraBold"/>
                <a:cs typeface="EB Garamond ExtraBold"/>
                <a:sym typeface="EB Garamond ExtraBold"/>
              </a:endParaRPr>
            </a:p>
          </p:txBody>
        </p:sp>
        <p:sp>
          <p:nvSpPr>
            <p:cNvPr id="825" name="Google Shape;825;p41"/>
            <p:cNvSpPr txBox="1"/>
            <p:nvPr/>
          </p:nvSpPr>
          <p:spPr>
            <a:xfrm>
              <a:off x="1543875" y="2824038"/>
              <a:ext cx="4731600" cy="5721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Clr>
                  <a:schemeClr val="dk1"/>
                </a:buClr>
                <a:buSzPts val="2200"/>
                <a:buFont typeface="Roboto"/>
                <a:buChar char="●"/>
              </a:pPr>
              <a:r>
                <a:rPr lang="en-US" sz="2200" b="1">
                  <a:solidFill>
                    <a:schemeClr val="dk1"/>
                  </a:solidFill>
                  <a:latin typeface="Roboto"/>
                  <a:ea typeface="Roboto"/>
                  <a:cs typeface="Roboto"/>
                  <a:sym typeface="Roboto"/>
                </a:rPr>
                <a:t>8 câu hỏi </a:t>
              </a:r>
              <a:r>
                <a:rPr lang="en-US" sz="2200" i="1">
                  <a:solidFill>
                    <a:schemeClr val="dk1"/>
                  </a:solidFill>
                  <a:latin typeface="Roboto"/>
                  <a:ea typeface="Roboto"/>
                  <a:cs typeface="Roboto"/>
                  <a:sym typeface="Roboto"/>
                </a:rPr>
                <a:t>➠</a:t>
              </a:r>
              <a:r>
                <a:rPr lang="en-US" sz="2200" b="1">
                  <a:solidFill>
                    <a:schemeClr val="dk1"/>
                  </a:solidFill>
                  <a:latin typeface="Roboto"/>
                  <a:ea typeface="Roboto"/>
                  <a:cs typeface="Roboto"/>
                  <a:sym typeface="Roboto"/>
                </a:rPr>
                <a:t> 8 đoạn nghe ngắn</a:t>
              </a:r>
              <a:endParaRPr sz="2200" b="1">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Nếu không nghe được thông tin của đoạn nào ➠ chỉ bị ảnh hưởng tới việc lựa chọn đáp án của đoạn đó.</a:t>
              </a:r>
              <a:endParaRPr sz="2200" i="1">
                <a:solidFill>
                  <a:schemeClr val="dk1"/>
                </a:solidFill>
                <a:latin typeface="Roboto"/>
                <a:ea typeface="Roboto"/>
                <a:cs typeface="Roboto"/>
                <a:sym typeface="Roboto"/>
              </a:endParaRPr>
            </a:p>
            <a:p>
              <a:pPr marL="0" lvl="0" indent="0" algn="l" rtl="0">
                <a:spcBef>
                  <a:spcPts val="0"/>
                </a:spcBef>
                <a:spcAft>
                  <a:spcPts val="0"/>
                </a:spcAft>
                <a:buNone/>
              </a:pPr>
              <a:endParaRPr sz="2200">
                <a:solidFill>
                  <a:schemeClr val="dk1"/>
                </a:solidFill>
                <a:latin typeface="Roboto"/>
                <a:ea typeface="Roboto"/>
                <a:cs typeface="Roboto"/>
                <a:sym typeface="Roboto"/>
              </a:endParaRPr>
            </a:p>
          </p:txBody>
        </p:sp>
        <p:sp>
          <p:nvSpPr>
            <p:cNvPr id="826" name="Google Shape;826;p41"/>
            <p:cNvSpPr txBox="1"/>
            <p:nvPr/>
          </p:nvSpPr>
          <p:spPr>
            <a:xfrm>
              <a:off x="1543875" y="5532975"/>
              <a:ext cx="5094900" cy="8694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Clr>
                  <a:schemeClr val="dk1"/>
                </a:buClr>
                <a:buSzPts val="2200"/>
                <a:buFont typeface="Roboto"/>
                <a:buChar char="●"/>
              </a:pPr>
              <a:r>
                <a:rPr lang="en-US" sz="2200" b="1">
                  <a:solidFill>
                    <a:schemeClr val="dk1"/>
                  </a:solidFill>
                  <a:latin typeface="Roboto"/>
                  <a:ea typeface="Roboto"/>
                  <a:cs typeface="Roboto"/>
                  <a:sym typeface="Roboto"/>
                </a:rPr>
                <a:t>Monologue - một người nói</a:t>
              </a:r>
              <a:endParaRPr sz="2200" b="1">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Hình thức là hướng dẫn (Instruction) hoặc thông báo (announcement)</a:t>
              </a:r>
              <a:endParaRPr sz="2200" i="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sz="2200">
                <a:solidFill>
                  <a:schemeClr val="dk1"/>
                </a:solidFill>
                <a:latin typeface="Roboto"/>
                <a:ea typeface="Roboto"/>
                <a:cs typeface="Roboto"/>
                <a:sym typeface="Roboto"/>
              </a:endParaRPr>
            </a:p>
          </p:txBody>
        </p:sp>
        <p:sp>
          <p:nvSpPr>
            <p:cNvPr id="827" name="Google Shape;827;p41"/>
            <p:cNvSpPr txBox="1"/>
            <p:nvPr/>
          </p:nvSpPr>
          <p:spPr>
            <a:xfrm>
              <a:off x="1543875" y="4960863"/>
              <a:ext cx="4731600" cy="5721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Clr>
                  <a:schemeClr val="dk1"/>
                </a:buClr>
                <a:buSzPts val="2200"/>
                <a:buFont typeface="Roboto"/>
                <a:buChar char="●"/>
              </a:pPr>
              <a:r>
                <a:rPr lang="en-US" sz="2200" b="1">
                  <a:solidFill>
                    <a:schemeClr val="dk1"/>
                  </a:solidFill>
                  <a:latin typeface="Roboto"/>
                  <a:ea typeface="Roboto"/>
                  <a:cs typeface="Roboto"/>
                  <a:sym typeface="Roboto"/>
                </a:rPr>
                <a:t>Rất nhiều yếu tố gây nhiễu </a:t>
              </a:r>
              <a:endParaRPr sz="2200">
                <a:solidFill>
                  <a:schemeClr val="dk1"/>
                </a:solidFill>
                <a:latin typeface="Roboto"/>
                <a:ea typeface="Roboto"/>
                <a:cs typeface="Roboto"/>
                <a:sym typeface="Roboto"/>
              </a:endParaRPr>
            </a:p>
          </p:txBody>
        </p:sp>
      </p:grpSp>
      <p:grpSp>
        <p:nvGrpSpPr>
          <p:cNvPr id="828" name="Google Shape;828;p41"/>
          <p:cNvGrpSpPr/>
          <p:nvPr/>
        </p:nvGrpSpPr>
        <p:grpSpPr>
          <a:xfrm>
            <a:off x="12114225" y="3408850"/>
            <a:ext cx="5303400" cy="5072550"/>
            <a:chOff x="12074225" y="2012300"/>
            <a:chExt cx="5303400" cy="5072550"/>
          </a:xfrm>
        </p:grpSpPr>
        <p:sp>
          <p:nvSpPr>
            <p:cNvPr id="829" name="Google Shape;829;p41"/>
            <p:cNvSpPr/>
            <p:nvPr/>
          </p:nvSpPr>
          <p:spPr>
            <a:xfrm>
              <a:off x="12074225" y="2259050"/>
              <a:ext cx="5303400" cy="4825800"/>
            </a:xfrm>
            <a:prstGeom prst="rect">
              <a:avLst/>
            </a:prstGeom>
            <a:solidFill>
              <a:srgbClr val="FFF2CC"/>
            </a:solidFill>
            <a:ln w="9525" cap="flat" cmpd="sng">
              <a:solidFill>
                <a:srgbClr val="8E7CC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30" name="Google Shape;830;p41"/>
            <p:cNvSpPr/>
            <p:nvPr/>
          </p:nvSpPr>
          <p:spPr>
            <a:xfrm>
              <a:off x="12808025" y="2012300"/>
              <a:ext cx="3433200" cy="647100"/>
            </a:xfrm>
            <a:prstGeom prst="round2DiagRect">
              <a:avLst>
                <a:gd name="adj1" fmla="val 50000"/>
                <a:gd name="adj2" fmla="val 0"/>
              </a:avLst>
            </a:prstGeom>
            <a:solidFill>
              <a:schemeClr val="lt1"/>
            </a:solidFill>
            <a:ln w="9525" cap="flat"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b="1">
                  <a:solidFill>
                    <a:srgbClr val="1155CC"/>
                  </a:solidFill>
                  <a:latin typeface="Playfair Display"/>
                  <a:ea typeface="Playfair Display"/>
                  <a:cs typeface="Playfair Display"/>
                  <a:sym typeface="Playfair Display"/>
                </a:rPr>
                <a:t>PART </a:t>
              </a:r>
              <a:r>
                <a:rPr lang="en-US" sz="2500">
                  <a:solidFill>
                    <a:srgbClr val="1155CC"/>
                  </a:solidFill>
                  <a:latin typeface="EB Garamond ExtraBold"/>
                  <a:ea typeface="EB Garamond ExtraBold"/>
                  <a:cs typeface="EB Garamond ExtraBold"/>
                  <a:sym typeface="EB Garamond ExtraBold"/>
                </a:rPr>
                <a:t>3</a:t>
              </a:r>
              <a:endParaRPr sz="2500">
                <a:solidFill>
                  <a:srgbClr val="1155CC"/>
                </a:solidFill>
                <a:latin typeface="EB Garamond ExtraBold"/>
                <a:ea typeface="EB Garamond ExtraBold"/>
                <a:cs typeface="EB Garamond ExtraBold"/>
                <a:sym typeface="EB Garamond ExtraBold"/>
              </a:endParaRPr>
            </a:p>
          </p:txBody>
        </p:sp>
        <p:sp>
          <p:nvSpPr>
            <p:cNvPr id="831" name="Google Shape;831;p41"/>
            <p:cNvSpPr txBox="1"/>
            <p:nvPr/>
          </p:nvSpPr>
          <p:spPr>
            <a:xfrm>
              <a:off x="12158825" y="2824050"/>
              <a:ext cx="5094900" cy="5721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Clr>
                  <a:schemeClr val="dk1"/>
                </a:buClr>
                <a:buSzPts val="2200"/>
                <a:buFont typeface="Roboto"/>
                <a:buChar char="●"/>
              </a:pPr>
              <a:r>
                <a:rPr lang="en-US" sz="2200" b="1">
                  <a:solidFill>
                    <a:schemeClr val="dk1"/>
                  </a:solidFill>
                  <a:latin typeface="Roboto"/>
                  <a:ea typeface="Roboto"/>
                  <a:cs typeface="Roboto"/>
                  <a:sym typeface="Roboto"/>
                </a:rPr>
                <a:t>15 câu hỏi </a:t>
              </a:r>
              <a:r>
                <a:rPr lang="en-US" sz="2200" i="1">
                  <a:solidFill>
                    <a:schemeClr val="dk1"/>
                  </a:solidFill>
                  <a:latin typeface="Roboto"/>
                  <a:ea typeface="Roboto"/>
                  <a:cs typeface="Roboto"/>
                  <a:sym typeface="Roboto"/>
                </a:rPr>
                <a:t>➠</a:t>
              </a:r>
              <a:r>
                <a:rPr lang="en-US" sz="2200" b="1">
                  <a:solidFill>
                    <a:schemeClr val="dk1"/>
                  </a:solidFill>
                  <a:latin typeface="Roboto"/>
                  <a:ea typeface="Roboto"/>
                  <a:cs typeface="Roboto"/>
                  <a:sym typeface="Roboto"/>
                </a:rPr>
                <a:t>  3 đoạn nghe dài</a:t>
              </a:r>
              <a:endParaRPr sz="2200" b="1">
                <a:solidFill>
                  <a:schemeClr val="dk1"/>
                </a:solidFill>
                <a:latin typeface="Roboto"/>
                <a:ea typeface="Roboto"/>
                <a:cs typeface="Roboto"/>
                <a:sym typeface="Roboto"/>
              </a:endParaRPr>
            </a:p>
            <a:p>
              <a:pPr marL="457200" lvl="0" indent="0" algn="l" rtl="0">
                <a:spcBef>
                  <a:spcPts val="0"/>
                </a:spcBef>
                <a:spcAft>
                  <a:spcPts val="0"/>
                </a:spcAft>
                <a:buNone/>
              </a:pPr>
              <a:r>
                <a:rPr lang="en-US" sz="2200" i="1">
                  <a:solidFill>
                    <a:schemeClr val="dk1"/>
                  </a:solidFill>
                  <a:latin typeface="Roboto"/>
                  <a:ea typeface="Roboto"/>
                  <a:cs typeface="Roboto"/>
                  <a:sym typeface="Roboto"/>
                </a:rPr>
                <a:t>Cần phải nghe cẩn thận vì nếu không theo dõi kỹ sẽ bị mất thông tin của nhiều câu liên tiếp.</a:t>
              </a:r>
              <a:endParaRPr sz="2200" i="1">
                <a:solidFill>
                  <a:schemeClr val="dk1"/>
                </a:solidFill>
                <a:latin typeface="Roboto"/>
                <a:ea typeface="Roboto"/>
                <a:cs typeface="Roboto"/>
                <a:sym typeface="Roboto"/>
              </a:endParaRPr>
            </a:p>
            <a:p>
              <a:pPr marL="457200" lvl="0" indent="0" algn="l" rtl="0">
                <a:spcBef>
                  <a:spcPts val="0"/>
                </a:spcBef>
                <a:spcAft>
                  <a:spcPts val="0"/>
                </a:spcAft>
                <a:buNone/>
              </a:pPr>
              <a:endParaRPr sz="2200" i="1">
                <a:solidFill>
                  <a:schemeClr val="dk1"/>
                </a:solidFill>
                <a:latin typeface="Roboto"/>
                <a:ea typeface="Roboto"/>
                <a:cs typeface="Roboto"/>
                <a:sym typeface="Roboto"/>
              </a:endParaRPr>
            </a:p>
            <a:p>
              <a:pPr marL="0" lvl="0" indent="0" algn="l" rtl="0">
                <a:spcBef>
                  <a:spcPts val="0"/>
                </a:spcBef>
                <a:spcAft>
                  <a:spcPts val="0"/>
                </a:spcAft>
                <a:buNone/>
              </a:pPr>
              <a:endParaRPr sz="2200">
                <a:solidFill>
                  <a:schemeClr val="dk1"/>
                </a:solidFill>
                <a:latin typeface="Roboto"/>
                <a:ea typeface="Roboto"/>
                <a:cs typeface="Roboto"/>
                <a:sym typeface="Roboto"/>
              </a:endParaRPr>
            </a:p>
          </p:txBody>
        </p:sp>
        <p:sp>
          <p:nvSpPr>
            <p:cNvPr id="832" name="Google Shape;832;p41"/>
            <p:cNvSpPr txBox="1"/>
            <p:nvPr/>
          </p:nvSpPr>
          <p:spPr>
            <a:xfrm>
              <a:off x="12229275" y="4485438"/>
              <a:ext cx="4731600" cy="5721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Clr>
                  <a:schemeClr val="dk1"/>
                </a:buClr>
                <a:buSzPts val="2200"/>
                <a:buFont typeface="Roboto"/>
                <a:buChar char="●"/>
              </a:pPr>
              <a:r>
                <a:rPr lang="en-US" sz="2200" b="1">
                  <a:solidFill>
                    <a:schemeClr val="dk1"/>
                  </a:solidFill>
                  <a:latin typeface="Roboto"/>
                  <a:ea typeface="Roboto"/>
                  <a:cs typeface="Roboto"/>
                  <a:sym typeface="Roboto"/>
                </a:rPr>
                <a:t>Ít yếu tố gây nhiễu hơn Part 1</a:t>
              </a:r>
              <a:endParaRPr sz="2200" i="1">
                <a:solidFill>
                  <a:schemeClr val="dk1"/>
                </a:solidFill>
                <a:latin typeface="Roboto"/>
                <a:ea typeface="Roboto"/>
                <a:cs typeface="Roboto"/>
                <a:sym typeface="Roboto"/>
              </a:endParaRPr>
            </a:p>
            <a:p>
              <a:pPr marL="0" lvl="0" indent="0" algn="l" rtl="0">
                <a:spcBef>
                  <a:spcPts val="0"/>
                </a:spcBef>
                <a:spcAft>
                  <a:spcPts val="0"/>
                </a:spcAft>
                <a:buNone/>
              </a:pPr>
              <a:endParaRPr sz="2200">
                <a:solidFill>
                  <a:schemeClr val="dk1"/>
                </a:solidFill>
                <a:latin typeface="Roboto"/>
                <a:ea typeface="Roboto"/>
                <a:cs typeface="Roboto"/>
                <a:sym typeface="Roboto"/>
              </a:endParaRPr>
            </a:p>
          </p:txBody>
        </p:sp>
        <p:sp>
          <p:nvSpPr>
            <p:cNvPr id="833" name="Google Shape;833;p41"/>
            <p:cNvSpPr txBox="1"/>
            <p:nvPr/>
          </p:nvSpPr>
          <p:spPr>
            <a:xfrm>
              <a:off x="12229275" y="5259050"/>
              <a:ext cx="5094900" cy="5721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Clr>
                  <a:schemeClr val="dk1"/>
                </a:buClr>
                <a:buSzPts val="2200"/>
                <a:buFont typeface="Roboto"/>
                <a:buChar char="●"/>
              </a:pPr>
              <a:r>
                <a:rPr lang="en-US" sz="2200" b="1">
                  <a:solidFill>
                    <a:schemeClr val="dk1"/>
                  </a:solidFill>
                  <a:latin typeface="Roboto"/>
                  <a:ea typeface="Roboto"/>
                  <a:cs typeface="Roboto"/>
                  <a:sym typeface="Roboto"/>
                </a:rPr>
                <a:t>Monologue một người nói</a:t>
              </a:r>
              <a:endParaRPr sz="2200" b="1">
                <a:solidFill>
                  <a:schemeClr val="dk1"/>
                </a:solidFill>
                <a:latin typeface="Roboto"/>
                <a:ea typeface="Roboto"/>
                <a:cs typeface="Roboto"/>
                <a:sym typeface="Roboto"/>
              </a:endParaRPr>
            </a:p>
            <a:p>
              <a:pPr marL="45720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Hình thức là bài giảng (Iecture) hoặc kể-nói chuyện (talk)</a:t>
              </a:r>
              <a:endParaRPr sz="2200" b="1">
                <a:solidFill>
                  <a:schemeClr val="dk1"/>
                </a:solidFill>
                <a:latin typeface="Roboto"/>
                <a:ea typeface="Roboto"/>
                <a:cs typeface="Roboto"/>
                <a:sym typeface="Roboto"/>
              </a:endParaRPr>
            </a:p>
          </p:txBody>
        </p:sp>
      </p:grpSp>
      <p:sp>
        <p:nvSpPr>
          <p:cNvPr id="834" name="Google Shape;834;p41"/>
          <p:cNvSpPr/>
          <p:nvPr/>
        </p:nvSpPr>
        <p:spPr>
          <a:xfrm>
            <a:off x="5328775" y="1897300"/>
            <a:ext cx="7031400" cy="1166400"/>
          </a:xfrm>
          <a:prstGeom prst="round2DiagRect">
            <a:avLst>
              <a:gd name="adj1" fmla="val 16667"/>
              <a:gd name="adj2" fmla="val 0"/>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4700">
                <a:solidFill>
                  <a:schemeClr val="lt1"/>
                </a:solidFill>
                <a:latin typeface="Montserrat ExtraBold"/>
                <a:ea typeface="Montserrat ExtraBold"/>
                <a:cs typeface="Montserrat ExtraBold"/>
                <a:sym typeface="Montserrat ExtraBold"/>
              </a:rPr>
              <a:t>35 CÂU HỎI - 3 PHẦN</a:t>
            </a: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808"/>
                                        </p:tgtEl>
                                        <p:attrNameLst>
                                          <p:attrName>style.visibility</p:attrName>
                                        </p:attrNameLst>
                                      </p:cBhvr>
                                      <p:to>
                                        <p:strVal val="visible"/>
                                      </p:to>
                                    </p:set>
                                    <p:anim calcmode="lin" valueType="num">
                                      <p:cBhvr additive="base">
                                        <p:cTn id="7" dur="500"/>
                                        <p:tgtEl>
                                          <p:spTgt spid="808"/>
                                        </p:tgtEl>
                                        <p:attrNameLst>
                                          <p:attrName>ppt_w</p:attrName>
                                        </p:attrNameLst>
                                      </p:cBhvr>
                                      <p:tavLst>
                                        <p:tav tm="0">
                                          <p:val>
                                            <p:strVal val="0"/>
                                          </p:val>
                                        </p:tav>
                                        <p:tav tm="100000">
                                          <p:val>
                                            <p:strVal val="#ppt_w"/>
                                          </p:val>
                                        </p:tav>
                                      </p:tavLst>
                                    </p:anim>
                                    <p:anim calcmode="lin" valueType="num">
                                      <p:cBhvr additive="base">
                                        <p:cTn id="8" dur="500"/>
                                        <p:tgtEl>
                                          <p:spTgt spid="808"/>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grpSp>
        <p:nvGrpSpPr>
          <p:cNvPr id="839" name="Google Shape;839;p42"/>
          <p:cNvGrpSpPr/>
          <p:nvPr/>
        </p:nvGrpSpPr>
        <p:grpSpPr>
          <a:xfrm rot="10800000">
            <a:off x="15044545" y="-741632"/>
            <a:ext cx="7681773" cy="4261259"/>
            <a:chOff x="0" y="-38100"/>
            <a:chExt cx="406400" cy="225405"/>
          </a:xfrm>
        </p:grpSpPr>
        <p:sp>
          <p:nvSpPr>
            <p:cNvPr id="840" name="Google Shape;840;p42"/>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841" name="Google Shape;841;p42"/>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42" name="Google Shape;842;p42"/>
          <p:cNvSpPr/>
          <p:nvPr/>
        </p:nvSpPr>
        <p:spPr>
          <a:xfrm>
            <a:off x="18157088" y="2761613"/>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sp>
        <p:nvSpPr>
          <p:cNvPr id="843" name="Google Shape;843;p42"/>
          <p:cNvSpPr txBox="1"/>
          <p:nvPr/>
        </p:nvSpPr>
        <p:spPr>
          <a:xfrm>
            <a:off x="-10653311" y="9716809"/>
            <a:ext cx="13923300" cy="288900"/>
          </a:xfrm>
          <a:prstGeom prst="rect">
            <a:avLst/>
          </a:prstGeom>
          <a:noFill/>
          <a:ln>
            <a:noFill/>
          </a:ln>
        </p:spPr>
        <p:txBody>
          <a:bodyPr spcFirstLastPara="1" wrap="square" lIns="0" tIns="0" rIns="0" bIns="0" anchor="t" anchorCtr="0">
            <a:spAutoFit/>
          </a:bodyPr>
          <a:lstStyle/>
          <a:p>
            <a:pPr marL="0" marR="0" lvl="0" indent="0" algn="r" rtl="0">
              <a:lnSpc>
                <a:spcPct val="111993"/>
              </a:lnSpc>
              <a:spcBef>
                <a:spcPts val="0"/>
              </a:spcBef>
              <a:spcAft>
                <a:spcPts val="0"/>
              </a:spcAft>
              <a:buNone/>
            </a:pPr>
            <a:r>
              <a:rPr lang="en-US" sz="1876" b="0" i="0" u="none" strike="noStrike" cap="none">
                <a:solidFill>
                  <a:srgbClr val="FEFEFE"/>
                </a:solidFill>
                <a:latin typeface="Roboto"/>
                <a:ea typeface="Roboto"/>
                <a:cs typeface="Roboto"/>
                <a:sym typeface="Roboto"/>
              </a:rPr>
              <a:t>https://edulife.com.vn/</a:t>
            </a:r>
            <a:endParaRPr/>
          </a:p>
        </p:txBody>
      </p:sp>
      <p:grpSp>
        <p:nvGrpSpPr>
          <p:cNvPr id="844" name="Google Shape;844;p42"/>
          <p:cNvGrpSpPr/>
          <p:nvPr/>
        </p:nvGrpSpPr>
        <p:grpSpPr>
          <a:xfrm>
            <a:off x="-2718010" y="9275955"/>
            <a:ext cx="7950378" cy="1707451"/>
            <a:chOff x="0" y="-384760"/>
            <a:chExt cx="10600504" cy="2276297"/>
          </a:xfrm>
        </p:grpSpPr>
        <p:grpSp>
          <p:nvGrpSpPr>
            <p:cNvPr id="845" name="Google Shape;845;p42"/>
            <p:cNvGrpSpPr/>
            <p:nvPr/>
          </p:nvGrpSpPr>
          <p:grpSpPr>
            <a:xfrm>
              <a:off x="0" y="-384760"/>
              <a:ext cx="10600504" cy="2276297"/>
              <a:chOff x="0" y="-38100"/>
              <a:chExt cx="1049690" cy="225405"/>
            </a:xfrm>
          </p:grpSpPr>
          <p:sp>
            <p:nvSpPr>
              <p:cNvPr id="846" name="Google Shape;846;p42"/>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847" name="Google Shape;847;p42"/>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48" name="Google Shape;848;p42"/>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49" name="Google Shape;849;p42"/>
          <p:cNvSpPr txBox="1"/>
          <p:nvPr/>
        </p:nvSpPr>
        <p:spPr>
          <a:xfrm>
            <a:off x="2126675" y="319250"/>
            <a:ext cx="14316000" cy="677400"/>
          </a:xfrm>
          <a:prstGeom prst="rect">
            <a:avLst/>
          </a:prstGeom>
          <a:noFill/>
          <a:ln>
            <a:noFill/>
          </a:ln>
        </p:spPr>
        <p:txBody>
          <a:bodyPr spcFirstLastPara="1" wrap="square" lIns="0" tIns="0" rIns="0" bIns="0" anchor="t" anchorCtr="0">
            <a:spAutoFit/>
          </a:bodyPr>
          <a:lstStyle/>
          <a:p>
            <a:pPr marL="0" marR="0" lvl="0" indent="0" algn="ctr" rtl="0">
              <a:lnSpc>
                <a:spcPct val="135013"/>
              </a:lnSpc>
              <a:spcBef>
                <a:spcPts val="0"/>
              </a:spcBef>
              <a:spcAft>
                <a:spcPts val="0"/>
              </a:spcAft>
              <a:buNone/>
            </a:pPr>
            <a:r>
              <a:rPr lang="en-US" sz="4400" b="1">
                <a:solidFill>
                  <a:srgbClr val="018345"/>
                </a:solidFill>
                <a:latin typeface="Montserrat"/>
                <a:ea typeface="Montserrat"/>
                <a:cs typeface="Montserrat"/>
                <a:sym typeface="Montserrat"/>
              </a:rPr>
              <a:t>03. GIAO DIỆN THI NGHE VSTEP TRÊN MÁY TÍNH  </a:t>
            </a:r>
            <a:endParaRPr sz="900">
              <a:solidFill>
                <a:srgbClr val="018345"/>
              </a:solidFill>
            </a:endParaRPr>
          </a:p>
        </p:txBody>
      </p:sp>
      <p:grpSp>
        <p:nvGrpSpPr>
          <p:cNvPr id="850" name="Google Shape;850;p42"/>
          <p:cNvGrpSpPr/>
          <p:nvPr/>
        </p:nvGrpSpPr>
        <p:grpSpPr>
          <a:xfrm>
            <a:off x="2687837" y="1279889"/>
            <a:ext cx="13645064" cy="8532569"/>
            <a:chOff x="2066000" y="1079025"/>
            <a:chExt cx="13369650" cy="8604850"/>
          </a:xfrm>
        </p:grpSpPr>
        <p:pic>
          <p:nvPicPr>
            <p:cNvPr id="851" name="Google Shape;851;p42"/>
            <p:cNvPicPr preferRelativeResize="0"/>
            <p:nvPr/>
          </p:nvPicPr>
          <p:blipFill>
            <a:blip r:embed="rId4">
              <a:alphaModFix/>
            </a:blip>
            <a:stretch>
              <a:fillRect/>
            </a:stretch>
          </p:blipFill>
          <p:spPr>
            <a:xfrm>
              <a:off x="2066000" y="1758525"/>
              <a:ext cx="13369650" cy="7788726"/>
            </a:xfrm>
            <a:prstGeom prst="rect">
              <a:avLst/>
            </a:prstGeom>
            <a:noFill/>
            <a:ln>
              <a:noFill/>
            </a:ln>
          </p:spPr>
        </p:pic>
        <p:sp>
          <p:nvSpPr>
            <p:cNvPr id="852" name="Google Shape;852;p42"/>
            <p:cNvSpPr/>
            <p:nvPr/>
          </p:nvSpPr>
          <p:spPr>
            <a:xfrm>
              <a:off x="6214450" y="1672400"/>
              <a:ext cx="1320600" cy="561300"/>
            </a:xfrm>
            <a:prstGeom prst="rect">
              <a:avLst/>
            </a:prstGeom>
            <a:no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53" name="Google Shape;853;p42"/>
            <p:cNvSpPr/>
            <p:nvPr/>
          </p:nvSpPr>
          <p:spPr>
            <a:xfrm>
              <a:off x="5807325" y="1079025"/>
              <a:ext cx="3818400" cy="385200"/>
            </a:xfrm>
            <a:prstGeom prst="wedgeRoundRectCallout">
              <a:avLst>
                <a:gd name="adj1" fmla="val -20484"/>
                <a:gd name="adj2" fmla="val 107120"/>
                <a:gd name="adj3" fmla="val 0"/>
              </a:avLst>
            </a:prstGeom>
            <a:solidFill>
              <a:srgbClr val="FFFF00"/>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b="1">
                  <a:latin typeface="Roboto"/>
                  <a:ea typeface="Roboto"/>
                  <a:cs typeface="Roboto"/>
                  <a:sym typeface="Roboto"/>
                </a:rPr>
                <a:t>THỜI GIAN CÒN LẠI</a:t>
              </a:r>
              <a:endParaRPr sz="2000" b="1">
                <a:latin typeface="Roboto"/>
                <a:ea typeface="Roboto"/>
                <a:cs typeface="Roboto"/>
                <a:sym typeface="Roboto"/>
              </a:endParaRPr>
            </a:p>
          </p:txBody>
        </p:sp>
        <p:sp>
          <p:nvSpPr>
            <p:cNvPr id="854" name="Google Shape;854;p42"/>
            <p:cNvSpPr/>
            <p:nvPr/>
          </p:nvSpPr>
          <p:spPr>
            <a:xfrm>
              <a:off x="3848625" y="8979775"/>
              <a:ext cx="1056300" cy="704100"/>
            </a:xfrm>
            <a:prstGeom prst="rect">
              <a:avLst/>
            </a:prstGeom>
            <a:noFill/>
            <a:ln w="28575" cap="flat" cmpd="sng">
              <a:solidFill>
                <a:srgbClr val="DE6A3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55" name="Google Shape;855;p42"/>
            <p:cNvSpPr/>
            <p:nvPr/>
          </p:nvSpPr>
          <p:spPr>
            <a:xfrm>
              <a:off x="3626925" y="8185825"/>
              <a:ext cx="3818400" cy="385200"/>
            </a:xfrm>
            <a:prstGeom prst="wedgeRoundRectCallout">
              <a:avLst>
                <a:gd name="adj1" fmla="val -20484"/>
                <a:gd name="adj2" fmla="val 107120"/>
                <a:gd name="adj3" fmla="val 0"/>
              </a:avLst>
            </a:prstGeom>
            <a:solidFill>
              <a:srgbClr val="FFFF00"/>
            </a:solid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000" b="1">
                  <a:latin typeface="Roboto"/>
                  <a:ea typeface="Roboto"/>
                  <a:cs typeface="Roboto"/>
                  <a:sym typeface="Roboto"/>
                </a:rPr>
                <a:t>PHẦN ĐANG THI</a:t>
              </a:r>
              <a:endParaRPr sz="2000" b="1">
                <a:latin typeface="Roboto"/>
                <a:ea typeface="Roboto"/>
                <a:cs typeface="Roboto"/>
                <a:sym typeface="Roboto"/>
              </a:endParaRPr>
            </a:p>
          </p:txBody>
        </p:sp>
      </p:grpSp>
      <p:cxnSp>
        <p:nvCxnSpPr>
          <p:cNvPr id="856" name="Google Shape;856;p42"/>
          <p:cNvCxnSpPr/>
          <p:nvPr/>
        </p:nvCxnSpPr>
        <p:spPr>
          <a:xfrm rot="10800000" flipH="1">
            <a:off x="2291725" y="1059975"/>
            <a:ext cx="14040900" cy="54900"/>
          </a:xfrm>
          <a:prstGeom prst="straightConnector1">
            <a:avLst/>
          </a:prstGeom>
          <a:noFill/>
          <a:ln w="38100" cap="flat" cmpd="sng">
            <a:solidFill>
              <a:srgbClr val="018345"/>
            </a:solidFill>
            <a:prstDash val="solid"/>
            <a:round/>
            <a:headEnd type="none" w="sm" len="sm"/>
            <a:tailEnd type="none" w="sm" len="sm"/>
          </a:ln>
        </p:spPr>
      </p:cxnSp>
      <p:sp>
        <p:nvSpPr>
          <p:cNvPr id="857" name="Google Shape;857;p42"/>
          <p:cNvSpPr txBox="1"/>
          <p:nvPr/>
        </p:nvSpPr>
        <p:spPr>
          <a:xfrm>
            <a:off x="8290425" y="4413175"/>
            <a:ext cx="7647600" cy="271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4200">
                <a:solidFill>
                  <a:srgbClr val="EA222A"/>
                </a:solidFill>
                <a:latin typeface="Roboto"/>
                <a:ea typeface="Roboto"/>
                <a:cs typeface="Roboto"/>
                <a:sym typeface="Roboto"/>
              </a:rPr>
              <a:t>BẠN SẼ KHÔNG THAO TÁC ĐƯỢC KHI AUDIO ĐANG CHẠY</a:t>
            </a:r>
            <a:endParaRPr sz="4200">
              <a:solidFill>
                <a:srgbClr val="EA222A"/>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cxnSp>
        <p:nvCxnSpPr>
          <p:cNvPr id="862" name="Google Shape;862;p43"/>
          <p:cNvCxnSpPr/>
          <p:nvPr/>
        </p:nvCxnSpPr>
        <p:spPr>
          <a:xfrm>
            <a:off x="2944025" y="1745250"/>
            <a:ext cx="12046500" cy="900"/>
          </a:xfrm>
          <a:prstGeom prst="straightConnector1">
            <a:avLst/>
          </a:prstGeom>
          <a:noFill/>
          <a:ln w="38100" cap="flat" cmpd="sng">
            <a:solidFill>
              <a:srgbClr val="018345"/>
            </a:solidFill>
            <a:prstDash val="solid"/>
            <a:round/>
            <a:headEnd type="none" w="sm" len="sm"/>
            <a:tailEnd type="none" w="sm" len="sm"/>
          </a:ln>
        </p:spPr>
      </p:cxnSp>
      <p:grpSp>
        <p:nvGrpSpPr>
          <p:cNvPr id="863" name="Google Shape;863;p43"/>
          <p:cNvGrpSpPr/>
          <p:nvPr/>
        </p:nvGrpSpPr>
        <p:grpSpPr>
          <a:xfrm rot="10800000">
            <a:off x="15044545" y="-741632"/>
            <a:ext cx="7681773" cy="4261259"/>
            <a:chOff x="0" y="-38100"/>
            <a:chExt cx="406400" cy="225405"/>
          </a:xfrm>
        </p:grpSpPr>
        <p:sp>
          <p:nvSpPr>
            <p:cNvPr id="864" name="Google Shape;864;p43"/>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865" name="Google Shape;865;p43"/>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66" name="Google Shape;866;p43"/>
          <p:cNvSpPr/>
          <p:nvPr/>
        </p:nvSpPr>
        <p:spPr>
          <a:xfrm>
            <a:off x="18157088" y="2761613"/>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sp>
        <p:nvSpPr>
          <p:cNvPr id="867" name="Google Shape;867;p43"/>
          <p:cNvSpPr txBox="1"/>
          <p:nvPr/>
        </p:nvSpPr>
        <p:spPr>
          <a:xfrm>
            <a:off x="1631474" y="550075"/>
            <a:ext cx="14242500" cy="1108800"/>
          </a:xfrm>
          <a:prstGeom prst="rect">
            <a:avLst/>
          </a:prstGeom>
          <a:noFill/>
          <a:ln>
            <a:noFill/>
          </a:ln>
        </p:spPr>
        <p:txBody>
          <a:bodyPr spcFirstLastPara="1" wrap="square" lIns="0" tIns="0" rIns="0" bIns="0" anchor="t" anchorCtr="0">
            <a:spAutoFit/>
          </a:bodyPr>
          <a:lstStyle/>
          <a:p>
            <a:pPr marL="0" marR="0" lvl="0" indent="0" algn="ctr" rtl="0">
              <a:lnSpc>
                <a:spcPct val="135013"/>
              </a:lnSpc>
              <a:spcBef>
                <a:spcPts val="0"/>
              </a:spcBef>
              <a:spcAft>
                <a:spcPts val="0"/>
              </a:spcAft>
              <a:buNone/>
            </a:pPr>
            <a:r>
              <a:rPr lang="en-US" sz="5000" b="1">
                <a:solidFill>
                  <a:srgbClr val="018345"/>
                </a:solidFill>
                <a:latin typeface="Montserrat"/>
                <a:ea typeface="Montserrat"/>
                <a:cs typeface="Montserrat"/>
                <a:sym typeface="Montserrat"/>
              </a:rPr>
              <a:t>04. </a:t>
            </a:r>
            <a:r>
              <a:rPr lang="en-US" sz="5000" b="1" i="0" u="none" strike="noStrike" cap="none">
                <a:solidFill>
                  <a:srgbClr val="018345"/>
                </a:solidFill>
                <a:latin typeface="Montserrat"/>
                <a:ea typeface="Montserrat"/>
                <a:cs typeface="Montserrat"/>
                <a:sym typeface="Montserrat"/>
              </a:rPr>
              <a:t>CHIẾN LƯỢC XỬ LÝ PHẦN NGHE</a:t>
            </a:r>
            <a:r>
              <a:rPr lang="en-US" sz="7203" b="1" i="0" u="none" strike="noStrike" cap="none">
                <a:solidFill>
                  <a:srgbClr val="018345"/>
                </a:solidFill>
                <a:latin typeface="Montserrat"/>
                <a:ea typeface="Montserrat"/>
                <a:cs typeface="Montserrat"/>
                <a:sym typeface="Montserrat"/>
              </a:rPr>
              <a:t>  </a:t>
            </a:r>
            <a:endParaRPr/>
          </a:p>
        </p:txBody>
      </p:sp>
      <p:sp>
        <p:nvSpPr>
          <p:cNvPr id="868" name="Google Shape;868;p43"/>
          <p:cNvSpPr txBox="1"/>
          <p:nvPr/>
        </p:nvSpPr>
        <p:spPr>
          <a:xfrm>
            <a:off x="-10653311" y="9716809"/>
            <a:ext cx="13923300" cy="288900"/>
          </a:xfrm>
          <a:prstGeom prst="rect">
            <a:avLst/>
          </a:prstGeom>
          <a:noFill/>
          <a:ln>
            <a:noFill/>
          </a:ln>
        </p:spPr>
        <p:txBody>
          <a:bodyPr spcFirstLastPara="1" wrap="square" lIns="0" tIns="0" rIns="0" bIns="0" anchor="t" anchorCtr="0">
            <a:spAutoFit/>
          </a:bodyPr>
          <a:lstStyle/>
          <a:p>
            <a:pPr marL="0" marR="0" lvl="0" indent="0" algn="r" rtl="0">
              <a:lnSpc>
                <a:spcPct val="111993"/>
              </a:lnSpc>
              <a:spcBef>
                <a:spcPts val="0"/>
              </a:spcBef>
              <a:spcAft>
                <a:spcPts val="0"/>
              </a:spcAft>
              <a:buNone/>
            </a:pPr>
            <a:r>
              <a:rPr lang="en-US" sz="1876" b="0" i="0" u="none" strike="noStrike" cap="none">
                <a:solidFill>
                  <a:srgbClr val="FEFEFE"/>
                </a:solidFill>
                <a:latin typeface="Roboto"/>
                <a:ea typeface="Roboto"/>
                <a:cs typeface="Roboto"/>
                <a:sym typeface="Roboto"/>
              </a:rPr>
              <a:t>https://edulife.com.vn/</a:t>
            </a:r>
            <a:endParaRPr/>
          </a:p>
        </p:txBody>
      </p:sp>
      <p:grpSp>
        <p:nvGrpSpPr>
          <p:cNvPr id="869" name="Google Shape;869;p43"/>
          <p:cNvGrpSpPr/>
          <p:nvPr/>
        </p:nvGrpSpPr>
        <p:grpSpPr>
          <a:xfrm>
            <a:off x="-2718010" y="9275955"/>
            <a:ext cx="7950378" cy="1707451"/>
            <a:chOff x="0" y="-384760"/>
            <a:chExt cx="10600504" cy="2276297"/>
          </a:xfrm>
        </p:grpSpPr>
        <p:grpSp>
          <p:nvGrpSpPr>
            <p:cNvPr id="870" name="Google Shape;870;p43"/>
            <p:cNvGrpSpPr/>
            <p:nvPr/>
          </p:nvGrpSpPr>
          <p:grpSpPr>
            <a:xfrm>
              <a:off x="0" y="-384760"/>
              <a:ext cx="10600504" cy="2276297"/>
              <a:chOff x="0" y="-38100"/>
              <a:chExt cx="1049690" cy="225405"/>
            </a:xfrm>
          </p:grpSpPr>
          <p:sp>
            <p:nvSpPr>
              <p:cNvPr id="871" name="Google Shape;871;p43"/>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872" name="Google Shape;872;p43"/>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73" name="Google Shape;873;p43"/>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874" name="Google Shape;874;p43"/>
          <p:cNvCxnSpPr/>
          <p:nvPr/>
        </p:nvCxnSpPr>
        <p:spPr>
          <a:xfrm>
            <a:off x="-1130183" y="4923360"/>
            <a:ext cx="5303400" cy="0"/>
          </a:xfrm>
          <a:prstGeom prst="straightConnector1">
            <a:avLst/>
          </a:prstGeom>
          <a:noFill/>
          <a:ln w="38100" cap="flat" cmpd="sng">
            <a:solidFill>
              <a:srgbClr val="FFFFFF"/>
            </a:solidFill>
            <a:prstDash val="solid"/>
            <a:round/>
            <a:headEnd type="none" w="sm" len="sm"/>
            <a:tailEnd type="none" w="sm" len="sm"/>
          </a:ln>
        </p:spPr>
      </p:cxnSp>
      <p:sp>
        <p:nvSpPr>
          <p:cNvPr id="875" name="Google Shape;875;p43" descr="Books with solid fill"/>
          <p:cNvSpPr/>
          <p:nvPr/>
        </p:nvSpPr>
        <p:spPr>
          <a:xfrm>
            <a:off x="2361017" y="6737022"/>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4">
              <a:alphaModFix/>
            </a:blip>
            <a:stretch>
              <a:fillRect/>
            </a:stretch>
          </a:blipFill>
          <a:ln>
            <a:noFill/>
          </a:ln>
        </p:spPr>
      </p:sp>
      <p:sp>
        <p:nvSpPr>
          <p:cNvPr id="876" name="Google Shape;876;p43"/>
          <p:cNvSpPr/>
          <p:nvPr/>
        </p:nvSpPr>
        <p:spPr>
          <a:xfrm>
            <a:off x="652150" y="3019700"/>
            <a:ext cx="5467800" cy="43455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77" name="Google Shape;877;p43"/>
          <p:cNvSpPr/>
          <p:nvPr/>
        </p:nvSpPr>
        <p:spPr>
          <a:xfrm>
            <a:off x="1531625" y="2609225"/>
            <a:ext cx="3433200" cy="647100"/>
          </a:xfrm>
          <a:prstGeom prst="round2DiagRect">
            <a:avLst>
              <a:gd name="adj1" fmla="val 16667"/>
              <a:gd name="adj2" fmla="val 50000"/>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b="1">
                <a:latin typeface="Playfair Display"/>
                <a:ea typeface="Playfair Display"/>
                <a:cs typeface="Playfair Display"/>
                <a:sym typeface="Playfair Display"/>
              </a:rPr>
              <a:t>TRƯỚC KHI NGHE</a:t>
            </a:r>
            <a:endParaRPr sz="2200" b="1">
              <a:latin typeface="Playfair Display"/>
              <a:ea typeface="Playfair Display"/>
              <a:cs typeface="Playfair Display"/>
              <a:sym typeface="Playfair Display"/>
            </a:endParaRPr>
          </a:p>
        </p:txBody>
      </p:sp>
      <p:sp>
        <p:nvSpPr>
          <p:cNvPr id="878" name="Google Shape;878;p43"/>
          <p:cNvSpPr txBox="1"/>
          <p:nvPr/>
        </p:nvSpPr>
        <p:spPr>
          <a:xfrm>
            <a:off x="880750" y="3446350"/>
            <a:ext cx="4731600" cy="57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a:solidFill>
                  <a:schemeClr val="dk1"/>
                </a:solidFill>
                <a:latin typeface="Roboto"/>
                <a:ea typeface="Roboto"/>
                <a:cs typeface="Roboto"/>
                <a:sym typeface="Roboto"/>
              </a:rPr>
              <a:t>Đọc kỹ câu hỏi ➠ đoán ngữ cảnh</a:t>
            </a:r>
            <a:endParaRPr sz="2200">
              <a:solidFill>
                <a:schemeClr val="dk1"/>
              </a:solidFill>
              <a:latin typeface="Roboto"/>
              <a:ea typeface="Roboto"/>
              <a:cs typeface="Roboto"/>
              <a:sym typeface="Roboto"/>
            </a:endParaRPr>
          </a:p>
        </p:txBody>
      </p:sp>
      <p:sp>
        <p:nvSpPr>
          <p:cNvPr id="879" name="Google Shape;879;p43"/>
          <p:cNvSpPr txBox="1"/>
          <p:nvPr/>
        </p:nvSpPr>
        <p:spPr>
          <a:xfrm>
            <a:off x="880750" y="4031625"/>
            <a:ext cx="4809600" cy="57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a:solidFill>
                  <a:schemeClr val="dk1"/>
                </a:solidFill>
                <a:latin typeface="Roboto"/>
                <a:ea typeface="Roboto"/>
                <a:cs typeface="Roboto"/>
                <a:sym typeface="Roboto"/>
              </a:rPr>
              <a:t>Tập trung vào:</a:t>
            </a:r>
            <a:endParaRPr sz="2200">
              <a:solidFill>
                <a:schemeClr val="dk1"/>
              </a:solidFill>
              <a:latin typeface="Roboto"/>
              <a:ea typeface="Roboto"/>
              <a:cs typeface="Roboto"/>
              <a:sym typeface="Roboto"/>
            </a:endParaRPr>
          </a:p>
          <a:p>
            <a:pPr marL="0" lvl="0" indent="0" algn="l" rtl="0">
              <a:spcBef>
                <a:spcPts val="0"/>
              </a:spcBef>
              <a:spcAft>
                <a:spcPts val="0"/>
              </a:spcAft>
              <a:buNone/>
            </a:pPr>
            <a:endParaRPr sz="2200">
              <a:solidFill>
                <a:schemeClr val="dk1"/>
              </a:solidFill>
              <a:latin typeface="Roboto"/>
              <a:ea typeface="Roboto"/>
              <a:cs typeface="Roboto"/>
              <a:sym typeface="Roboto"/>
            </a:endParaRPr>
          </a:p>
        </p:txBody>
      </p:sp>
      <p:sp>
        <p:nvSpPr>
          <p:cNvPr id="880" name="Google Shape;880;p43"/>
          <p:cNvSpPr txBox="1"/>
          <p:nvPr/>
        </p:nvSpPr>
        <p:spPr>
          <a:xfrm>
            <a:off x="979775" y="4551850"/>
            <a:ext cx="4919700" cy="5721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Clr>
                <a:schemeClr val="dk1"/>
              </a:buClr>
              <a:buSzPts val="2000"/>
              <a:buFont typeface="Roboto"/>
              <a:buChar char="●"/>
            </a:pPr>
            <a:r>
              <a:rPr lang="en-US" sz="2000" i="1">
                <a:solidFill>
                  <a:schemeClr val="dk1"/>
                </a:solidFill>
                <a:latin typeface="Roboto"/>
                <a:ea typeface="Roboto"/>
                <a:cs typeface="Roboto"/>
                <a:sym typeface="Roboto"/>
              </a:rPr>
              <a:t>từ khóa quan trọng</a:t>
            </a:r>
            <a:endParaRPr sz="2000" i="1">
              <a:solidFill>
                <a:schemeClr val="dk1"/>
              </a:solidFill>
              <a:latin typeface="Roboto"/>
              <a:ea typeface="Roboto"/>
              <a:cs typeface="Roboto"/>
              <a:sym typeface="Roboto"/>
            </a:endParaRPr>
          </a:p>
          <a:p>
            <a:pPr marL="0" lvl="0" indent="0" algn="l" rtl="0">
              <a:spcBef>
                <a:spcPts val="0"/>
              </a:spcBef>
              <a:spcAft>
                <a:spcPts val="0"/>
              </a:spcAft>
              <a:buNone/>
            </a:pPr>
            <a:endParaRPr sz="2200">
              <a:solidFill>
                <a:schemeClr val="dk1"/>
              </a:solidFill>
              <a:latin typeface="Roboto"/>
              <a:ea typeface="Roboto"/>
              <a:cs typeface="Roboto"/>
              <a:sym typeface="Roboto"/>
            </a:endParaRPr>
          </a:p>
        </p:txBody>
      </p:sp>
      <p:sp>
        <p:nvSpPr>
          <p:cNvPr id="881" name="Google Shape;881;p43"/>
          <p:cNvSpPr txBox="1"/>
          <p:nvPr/>
        </p:nvSpPr>
        <p:spPr>
          <a:xfrm>
            <a:off x="979775" y="5090575"/>
            <a:ext cx="5206500" cy="5721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Clr>
                <a:schemeClr val="dk1"/>
              </a:buClr>
              <a:buSzPts val="2000"/>
              <a:buFont typeface="Roboto"/>
              <a:buChar char="●"/>
            </a:pPr>
            <a:r>
              <a:rPr lang="en-US" sz="2000" i="1">
                <a:solidFill>
                  <a:schemeClr val="dk1"/>
                </a:solidFill>
                <a:latin typeface="Roboto"/>
                <a:ea typeface="Roboto"/>
                <a:cs typeface="Roboto"/>
                <a:sym typeface="Roboto"/>
              </a:rPr>
              <a:t>chi tiết cụ thể (màu sắc, thời gian…)</a:t>
            </a:r>
            <a:endParaRPr sz="2000" i="1">
              <a:solidFill>
                <a:schemeClr val="dk1"/>
              </a:solidFill>
              <a:latin typeface="Roboto"/>
              <a:ea typeface="Roboto"/>
              <a:cs typeface="Roboto"/>
              <a:sym typeface="Roboto"/>
            </a:endParaRPr>
          </a:p>
          <a:p>
            <a:pPr marL="0" lvl="0" indent="0" algn="l" rtl="0">
              <a:spcBef>
                <a:spcPts val="0"/>
              </a:spcBef>
              <a:spcAft>
                <a:spcPts val="0"/>
              </a:spcAft>
              <a:buNone/>
            </a:pPr>
            <a:endParaRPr sz="2200">
              <a:solidFill>
                <a:schemeClr val="dk1"/>
              </a:solidFill>
              <a:latin typeface="Roboto"/>
              <a:ea typeface="Roboto"/>
              <a:cs typeface="Roboto"/>
              <a:sym typeface="Roboto"/>
            </a:endParaRPr>
          </a:p>
        </p:txBody>
      </p:sp>
      <p:sp>
        <p:nvSpPr>
          <p:cNvPr id="882" name="Google Shape;882;p43"/>
          <p:cNvSpPr txBox="1"/>
          <p:nvPr/>
        </p:nvSpPr>
        <p:spPr>
          <a:xfrm>
            <a:off x="979775" y="5623975"/>
            <a:ext cx="5206500" cy="5721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Clr>
                <a:schemeClr val="dk1"/>
              </a:buClr>
              <a:buSzPts val="2000"/>
              <a:buFont typeface="Roboto"/>
              <a:buChar char="●"/>
            </a:pPr>
            <a:r>
              <a:rPr lang="en-US" sz="2000" i="1">
                <a:solidFill>
                  <a:schemeClr val="dk1"/>
                </a:solidFill>
                <a:latin typeface="Roboto"/>
                <a:ea typeface="Roboto"/>
                <a:cs typeface="Roboto"/>
                <a:sym typeface="Roboto"/>
              </a:rPr>
              <a:t>cấu trúc ngữ pháp (quá khứ, tương lai …)</a:t>
            </a:r>
            <a:endParaRPr sz="2000" i="1">
              <a:solidFill>
                <a:schemeClr val="dk1"/>
              </a:solidFill>
              <a:latin typeface="Roboto"/>
              <a:ea typeface="Roboto"/>
              <a:cs typeface="Roboto"/>
              <a:sym typeface="Roboto"/>
            </a:endParaRPr>
          </a:p>
          <a:p>
            <a:pPr marL="0" lvl="0" indent="0" algn="l" rtl="0">
              <a:spcBef>
                <a:spcPts val="0"/>
              </a:spcBef>
              <a:spcAft>
                <a:spcPts val="0"/>
              </a:spcAft>
              <a:buNone/>
            </a:pPr>
            <a:endParaRPr sz="2200">
              <a:solidFill>
                <a:schemeClr val="dk1"/>
              </a:solidFill>
              <a:latin typeface="Roboto"/>
              <a:ea typeface="Roboto"/>
              <a:cs typeface="Roboto"/>
              <a:sym typeface="Roboto"/>
            </a:endParaRPr>
          </a:p>
        </p:txBody>
      </p:sp>
      <p:sp>
        <p:nvSpPr>
          <p:cNvPr id="883" name="Google Shape;883;p43"/>
          <p:cNvSpPr txBox="1"/>
          <p:nvPr/>
        </p:nvSpPr>
        <p:spPr>
          <a:xfrm>
            <a:off x="979775" y="6200513"/>
            <a:ext cx="5206500" cy="5721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Clr>
                <a:schemeClr val="dk1"/>
              </a:buClr>
              <a:buSzPts val="2000"/>
              <a:buFont typeface="Roboto"/>
              <a:buChar char="●"/>
            </a:pPr>
            <a:r>
              <a:rPr lang="en-US" sz="2000" i="1">
                <a:solidFill>
                  <a:schemeClr val="dk1"/>
                </a:solidFill>
                <a:latin typeface="Roboto"/>
                <a:ea typeface="Roboto"/>
                <a:cs typeface="Roboto"/>
                <a:sym typeface="Roboto"/>
              </a:rPr>
              <a:t>thông tin tương tự, trái chiều</a:t>
            </a:r>
            <a:endParaRPr sz="2000" i="1">
              <a:solidFill>
                <a:schemeClr val="dk1"/>
              </a:solidFill>
              <a:latin typeface="Roboto"/>
              <a:ea typeface="Roboto"/>
              <a:cs typeface="Roboto"/>
              <a:sym typeface="Roboto"/>
            </a:endParaRPr>
          </a:p>
          <a:p>
            <a:pPr marL="0" lvl="0" indent="0" algn="l" rtl="0">
              <a:spcBef>
                <a:spcPts val="0"/>
              </a:spcBef>
              <a:spcAft>
                <a:spcPts val="0"/>
              </a:spcAft>
              <a:buNone/>
            </a:pPr>
            <a:endParaRPr sz="2200">
              <a:solidFill>
                <a:schemeClr val="dk1"/>
              </a:solidFill>
              <a:latin typeface="Roboto"/>
              <a:ea typeface="Roboto"/>
              <a:cs typeface="Roboto"/>
              <a:sym typeface="Roboto"/>
            </a:endParaRPr>
          </a:p>
        </p:txBody>
      </p:sp>
      <p:pic>
        <p:nvPicPr>
          <p:cNvPr id="884" name="Google Shape;884;p43"/>
          <p:cNvPicPr preferRelativeResize="0"/>
          <p:nvPr/>
        </p:nvPicPr>
        <p:blipFill>
          <a:blip r:embed="rId5">
            <a:alphaModFix/>
          </a:blip>
          <a:stretch>
            <a:fillRect/>
          </a:stretch>
        </p:blipFill>
        <p:spPr>
          <a:xfrm>
            <a:off x="7279525" y="2065450"/>
            <a:ext cx="10135534" cy="7651351"/>
          </a:xfrm>
          <a:prstGeom prst="rect">
            <a:avLst/>
          </a:prstGeom>
          <a:noFill/>
          <a:ln>
            <a:noFill/>
          </a:ln>
        </p:spPr>
      </p:pic>
      <p:sp>
        <p:nvSpPr>
          <p:cNvPr id="885" name="Google Shape;885;p43"/>
          <p:cNvSpPr/>
          <p:nvPr/>
        </p:nvSpPr>
        <p:spPr>
          <a:xfrm>
            <a:off x="10654625" y="2050200"/>
            <a:ext cx="869400" cy="341100"/>
          </a:xfrm>
          <a:prstGeom prst="rect">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86" name="Google Shape;886;p43"/>
          <p:cNvSpPr/>
          <p:nvPr/>
        </p:nvSpPr>
        <p:spPr>
          <a:xfrm>
            <a:off x="11633975" y="1805300"/>
            <a:ext cx="1837500" cy="288900"/>
          </a:xfrm>
          <a:prstGeom prst="wedgeRoundRectCallout">
            <a:avLst>
              <a:gd name="adj1" fmla="val -50000"/>
              <a:gd name="adj2" fmla="val 114754"/>
              <a:gd name="adj3" fmla="val 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b="1">
                <a:latin typeface="Roboto"/>
                <a:ea typeface="Roboto"/>
                <a:cs typeface="Roboto"/>
                <a:sym typeface="Roboto"/>
              </a:rPr>
              <a:t>KEYWORD</a:t>
            </a:r>
            <a:endParaRPr sz="1500" b="1">
              <a:latin typeface="Roboto"/>
              <a:ea typeface="Roboto"/>
              <a:cs typeface="Roboto"/>
              <a:sym typeface="Roboto"/>
            </a:endParaRPr>
          </a:p>
        </p:txBody>
      </p:sp>
      <p:sp>
        <p:nvSpPr>
          <p:cNvPr id="887" name="Google Shape;887;p43"/>
          <p:cNvSpPr/>
          <p:nvPr/>
        </p:nvSpPr>
        <p:spPr>
          <a:xfrm>
            <a:off x="9376525" y="3638050"/>
            <a:ext cx="1047000" cy="341100"/>
          </a:xfrm>
          <a:prstGeom prst="rect">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88" name="Google Shape;888;p43"/>
          <p:cNvSpPr/>
          <p:nvPr/>
        </p:nvSpPr>
        <p:spPr>
          <a:xfrm>
            <a:off x="10423550" y="3408850"/>
            <a:ext cx="1837500" cy="288900"/>
          </a:xfrm>
          <a:prstGeom prst="wedgeRoundRectCallout">
            <a:avLst>
              <a:gd name="adj1" fmla="val -50000"/>
              <a:gd name="adj2" fmla="val 114754"/>
              <a:gd name="adj3" fmla="val 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b="1">
                <a:latin typeface="Roboto"/>
                <a:ea typeface="Roboto"/>
                <a:cs typeface="Roboto"/>
                <a:sym typeface="Roboto"/>
              </a:rPr>
              <a:t>KEYWORD</a:t>
            </a:r>
            <a:endParaRPr sz="1500" b="1">
              <a:latin typeface="Roboto"/>
              <a:ea typeface="Roboto"/>
              <a:cs typeface="Roboto"/>
              <a:sym typeface="Roboto"/>
            </a:endParaRPr>
          </a:p>
        </p:txBody>
      </p:sp>
      <p:sp>
        <p:nvSpPr>
          <p:cNvPr id="889" name="Google Shape;889;p43"/>
          <p:cNvSpPr/>
          <p:nvPr/>
        </p:nvSpPr>
        <p:spPr>
          <a:xfrm>
            <a:off x="9726975" y="5123950"/>
            <a:ext cx="1047000" cy="341100"/>
          </a:xfrm>
          <a:prstGeom prst="rect">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90" name="Google Shape;890;p43"/>
          <p:cNvSpPr/>
          <p:nvPr/>
        </p:nvSpPr>
        <p:spPr>
          <a:xfrm>
            <a:off x="8679975" y="6684850"/>
            <a:ext cx="401100" cy="341100"/>
          </a:xfrm>
          <a:prstGeom prst="rect">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91" name="Google Shape;891;p43"/>
          <p:cNvSpPr/>
          <p:nvPr/>
        </p:nvSpPr>
        <p:spPr>
          <a:xfrm>
            <a:off x="8574675" y="8267750"/>
            <a:ext cx="869400" cy="341100"/>
          </a:xfrm>
          <a:prstGeom prst="rect">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92" name="Google Shape;892;p43"/>
          <p:cNvSpPr/>
          <p:nvPr/>
        </p:nvSpPr>
        <p:spPr>
          <a:xfrm>
            <a:off x="10773975" y="4923350"/>
            <a:ext cx="1837500" cy="288900"/>
          </a:xfrm>
          <a:prstGeom prst="wedgeRoundRectCallout">
            <a:avLst>
              <a:gd name="adj1" fmla="val -50000"/>
              <a:gd name="adj2" fmla="val 114754"/>
              <a:gd name="adj3" fmla="val 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b="1">
                <a:latin typeface="Roboto"/>
                <a:ea typeface="Roboto"/>
                <a:cs typeface="Roboto"/>
                <a:sym typeface="Roboto"/>
              </a:rPr>
              <a:t>KEYWORD</a:t>
            </a:r>
            <a:endParaRPr sz="1500" b="1">
              <a:latin typeface="Roboto"/>
              <a:ea typeface="Roboto"/>
              <a:cs typeface="Roboto"/>
              <a:sym typeface="Roboto"/>
            </a:endParaRPr>
          </a:p>
        </p:txBody>
      </p:sp>
      <p:sp>
        <p:nvSpPr>
          <p:cNvPr id="893" name="Google Shape;893;p43"/>
          <p:cNvSpPr/>
          <p:nvPr/>
        </p:nvSpPr>
        <p:spPr>
          <a:xfrm>
            <a:off x="9144000" y="6437850"/>
            <a:ext cx="1837500" cy="288900"/>
          </a:xfrm>
          <a:prstGeom prst="wedgeRoundRectCallout">
            <a:avLst>
              <a:gd name="adj1" fmla="val -50000"/>
              <a:gd name="adj2" fmla="val 114754"/>
              <a:gd name="adj3" fmla="val 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b="1">
                <a:latin typeface="Roboto"/>
                <a:ea typeface="Roboto"/>
                <a:cs typeface="Roboto"/>
                <a:sym typeface="Roboto"/>
              </a:rPr>
              <a:t>CHI TIẾT CỤ THỂ</a:t>
            </a:r>
            <a:endParaRPr sz="1500" b="1">
              <a:latin typeface="Roboto"/>
              <a:ea typeface="Roboto"/>
              <a:cs typeface="Roboto"/>
              <a:sym typeface="Roboto"/>
            </a:endParaRPr>
          </a:p>
        </p:txBody>
      </p:sp>
      <p:sp>
        <p:nvSpPr>
          <p:cNvPr id="894" name="Google Shape;894;p43"/>
          <p:cNvSpPr/>
          <p:nvPr/>
        </p:nvSpPr>
        <p:spPr>
          <a:xfrm>
            <a:off x="6424150" y="7842325"/>
            <a:ext cx="2414700" cy="288900"/>
          </a:xfrm>
          <a:prstGeom prst="wedgeRoundRectCallout">
            <a:avLst>
              <a:gd name="adj1" fmla="val 42714"/>
              <a:gd name="adj2" fmla="val 139019"/>
              <a:gd name="adj3" fmla="val 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b="1">
                <a:latin typeface="Roboto"/>
                <a:ea typeface="Roboto"/>
                <a:cs typeface="Roboto"/>
                <a:sym typeface="Roboto"/>
              </a:rPr>
              <a:t>THÔNG TIN TRÁI CHIỀU</a:t>
            </a:r>
            <a:endParaRPr sz="1500" b="1">
              <a:latin typeface="Roboto"/>
              <a:ea typeface="Roboto"/>
              <a:cs typeface="Roboto"/>
              <a:sym typeface="Roboto"/>
            </a:endParaRPr>
          </a:p>
        </p:txBody>
      </p:sp>
      <p:sp>
        <p:nvSpPr>
          <p:cNvPr id="895" name="Google Shape;895;p43"/>
          <p:cNvSpPr/>
          <p:nvPr/>
        </p:nvSpPr>
        <p:spPr>
          <a:xfrm>
            <a:off x="8634325" y="2050200"/>
            <a:ext cx="401100" cy="341100"/>
          </a:xfrm>
          <a:prstGeom prst="rect">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96" name="Google Shape;896;p43"/>
          <p:cNvSpPr/>
          <p:nvPr/>
        </p:nvSpPr>
        <p:spPr>
          <a:xfrm>
            <a:off x="6924350" y="1657875"/>
            <a:ext cx="1837500" cy="341100"/>
          </a:xfrm>
          <a:prstGeom prst="wedgeRoundRectCallout">
            <a:avLst>
              <a:gd name="adj1" fmla="val 42222"/>
              <a:gd name="adj2" fmla="val 147715"/>
              <a:gd name="adj3" fmla="val 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b="1">
                <a:latin typeface="Roboto"/>
                <a:ea typeface="Roboto"/>
                <a:cs typeface="Roboto"/>
                <a:sym typeface="Roboto"/>
              </a:rPr>
              <a:t>CHI TIẾT CỤ THỂ</a:t>
            </a:r>
            <a:endParaRPr sz="1500" b="1">
              <a:latin typeface="Roboto"/>
              <a:ea typeface="Roboto"/>
              <a:cs typeface="Roboto"/>
              <a:sym typeface="Roboto"/>
            </a:endParaRPr>
          </a:p>
        </p:txBody>
      </p:sp>
      <p:sp>
        <p:nvSpPr>
          <p:cNvPr id="897" name="Google Shape;897;p43"/>
          <p:cNvSpPr/>
          <p:nvPr/>
        </p:nvSpPr>
        <p:spPr>
          <a:xfrm>
            <a:off x="10049925" y="2050200"/>
            <a:ext cx="401100" cy="341100"/>
          </a:xfrm>
          <a:prstGeom prst="rect">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898" name="Google Shape;898;p43"/>
          <p:cNvSpPr/>
          <p:nvPr/>
        </p:nvSpPr>
        <p:spPr>
          <a:xfrm>
            <a:off x="10104675" y="2607075"/>
            <a:ext cx="1529400" cy="288900"/>
          </a:xfrm>
          <a:prstGeom prst="wedgeRoundRectCallout">
            <a:avLst>
              <a:gd name="adj1" fmla="val -37437"/>
              <a:gd name="adj2" fmla="val -109450"/>
              <a:gd name="adj3" fmla="val 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b="1">
                <a:latin typeface="Roboto"/>
                <a:ea typeface="Roboto"/>
                <a:cs typeface="Roboto"/>
                <a:sym typeface="Roboto"/>
              </a:rPr>
              <a:t>NGỮ PHÁP</a:t>
            </a:r>
            <a:endParaRPr sz="1500" b="1">
              <a:latin typeface="Roboto"/>
              <a:ea typeface="Roboto"/>
              <a:cs typeface="Roboto"/>
              <a:sym typeface="Roboto"/>
            </a:endParaRPr>
          </a:p>
        </p:txBody>
      </p:sp>
      <p:sp>
        <p:nvSpPr>
          <p:cNvPr id="899" name="Google Shape;899;p43"/>
          <p:cNvSpPr/>
          <p:nvPr/>
        </p:nvSpPr>
        <p:spPr>
          <a:xfrm>
            <a:off x="9499200" y="8267750"/>
            <a:ext cx="869400" cy="341100"/>
          </a:xfrm>
          <a:prstGeom prst="rect">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00" name="Google Shape;900;p43"/>
          <p:cNvSpPr/>
          <p:nvPr/>
        </p:nvSpPr>
        <p:spPr>
          <a:xfrm>
            <a:off x="9796575" y="7744300"/>
            <a:ext cx="1474200" cy="288900"/>
          </a:xfrm>
          <a:prstGeom prst="wedgeRoundRectCallout">
            <a:avLst>
              <a:gd name="adj1" fmla="val -50000"/>
              <a:gd name="adj2" fmla="val 114754"/>
              <a:gd name="adj3" fmla="val 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1500" b="1">
                <a:latin typeface="Roboto"/>
                <a:ea typeface="Roboto"/>
                <a:cs typeface="Roboto"/>
                <a:sym typeface="Roboto"/>
              </a:rPr>
              <a:t>NGỮ PHÁP</a:t>
            </a:r>
            <a:endParaRPr sz="1500" b="1">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867"/>
                                        </p:tgtEl>
                                        <p:attrNameLst>
                                          <p:attrName>style.visibility</p:attrName>
                                        </p:attrNameLst>
                                      </p:cBhvr>
                                      <p:to>
                                        <p:strVal val="visible"/>
                                      </p:to>
                                    </p:set>
                                    <p:anim calcmode="lin" valueType="num">
                                      <p:cBhvr additive="base">
                                        <p:cTn id="7" dur="500"/>
                                        <p:tgtEl>
                                          <p:spTgt spid="867"/>
                                        </p:tgtEl>
                                        <p:attrNameLst>
                                          <p:attrName>ppt_w</p:attrName>
                                        </p:attrNameLst>
                                      </p:cBhvr>
                                      <p:tavLst>
                                        <p:tav tm="0">
                                          <p:val>
                                            <p:strVal val="0"/>
                                          </p:val>
                                        </p:tav>
                                        <p:tav tm="100000">
                                          <p:val>
                                            <p:strVal val="#ppt_w"/>
                                          </p:val>
                                        </p:tav>
                                      </p:tavLst>
                                    </p:anim>
                                    <p:anim calcmode="lin" valueType="num">
                                      <p:cBhvr additive="base">
                                        <p:cTn id="8" dur="500"/>
                                        <p:tgtEl>
                                          <p:spTgt spid="867"/>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7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7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7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7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8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8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8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8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8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8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8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9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8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9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9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89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9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8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9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9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899"/>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90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88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894"/>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8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cxnSp>
        <p:nvCxnSpPr>
          <p:cNvPr id="905" name="Google Shape;905;p44"/>
          <p:cNvCxnSpPr/>
          <p:nvPr/>
        </p:nvCxnSpPr>
        <p:spPr>
          <a:xfrm>
            <a:off x="2944025" y="1745250"/>
            <a:ext cx="12046500" cy="900"/>
          </a:xfrm>
          <a:prstGeom prst="straightConnector1">
            <a:avLst/>
          </a:prstGeom>
          <a:noFill/>
          <a:ln w="38100" cap="flat" cmpd="sng">
            <a:solidFill>
              <a:srgbClr val="018345"/>
            </a:solidFill>
            <a:prstDash val="solid"/>
            <a:round/>
            <a:headEnd type="none" w="sm" len="sm"/>
            <a:tailEnd type="none" w="sm" len="sm"/>
          </a:ln>
        </p:spPr>
      </p:cxnSp>
      <p:grpSp>
        <p:nvGrpSpPr>
          <p:cNvPr id="906" name="Google Shape;906;p44"/>
          <p:cNvGrpSpPr/>
          <p:nvPr/>
        </p:nvGrpSpPr>
        <p:grpSpPr>
          <a:xfrm rot="10800000">
            <a:off x="15044545" y="-741632"/>
            <a:ext cx="7681773" cy="4261259"/>
            <a:chOff x="0" y="-38100"/>
            <a:chExt cx="406400" cy="225405"/>
          </a:xfrm>
        </p:grpSpPr>
        <p:sp>
          <p:nvSpPr>
            <p:cNvPr id="907" name="Google Shape;907;p44"/>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908" name="Google Shape;908;p44"/>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09" name="Google Shape;909;p44"/>
          <p:cNvSpPr/>
          <p:nvPr/>
        </p:nvSpPr>
        <p:spPr>
          <a:xfrm>
            <a:off x="18157088" y="2761613"/>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sp>
        <p:nvSpPr>
          <p:cNvPr id="910" name="Google Shape;910;p44"/>
          <p:cNvSpPr txBox="1"/>
          <p:nvPr/>
        </p:nvSpPr>
        <p:spPr>
          <a:xfrm>
            <a:off x="1631474" y="550075"/>
            <a:ext cx="14242500" cy="1108800"/>
          </a:xfrm>
          <a:prstGeom prst="rect">
            <a:avLst/>
          </a:prstGeom>
          <a:noFill/>
          <a:ln>
            <a:noFill/>
          </a:ln>
        </p:spPr>
        <p:txBody>
          <a:bodyPr spcFirstLastPara="1" wrap="square" lIns="0" tIns="0" rIns="0" bIns="0" anchor="t" anchorCtr="0">
            <a:spAutoFit/>
          </a:bodyPr>
          <a:lstStyle/>
          <a:p>
            <a:pPr marL="0" marR="0" lvl="0" indent="0" algn="ctr" rtl="0">
              <a:lnSpc>
                <a:spcPct val="135013"/>
              </a:lnSpc>
              <a:spcBef>
                <a:spcPts val="0"/>
              </a:spcBef>
              <a:spcAft>
                <a:spcPts val="0"/>
              </a:spcAft>
              <a:buNone/>
            </a:pPr>
            <a:r>
              <a:rPr lang="en-US" sz="5000" b="1">
                <a:solidFill>
                  <a:srgbClr val="018345"/>
                </a:solidFill>
                <a:latin typeface="Montserrat"/>
                <a:ea typeface="Montserrat"/>
                <a:cs typeface="Montserrat"/>
                <a:sym typeface="Montserrat"/>
              </a:rPr>
              <a:t>04. </a:t>
            </a:r>
            <a:r>
              <a:rPr lang="en-US" sz="5000" b="1" i="0" u="none" strike="noStrike" cap="none">
                <a:solidFill>
                  <a:srgbClr val="018345"/>
                </a:solidFill>
                <a:latin typeface="Montserrat"/>
                <a:ea typeface="Montserrat"/>
                <a:cs typeface="Montserrat"/>
                <a:sym typeface="Montserrat"/>
              </a:rPr>
              <a:t>CHIẾN LƯỢC XỬ LÝ PHẦN NGHE</a:t>
            </a:r>
            <a:r>
              <a:rPr lang="en-US" sz="7203" b="1" i="0" u="none" strike="noStrike" cap="none">
                <a:solidFill>
                  <a:srgbClr val="018345"/>
                </a:solidFill>
                <a:latin typeface="Montserrat"/>
                <a:ea typeface="Montserrat"/>
                <a:cs typeface="Montserrat"/>
                <a:sym typeface="Montserrat"/>
              </a:rPr>
              <a:t>  </a:t>
            </a:r>
            <a:endParaRPr/>
          </a:p>
        </p:txBody>
      </p:sp>
      <p:sp>
        <p:nvSpPr>
          <p:cNvPr id="911" name="Google Shape;911;p44"/>
          <p:cNvSpPr txBox="1"/>
          <p:nvPr/>
        </p:nvSpPr>
        <p:spPr>
          <a:xfrm>
            <a:off x="-10653311" y="9716809"/>
            <a:ext cx="13923300" cy="288900"/>
          </a:xfrm>
          <a:prstGeom prst="rect">
            <a:avLst/>
          </a:prstGeom>
          <a:noFill/>
          <a:ln>
            <a:noFill/>
          </a:ln>
        </p:spPr>
        <p:txBody>
          <a:bodyPr spcFirstLastPara="1" wrap="square" lIns="0" tIns="0" rIns="0" bIns="0" anchor="t" anchorCtr="0">
            <a:spAutoFit/>
          </a:bodyPr>
          <a:lstStyle/>
          <a:p>
            <a:pPr marL="0" marR="0" lvl="0" indent="0" algn="r" rtl="0">
              <a:lnSpc>
                <a:spcPct val="111993"/>
              </a:lnSpc>
              <a:spcBef>
                <a:spcPts val="0"/>
              </a:spcBef>
              <a:spcAft>
                <a:spcPts val="0"/>
              </a:spcAft>
              <a:buNone/>
            </a:pPr>
            <a:r>
              <a:rPr lang="en-US" sz="1876" b="0" i="0" u="none" strike="noStrike" cap="none">
                <a:solidFill>
                  <a:srgbClr val="FEFEFE"/>
                </a:solidFill>
                <a:latin typeface="Roboto"/>
                <a:ea typeface="Roboto"/>
                <a:cs typeface="Roboto"/>
                <a:sym typeface="Roboto"/>
              </a:rPr>
              <a:t>https://edulife.com.vn/</a:t>
            </a:r>
            <a:endParaRPr/>
          </a:p>
        </p:txBody>
      </p:sp>
      <p:grpSp>
        <p:nvGrpSpPr>
          <p:cNvPr id="912" name="Google Shape;912;p44"/>
          <p:cNvGrpSpPr/>
          <p:nvPr/>
        </p:nvGrpSpPr>
        <p:grpSpPr>
          <a:xfrm>
            <a:off x="-2718010" y="9275955"/>
            <a:ext cx="7950378" cy="1707451"/>
            <a:chOff x="0" y="-384760"/>
            <a:chExt cx="10600504" cy="2276297"/>
          </a:xfrm>
        </p:grpSpPr>
        <p:grpSp>
          <p:nvGrpSpPr>
            <p:cNvPr id="913" name="Google Shape;913;p44"/>
            <p:cNvGrpSpPr/>
            <p:nvPr/>
          </p:nvGrpSpPr>
          <p:grpSpPr>
            <a:xfrm>
              <a:off x="0" y="-384760"/>
              <a:ext cx="10600504" cy="2276297"/>
              <a:chOff x="0" y="-38100"/>
              <a:chExt cx="1049690" cy="225405"/>
            </a:xfrm>
          </p:grpSpPr>
          <p:sp>
            <p:nvSpPr>
              <p:cNvPr id="914" name="Google Shape;914;p44"/>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915" name="Google Shape;915;p44"/>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16" name="Google Shape;916;p44"/>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917" name="Google Shape;917;p44"/>
          <p:cNvCxnSpPr/>
          <p:nvPr/>
        </p:nvCxnSpPr>
        <p:spPr>
          <a:xfrm>
            <a:off x="-1130183" y="4923360"/>
            <a:ext cx="5303400" cy="0"/>
          </a:xfrm>
          <a:prstGeom prst="straightConnector1">
            <a:avLst/>
          </a:prstGeom>
          <a:noFill/>
          <a:ln w="38100" cap="flat" cmpd="sng">
            <a:solidFill>
              <a:srgbClr val="FFFFFF"/>
            </a:solidFill>
            <a:prstDash val="solid"/>
            <a:round/>
            <a:headEnd type="none" w="sm" len="sm"/>
            <a:tailEnd type="none" w="sm" len="sm"/>
          </a:ln>
        </p:spPr>
      </p:cxnSp>
      <p:sp>
        <p:nvSpPr>
          <p:cNvPr id="918" name="Google Shape;918;p44" descr="Books with solid fill"/>
          <p:cNvSpPr/>
          <p:nvPr/>
        </p:nvSpPr>
        <p:spPr>
          <a:xfrm>
            <a:off x="2361017" y="6737022"/>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4">
              <a:alphaModFix/>
            </a:blip>
            <a:stretch>
              <a:fillRect/>
            </a:stretch>
          </a:blipFill>
          <a:ln>
            <a:noFill/>
          </a:ln>
        </p:spPr>
      </p:sp>
      <p:sp>
        <p:nvSpPr>
          <p:cNvPr id="919" name="Google Shape;919;p44"/>
          <p:cNvSpPr/>
          <p:nvPr/>
        </p:nvSpPr>
        <p:spPr>
          <a:xfrm>
            <a:off x="652150" y="3019700"/>
            <a:ext cx="5865000" cy="3624600"/>
          </a:xfrm>
          <a:prstGeom prst="rect">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20" name="Google Shape;920;p44"/>
          <p:cNvSpPr/>
          <p:nvPr/>
        </p:nvSpPr>
        <p:spPr>
          <a:xfrm>
            <a:off x="1684025" y="2609225"/>
            <a:ext cx="3433200" cy="647100"/>
          </a:xfrm>
          <a:prstGeom prst="round2DiagRect">
            <a:avLst>
              <a:gd name="adj1" fmla="val 16667"/>
              <a:gd name="adj2" fmla="val 50000"/>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b="1">
                <a:latin typeface="Playfair Display"/>
                <a:ea typeface="Playfair Display"/>
                <a:cs typeface="Playfair Display"/>
                <a:sym typeface="Playfair Display"/>
              </a:rPr>
              <a:t>TRONG KHI NGHE</a:t>
            </a:r>
            <a:endParaRPr sz="2200" b="1">
              <a:latin typeface="Playfair Display"/>
              <a:ea typeface="Playfair Display"/>
              <a:cs typeface="Playfair Display"/>
              <a:sym typeface="Playfair Display"/>
            </a:endParaRPr>
          </a:p>
        </p:txBody>
      </p:sp>
      <p:sp>
        <p:nvSpPr>
          <p:cNvPr id="921" name="Google Shape;921;p44"/>
          <p:cNvSpPr txBox="1"/>
          <p:nvPr/>
        </p:nvSpPr>
        <p:spPr>
          <a:xfrm>
            <a:off x="758875" y="3434538"/>
            <a:ext cx="4731600" cy="57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a:solidFill>
                  <a:schemeClr val="dk1"/>
                </a:solidFill>
                <a:latin typeface="Roboto"/>
                <a:ea typeface="Roboto"/>
                <a:cs typeface="Roboto"/>
                <a:sym typeface="Roboto"/>
              </a:rPr>
              <a:t>1. Lắng nghe cẩn thận và tập trung</a:t>
            </a:r>
            <a:endParaRPr sz="2100">
              <a:solidFill>
                <a:schemeClr val="dk1"/>
              </a:solidFill>
              <a:latin typeface="Roboto"/>
              <a:ea typeface="Roboto"/>
              <a:cs typeface="Roboto"/>
              <a:sym typeface="Roboto"/>
            </a:endParaRPr>
          </a:p>
        </p:txBody>
      </p:sp>
      <p:sp>
        <p:nvSpPr>
          <p:cNvPr id="922" name="Google Shape;922;p44"/>
          <p:cNvSpPr/>
          <p:nvPr/>
        </p:nvSpPr>
        <p:spPr>
          <a:xfrm>
            <a:off x="7240138" y="2075825"/>
            <a:ext cx="8634000" cy="1597800"/>
          </a:xfrm>
          <a:prstGeom prst="round2DiagRect">
            <a:avLst>
              <a:gd name="adj1" fmla="val 50000"/>
              <a:gd name="adj2" fmla="val 0"/>
            </a:avLst>
          </a:prstGeom>
          <a:solidFill>
            <a:srgbClr val="FFF2CC"/>
          </a:solidFill>
          <a:ln w="9525" cap="flat" cmpd="sng">
            <a:solidFill>
              <a:srgbClr val="F7B9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1700" b="1" i="1">
                <a:latin typeface="Roboto"/>
                <a:ea typeface="Roboto"/>
                <a:cs typeface="Roboto"/>
                <a:sym typeface="Roboto"/>
              </a:rPr>
              <a:t>Không bỏ sót thông tin:</a:t>
            </a:r>
            <a:r>
              <a:rPr lang="en-US" sz="1700" i="1">
                <a:latin typeface="Roboto"/>
                <a:ea typeface="Roboto"/>
                <a:cs typeface="Roboto"/>
                <a:sym typeface="Roboto"/>
              </a:rPr>
              <a:t> Nghe kỹ từng đoạn, đặc biệt là các từ hoặc cụm từ liên quan đến từ khóa. Đôi khi, thông tin cần thiết xuất hiện rất nhanh và ngắn gọn.</a:t>
            </a:r>
            <a:endParaRPr sz="1700" i="1">
              <a:latin typeface="Roboto"/>
              <a:ea typeface="Roboto"/>
              <a:cs typeface="Roboto"/>
              <a:sym typeface="Roboto"/>
            </a:endParaRPr>
          </a:p>
          <a:p>
            <a:pPr marL="0" lvl="0" indent="0" algn="l" rtl="0">
              <a:spcBef>
                <a:spcPts val="1000"/>
              </a:spcBef>
              <a:spcAft>
                <a:spcPts val="0"/>
              </a:spcAft>
              <a:buNone/>
            </a:pPr>
            <a:r>
              <a:rPr lang="en-US" sz="1700" b="1" i="1">
                <a:latin typeface="Roboto"/>
                <a:ea typeface="Roboto"/>
                <a:cs typeface="Roboto"/>
                <a:sym typeface="Roboto"/>
              </a:rPr>
              <a:t>Tránh phân tâm:</a:t>
            </a:r>
            <a:r>
              <a:rPr lang="en-US" sz="1700" i="1">
                <a:latin typeface="Roboto"/>
                <a:ea typeface="Roboto"/>
                <a:cs typeface="Roboto"/>
                <a:sym typeface="Roboto"/>
              </a:rPr>
              <a:t> Giữ tập trung và không để ý đến các yếu tố xung quanh để không bỏ lỡ các chi tiết quan trọng.</a:t>
            </a:r>
            <a:endParaRPr sz="1700" i="1">
              <a:latin typeface="Roboto"/>
              <a:ea typeface="Roboto"/>
              <a:cs typeface="Roboto"/>
              <a:sym typeface="Roboto"/>
            </a:endParaRPr>
          </a:p>
        </p:txBody>
      </p:sp>
      <p:sp>
        <p:nvSpPr>
          <p:cNvPr id="923" name="Google Shape;923;p44"/>
          <p:cNvSpPr/>
          <p:nvPr/>
        </p:nvSpPr>
        <p:spPr>
          <a:xfrm>
            <a:off x="8718500" y="3891925"/>
            <a:ext cx="8634000" cy="1597800"/>
          </a:xfrm>
          <a:prstGeom prst="round2DiagRect">
            <a:avLst>
              <a:gd name="adj1" fmla="val 50000"/>
              <a:gd name="adj2" fmla="val 0"/>
            </a:avLst>
          </a:prstGeom>
          <a:solidFill>
            <a:srgbClr val="FFF2CC"/>
          </a:solidFill>
          <a:ln w="9525" cap="flat" cmpd="sng">
            <a:solidFill>
              <a:srgbClr val="F7B9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1700" b="1" i="1">
                <a:latin typeface="Roboto"/>
                <a:ea typeface="Roboto"/>
                <a:cs typeface="Roboto"/>
                <a:sym typeface="Roboto"/>
              </a:rPr>
              <a:t>Lắng nghe đến cuối:</a:t>
            </a:r>
            <a:r>
              <a:rPr lang="en-US" sz="1700" i="1">
                <a:latin typeface="Roboto"/>
                <a:ea typeface="Roboto"/>
                <a:cs typeface="Roboto"/>
                <a:sym typeface="Roboto"/>
              </a:rPr>
              <a:t> Đôi khi, thông tin chính xác chỉ xuất hiện ở phần cuối của đoạn nghe, hoặc thông tin ban đầu có thể bị thay đổi hoặc bổ sung. </a:t>
            </a:r>
            <a:endParaRPr sz="1700" i="1">
              <a:latin typeface="Roboto"/>
              <a:ea typeface="Roboto"/>
              <a:cs typeface="Roboto"/>
              <a:sym typeface="Roboto"/>
            </a:endParaRPr>
          </a:p>
          <a:p>
            <a:pPr marL="0" lvl="0" indent="0" algn="l" rtl="0">
              <a:spcBef>
                <a:spcPts val="1000"/>
              </a:spcBef>
              <a:spcAft>
                <a:spcPts val="1000"/>
              </a:spcAft>
              <a:buNone/>
            </a:pPr>
            <a:r>
              <a:rPr lang="en-US" sz="1700" b="1" i="1">
                <a:latin typeface="Roboto"/>
                <a:ea typeface="Roboto"/>
                <a:cs typeface="Roboto"/>
                <a:sym typeface="Roboto"/>
              </a:rPr>
              <a:t>Đừng vội vàng:</a:t>
            </a:r>
            <a:r>
              <a:rPr lang="en-US" sz="1700" i="1">
                <a:latin typeface="Roboto"/>
                <a:ea typeface="Roboto"/>
                <a:cs typeface="Roboto"/>
                <a:sym typeface="Roboto"/>
              </a:rPr>
              <a:t> Đừng vội chọn đáp án chỉ vì bạn nghe thấy một từ quen thuộc mà hãy lắng nghe toàn bộ ngữ cảnh để hiểu đúng ý nghĩa.</a:t>
            </a:r>
            <a:endParaRPr sz="1700" i="1">
              <a:latin typeface="Roboto"/>
              <a:ea typeface="Roboto"/>
              <a:cs typeface="Roboto"/>
              <a:sym typeface="Roboto"/>
            </a:endParaRPr>
          </a:p>
        </p:txBody>
      </p:sp>
      <p:sp>
        <p:nvSpPr>
          <p:cNvPr id="924" name="Google Shape;924;p44"/>
          <p:cNvSpPr txBox="1"/>
          <p:nvPr/>
        </p:nvSpPr>
        <p:spPr>
          <a:xfrm>
            <a:off x="758875" y="4184850"/>
            <a:ext cx="6275400" cy="57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a:solidFill>
                  <a:schemeClr val="dk1"/>
                </a:solidFill>
                <a:latin typeface="Roboto"/>
                <a:ea typeface="Roboto"/>
                <a:cs typeface="Roboto"/>
                <a:sym typeface="Roboto"/>
              </a:rPr>
              <a:t>2. Nghe toàn bộ câu hỏi trước khi chọn đáp án</a:t>
            </a:r>
            <a:endParaRPr sz="2100">
              <a:solidFill>
                <a:schemeClr val="dk1"/>
              </a:solidFill>
              <a:latin typeface="Roboto"/>
              <a:ea typeface="Roboto"/>
              <a:cs typeface="Roboto"/>
              <a:sym typeface="Roboto"/>
            </a:endParaRPr>
          </a:p>
        </p:txBody>
      </p:sp>
      <p:sp>
        <p:nvSpPr>
          <p:cNvPr id="925" name="Google Shape;925;p44"/>
          <p:cNvSpPr/>
          <p:nvPr/>
        </p:nvSpPr>
        <p:spPr>
          <a:xfrm>
            <a:off x="7061625" y="5794750"/>
            <a:ext cx="8634000" cy="1597800"/>
          </a:xfrm>
          <a:prstGeom prst="round2DiagRect">
            <a:avLst>
              <a:gd name="adj1" fmla="val 50000"/>
              <a:gd name="adj2" fmla="val 0"/>
            </a:avLst>
          </a:prstGeom>
          <a:solidFill>
            <a:srgbClr val="FFF2CC"/>
          </a:solidFill>
          <a:ln w="9525" cap="flat" cmpd="sng">
            <a:solidFill>
              <a:srgbClr val="F7B9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1700" b="1" i="1">
                <a:latin typeface="Roboto"/>
                <a:ea typeface="Roboto"/>
                <a:cs typeface="Roboto"/>
                <a:sym typeface="Roboto"/>
              </a:rPr>
              <a:t>Từ phủ định:</a:t>
            </a:r>
            <a:r>
              <a:rPr lang="en-US" sz="1700" i="1">
                <a:latin typeface="Roboto"/>
                <a:ea typeface="Roboto"/>
                <a:cs typeface="Roboto"/>
                <a:sym typeface="Roboto"/>
              </a:rPr>
              <a:t> Lắng nghe kỹ các từ phủ định như "</a:t>
            </a:r>
            <a:r>
              <a:rPr lang="en-US" sz="1700" b="1" i="1">
                <a:latin typeface="Roboto"/>
                <a:ea typeface="Roboto"/>
                <a:cs typeface="Roboto"/>
                <a:sym typeface="Roboto"/>
              </a:rPr>
              <a:t>not</a:t>
            </a:r>
            <a:r>
              <a:rPr lang="en-US" sz="1700" i="1">
                <a:latin typeface="Roboto"/>
                <a:ea typeface="Roboto"/>
                <a:cs typeface="Roboto"/>
                <a:sym typeface="Roboto"/>
              </a:rPr>
              <a:t>," "</a:t>
            </a:r>
            <a:r>
              <a:rPr lang="en-US" sz="1700" b="1" i="1">
                <a:latin typeface="Roboto"/>
                <a:ea typeface="Roboto"/>
                <a:cs typeface="Roboto"/>
                <a:sym typeface="Roboto"/>
              </a:rPr>
              <a:t>never</a:t>
            </a:r>
            <a:r>
              <a:rPr lang="en-US" sz="1700" i="1">
                <a:latin typeface="Roboto"/>
                <a:ea typeface="Roboto"/>
                <a:cs typeface="Roboto"/>
                <a:sym typeface="Roboto"/>
              </a:rPr>
              <a:t>," "</a:t>
            </a:r>
            <a:r>
              <a:rPr lang="en-US" sz="1700" b="1" i="1">
                <a:latin typeface="Roboto"/>
                <a:ea typeface="Roboto"/>
                <a:cs typeface="Roboto"/>
                <a:sym typeface="Roboto"/>
              </a:rPr>
              <a:t>no</a:t>
            </a:r>
            <a:r>
              <a:rPr lang="en-US" sz="1700" i="1">
                <a:latin typeface="Roboto"/>
                <a:ea typeface="Roboto"/>
                <a:cs typeface="Roboto"/>
                <a:sym typeface="Roboto"/>
              </a:rPr>
              <a:t>,"… vì chúng có thể thay đổi hoàn toàn ý nghĩa của câu.</a:t>
            </a:r>
            <a:endParaRPr sz="1700" i="1">
              <a:latin typeface="Roboto"/>
              <a:ea typeface="Roboto"/>
              <a:cs typeface="Roboto"/>
              <a:sym typeface="Roboto"/>
            </a:endParaRPr>
          </a:p>
          <a:p>
            <a:pPr marL="0" lvl="0" indent="0" algn="l" rtl="0">
              <a:spcBef>
                <a:spcPts val="1000"/>
              </a:spcBef>
              <a:spcAft>
                <a:spcPts val="1000"/>
              </a:spcAft>
              <a:buNone/>
            </a:pPr>
            <a:r>
              <a:rPr lang="en-US" sz="1700" b="1" i="1">
                <a:latin typeface="Roboto"/>
                <a:ea typeface="Roboto"/>
                <a:cs typeface="Roboto"/>
                <a:sym typeface="Roboto"/>
              </a:rPr>
              <a:t>Từ chuyển đổi:</a:t>
            </a:r>
            <a:r>
              <a:rPr lang="en-US" sz="1700" i="1">
                <a:latin typeface="Roboto"/>
                <a:ea typeface="Roboto"/>
                <a:cs typeface="Roboto"/>
                <a:sym typeface="Roboto"/>
              </a:rPr>
              <a:t> Các từ như "</a:t>
            </a:r>
            <a:r>
              <a:rPr lang="en-US" sz="1700" b="1" i="1">
                <a:latin typeface="Roboto"/>
                <a:ea typeface="Roboto"/>
                <a:cs typeface="Roboto"/>
                <a:sym typeface="Roboto"/>
              </a:rPr>
              <a:t>however</a:t>
            </a:r>
            <a:r>
              <a:rPr lang="en-US" sz="1700" i="1">
                <a:latin typeface="Roboto"/>
                <a:ea typeface="Roboto"/>
                <a:cs typeface="Roboto"/>
                <a:sym typeface="Roboto"/>
              </a:rPr>
              <a:t>," "</a:t>
            </a:r>
            <a:r>
              <a:rPr lang="en-US" sz="1700" b="1" i="1">
                <a:latin typeface="Roboto"/>
                <a:ea typeface="Roboto"/>
                <a:cs typeface="Roboto"/>
                <a:sym typeface="Roboto"/>
              </a:rPr>
              <a:t>but</a:t>
            </a:r>
            <a:r>
              <a:rPr lang="en-US" sz="1700" i="1">
                <a:latin typeface="Roboto"/>
                <a:ea typeface="Roboto"/>
                <a:cs typeface="Roboto"/>
                <a:sym typeface="Roboto"/>
              </a:rPr>
              <a:t>," "</a:t>
            </a:r>
            <a:r>
              <a:rPr lang="en-US" sz="1700" b="1" i="1">
                <a:latin typeface="Roboto"/>
                <a:ea typeface="Roboto"/>
                <a:cs typeface="Roboto"/>
                <a:sym typeface="Roboto"/>
              </a:rPr>
              <a:t>although</a:t>
            </a:r>
            <a:r>
              <a:rPr lang="en-US" sz="1700" i="1">
                <a:latin typeface="Roboto"/>
                <a:ea typeface="Roboto"/>
                <a:cs typeface="Roboto"/>
                <a:sym typeface="Roboto"/>
              </a:rPr>
              <a:t>,"... thường báo hiệu rằng thông tin sắp tới có thể trái ngược hoặc bổ sung cho những gì vừa nghe.</a:t>
            </a:r>
            <a:endParaRPr sz="1700" i="1">
              <a:latin typeface="Roboto"/>
              <a:ea typeface="Roboto"/>
              <a:cs typeface="Roboto"/>
              <a:sym typeface="Roboto"/>
            </a:endParaRPr>
          </a:p>
        </p:txBody>
      </p:sp>
      <p:sp>
        <p:nvSpPr>
          <p:cNvPr id="926" name="Google Shape;926;p44"/>
          <p:cNvSpPr txBox="1"/>
          <p:nvPr/>
        </p:nvSpPr>
        <p:spPr>
          <a:xfrm>
            <a:off x="758875" y="4934438"/>
            <a:ext cx="5535600" cy="57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a:solidFill>
                  <a:schemeClr val="dk1"/>
                </a:solidFill>
                <a:latin typeface="Roboto"/>
                <a:ea typeface="Roboto"/>
                <a:cs typeface="Roboto"/>
                <a:sym typeface="Roboto"/>
              </a:rPr>
              <a:t>3. Chú ý đến các từ chuyển đổi và phủ định</a:t>
            </a:r>
            <a:endParaRPr sz="2100">
              <a:solidFill>
                <a:schemeClr val="dk1"/>
              </a:solidFill>
              <a:latin typeface="Roboto"/>
              <a:ea typeface="Roboto"/>
              <a:cs typeface="Roboto"/>
              <a:sym typeface="Roboto"/>
            </a:endParaRPr>
          </a:p>
        </p:txBody>
      </p:sp>
      <p:sp>
        <p:nvSpPr>
          <p:cNvPr id="927" name="Google Shape;927;p44"/>
          <p:cNvSpPr/>
          <p:nvPr/>
        </p:nvSpPr>
        <p:spPr>
          <a:xfrm>
            <a:off x="3924700" y="7697575"/>
            <a:ext cx="10878300" cy="1670100"/>
          </a:xfrm>
          <a:prstGeom prst="round2DiagRect">
            <a:avLst>
              <a:gd name="adj1" fmla="val 50000"/>
              <a:gd name="adj2" fmla="val 0"/>
            </a:avLst>
          </a:prstGeom>
          <a:solidFill>
            <a:srgbClr val="FFF2CC"/>
          </a:solidFill>
          <a:ln w="9525" cap="flat" cmpd="sng">
            <a:solidFill>
              <a:srgbClr val="F7B94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1700" b="1" i="1">
                <a:latin typeface="Roboto"/>
                <a:ea typeface="Roboto"/>
                <a:cs typeface="Roboto"/>
                <a:sym typeface="Roboto"/>
              </a:rPr>
              <a:t>Ghi số câu bên cạnh ghi chú:</a:t>
            </a:r>
            <a:r>
              <a:rPr lang="en-US" sz="1700" i="1">
                <a:latin typeface="Roboto"/>
                <a:ea typeface="Roboto"/>
                <a:cs typeface="Roboto"/>
                <a:sym typeface="Roboto"/>
              </a:rPr>
              <a:t> Để dễ dàng tra cứu lại, bạn có thể ghi số câu hỏi bên cạnh ghi chú của mình.</a:t>
            </a:r>
            <a:endParaRPr sz="1700" i="1">
              <a:latin typeface="Roboto"/>
              <a:ea typeface="Roboto"/>
              <a:cs typeface="Roboto"/>
              <a:sym typeface="Roboto"/>
            </a:endParaRPr>
          </a:p>
          <a:p>
            <a:pPr marL="0" lvl="0" indent="0" algn="l" rtl="0">
              <a:spcBef>
                <a:spcPts val="1000"/>
              </a:spcBef>
              <a:spcAft>
                <a:spcPts val="0"/>
              </a:spcAft>
              <a:buNone/>
            </a:pPr>
            <a:r>
              <a:rPr lang="en-US" sz="1700" b="1" i="1">
                <a:latin typeface="Roboto"/>
                <a:ea typeface="Roboto"/>
                <a:cs typeface="Roboto"/>
                <a:sym typeface="Roboto"/>
              </a:rPr>
              <a:t>Ghi ngắn gọn:</a:t>
            </a:r>
            <a:r>
              <a:rPr lang="en-US" sz="1700" i="1">
                <a:latin typeface="Roboto"/>
                <a:ea typeface="Roboto"/>
                <a:cs typeface="Roboto"/>
                <a:sym typeface="Roboto"/>
              </a:rPr>
              <a:t> Chỉ ghi lại những từ khóa quan trọng như tên, ngày, giờ, địa điểm, hoặc các sự kiện chính. Tránh ghi quá nhiều chi tiết vì bạn có thể không kịp nghe phần tiếp theo.</a:t>
            </a:r>
            <a:endParaRPr sz="1700" i="1">
              <a:latin typeface="Roboto"/>
              <a:ea typeface="Roboto"/>
              <a:cs typeface="Roboto"/>
              <a:sym typeface="Roboto"/>
            </a:endParaRPr>
          </a:p>
          <a:p>
            <a:pPr marL="0" lvl="0" indent="0" algn="l" rtl="0">
              <a:spcBef>
                <a:spcPts val="1000"/>
              </a:spcBef>
              <a:spcAft>
                <a:spcPts val="1000"/>
              </a:spcAft>
              <a:buNone/>
            </a:pPr>
            <a:r>
              <a:rPr lang="en-US" sz="1700" b="1" i="1">
                <a:latin typeface="Roboto"/>
                <a:ea typeface="Roboto"/>
                <a:cs typeface="Roboto"/>
                <a:sym typeface="Roboto"/>
              </a:rPr>
              <a:t>Sử dụng ký hiệu:</a:t>
            </a:r>
            <a:r>
              <a:rPr lang="en-US" sz="1700" i="1">
                <a:latin typeface="Roboto"/>
                <a:ea typeface="Roboto"/>
                <a:cs typeface="Roboto"/>
                <a:sym typeface="Roboto"/>
              </a:rPr>
              <a:t> Dùng các ký hiệu hoặc viết tắt để ghi chú nhanh hơn, ví dụ:</a:t>
            </a:r>
            <a:r>
              <a:rPr lang="en-US" sz="1700" b="1" i="1">
                <a:latin typeface="Roboto"/>
                <a:ea typeface="Roboto"/>
                <a:cs typeface="Roboto"/>
                <a:sym typeface="Roboto"/>
              </a:rPr>
              <a:t>@</a:t>
            </a:r>
            <a:r>
              <a:rPr lang="en-US" sz="1700" i="1">
                <a:latin typeface="Roboto"/>
                <a:ea typeface="Roboto"/>
                <a:cs typeface="Roboto"/>
                <a:sym typeface="Roboto"/>
              </a:rPr>
              <a:t> + địa điểm</a:t>
            </a:r>
            <a:endParaRPr sz="1700" i="1">
              <a:latin typeface="Roboto"/>
              <a:ea typeface="Roboto"/>
              <a:cs typeface="Roboto"/>
              <a:sym typeface="Roboto"/>
            </a:endParaRPr>
          </a:p>
        </p:txBody>
      </p:sp>
      <p:sp>
        <p:nvSpPr>
          <p:cNvPr id="928" name="Google Shape;928;p44"/>
          <p:cNvSpPr txBox="1"/>
          <p:nvPr/>
        </p:nvSpPr>
        <p:spPr>
          <a:xfrm>
            <a:off x="816850" y="5835725"/>
            <a:ext cx="5535600" cy="57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a:solidFill>
                  <a:schemeClr val="dk1"/>
                </a:solidFill>
                <a:latin typeface="Roboto"/>
                <a:ea typeface="Roboto"/>
                <a:cs typeface="Roboto"/>
                <a:sym typeface="Roboto"/>
              </a:rPr>
              <a:t>4. Take note</a:t>
            </a:r>
            <a:endParaRPr sz="2100">
              <a:solidFill>
                <a:schemeClr val="dk1"/>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910"/>
                                        </p:tgtEl>
                                        <p:attrNameLst>
                                          <p:attrName>style.visibility</p:attrName>
                                        </p:attrNameLst>
                                      </p:cBhvr>
                                      <p:to>
                                        <p:strVal val="visible"/>
                                      </p:to>
                                    </p:set>
                                    <p:anim calcmode="lin" valueType="num">
                                      <p:cBhvr additive="base">
                                        <p:cTn id="7" dur="500"/>
                                        <p:tgtEl>
                                          <p:spTgt spid="910"/>
                                        </p:tgtEl>
                                        <p:attrNameLst>
                                          <p:attrName>ppt_w</p:attrName>
                                        </p:attrNameLst>
                                      </p:cBhvr>
                                      <p:tavLst>
                                        <p:tav tm="0">
                                          <p:val>
                                            <p:strVal val="0"/>
                                          </p:val>
                                        </p:tav>
                                        <p:tav tm="100000">
                                          <p:val>
                                            <p:strVal val="#ppt_w"/>
                                          </p:val>
                                        </p:tav>
                                      </p:tavLst>
                                    </p:anim>
                                    <p:anim calcmode="lin" valueType="num">
                                      <p:cBhvr additive="base">
                                        <p:cTn id="8" dur="500"/>
                                        <p:tgtEl>
                                          <p:spTgt spid="910"/>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cxnSp>
        <p:nvCxnSpPr>
          <p:cNvPr id="933" name="Google Shape;933;p45"/>
          <p:cNvCxnSpPr/>
          <p:nvPr/>
        </p:nvCxnSpPr>
        <p:spPr>
          <a:xfrm>
            <a:off x="2944025" y="1745250"/>
            <a:ext cx="12046500" cy="900"/>
          </a:xfrm>
          <a:prstGeom prst="straightConnector1">
            <a:avLst/>
          </a:prstGeom>
          <a:noFill/>
          <a:ln w="38100" cap="flat" cmpd="sng">
            <a:solidFill>
              <a:srgbClr val="018345"/>
            </a:solidFill>
            <a:prstDash val="solid"/>
            <a:round/>
            <a:headEnd type="none" w="sm" len="sm"/>
            <a:tailEnd type="none" w="sm" len="sm"/>
          </a:ln>
        </p:spPr>
      </p:cxnSp>
      <p:cxnSp>
        <p:nvCxnSpPr>
          <p:cNvPr id="934" name="Google Shape;934;p45"/>
          <p:cNvCxnSpPr/>
          <p:nvPr/>
        </p:nvCxnSpPr>
        <p:spPr>
          <a:xfrm>
            <a:off x="-249883" y="5125235"/>
            <a:ext cx="5303400" cy="0"/>
          </a:xfrm>
          <a:prstGeom prst="straightConnector1">
            <a:avLst/>
          </a:prstGeom>
          <a:noFill/>
          <a:ln w="38100" cap="flat" cmpd="sng">
            <a:solidFill>
              <a:srgbClr val="FFFFFF"/>
            </a:solidFill>
            <a:prstDash val="solid"/>
            <a:round/>
            <a:headEnd type="none" w="sm" len="sm"/>
            <a:tailEnd type="none" w="sm" len="sm"/>
          </a:ln>
        </p:spPr>
      </p:cxnSp>
      <p:grpSp>
        <p:nvGrpSpPr>
          <p:cNvPr id="935" name="Google Shape;935;p45"/>
          <p:cNvGrpSpPr/>
          <p:nvPr/>
        </p:nvGrpSpPr>
        <p:grpSpPr>
          <a:xfrm rot="10800000">
            <a:off x="15044545" y="-741632"/>
            <a:ext cx="7681773" cy="4261259"/>
            <a:chOff x="0" y="-38100"/>
            <a:chExt cx="406400" cy="225405"/>
          </a:xfrm>
        </p:grpSpPr>
        <p:sp>
          <p:nvSpPr>
            <p:cNvPr id="936" name="Google Shape;936;p45"/>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937" name="Google Shape;937;p45"/>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38" name="Google Shape;938;p45" descr="Books with solid fill"/>
          <p:cNvSpPr/>
          <p:nvPr/>
        </p:nvSpPr>
        <p:spPr>
          <a:xfrm>
            <a:off x="3241317" y="6938897"/>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939" name="Google Shape;939;p45"/>
          <p:cNvSpPr/>
          <p:nvPr/>
        </p:nvSpPr>
        <p:spPr>
          <a:xfrm>
            <a:off x="18157088" y="2761613"/>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940" name="Google Shape;940;p45"/>
          <p:cNvSpPr txBox="1"/>
          <p:nvPr/>
        </p:nvSpPr>
        <p:spPr>
          <a:xfrm>
            <a:off x="1631474" y="550075"/>
            <a:ext cx="14242500" cy="1108800"/>
          </a:xfrm>
          <a:prstGeom prst="rect">
            <a:avLst/>
          </a:prstGeom>
          <a:noFill/>
          <a:ln>
            <a:noFill/>
          </a:ln>
        </p:spPr>
        <p:txBody>
          <a:bodyPr spcFirstLastPara="1" wrap="square" lIns="0" tIns="0" rIns="0" bIns="0" anchor="t" anchorCtr="0">
            <a:spAutoFit/>
          </a:bodyPr>
          <a:lstStyle/>
          <a:p>
            <a:pPr marL="0" marR="0" lvl="0" indent="0" algn="ctr" rtl="0">
              <a:lnSpc>
                <a:spcPct val="135013"/>
              </a:lnSpc>
              <a:spcBef>
                <a:spcPts val="0"/>
              </a:spcBef>
              <a:spcAft>
                <a:spcPts val="0"/>
              </a:spcAft>
              <a:buNone/>
            </a:pPr>
            <a:r>
              <a:rPr lang="en-US" sz="5000" b="1">
                <a:solidFill>
                  <a:srgbClr val="018345"/>
                </a:solidFill>
                <a:latin typeface="Montserrat"/>
                <a:ea typeface="Montserrat"/>
                <a:cs typeface="Montserrat"/>
                <a:sym typeface="Montserrat"/>
              </a:rPr>
              <a:t>04. </a:t>
            </a:r>
            <a:r>
              <a:rPr lang="en-US" sz="5000" b="1" i="0" u="none" strike="noStrike" cap="none">
                <a:solidFill>
                  <a:srgbClr val="018345"/>
                </a:solidFill>
                <a:latin typeface="Montserrat"/>
                <a:ea typeface="Montserrat"/>
                <a:cs typeface="Montserrat"/>
                <a:sym typeface="Montserrat"/>
              </a:rPr>
              <a:t>CHIẾN LƯỢC XỬ LÝ PHẦN NGHE</a:t>
            </a:r>
            <a:r>
              <a:rPr lang="en-US" sz="7203" b="1" i="0" u="none" strike="noStrike" cap="none">
                <a:solidFill>
                  <a:srgbClr val="018345"/>
                </a:solidFill>
                <a:latin typeface="Montserrat"/>
                <a:ea typeface="Montserrat"/>
                <a:cs typeface="Montserrat"/>
                <a:sym typeface="Montserrat"/>
              </a:rPr>
              <a:t>  </a:t>
            </a:r>
            <a:endParaRPr/>
          </a:p>
        </p:txBody>
      </p:sp>
      <p:sp>
        <p:nvSpPr>
          <p:cNvPr id="941" name="Google Shape;941;p45"/>
          <p:cNvSpPr txBox="1"/>
          <p:nvPr/>
        </p:nvSpPr>
        <p:spPr>
          <a:xfrm>
            <a:off x="-10653311" y="9716809"/>
            <a:ext cx="13923300" cy="288900"/>
          </a:xfrm>
          <a:prstGeom prst="rect">
            <a:avLst/>
          </a:prstGeom>
          <a:noFill/>
          <a:ln>
            <a:noFill/>
          </a:ln>
        </p:spPr>
        <p:txBody>
          <a:bodyPr spcFirstLastPara="1" wrap="square" lIns="0" tIns="0" rIns="0" bIns="0" anchor="t" anchorCtr="0">
            <a:spAutoFit/>
          </a:bodyPr>
          <a:lstStyle/>
          <a:p>
            <a:pPr marL="0" marR="0" lvl="0" indent="0" algn="r" rtl="0">
              <a:lnSpc>
                <a:spcPct val="111993"/>
              </a:lnSpc>
              <a:spcBef>
                <a:spcPts val="0"/>
              </a:spcBef>
              <a:spcAft>
                <a:spcPts val="0"/>
              </a:spcAft>
              <a:buNone/>
            </a:pPr>
            <a:r>
              <a:rPr lang="en-US" sz="1876" b="0" i="0" u="none" strike="noStrike" cap="none">
                <a:solidFill>
                  <a:srgbClr val="FEFEFE"/>
                </a:solidFill>
                <a:latin typeface="Roboto"/>
                <a:ea typeface="Roboto"/>
                <a:cs typeface="Roboto"/>
                <a:sym typeface="Roboto"/>
              </a:rPr>
              <a:t>https://edulife.com.vn/</a:t>
            </a:r>
            <a:endParaRPr/>
          </a:p>
        </p:txBody>
      </p:sp>
      <p:grpSp>
        <p:nvGrpSpPr>
          <p:cNvPr id="942" name="Google Shape;942;p45"/>
          <p:cNvGrpSpPr/>
          <p:nvPr/>
        </p:nvGrpSpPr>
        <p:grpSpPr>
          <a:xfrm>
            <a:off x="-2718010" y="9275955"/>
            <a:ext cx="7950378" cy="1707451"/>
            <a:chOff x="0" y="-384760"/>
            <a:chExt cx="10600504" cy="2276297"/>
          </a:xfrm>
        </p:grpSpPr>
        <p:grpSp>
          <p:nvGrpSpPr>
            <p:cNvPr id="943" name="Google Shape;943;p45"/>
            <p:cNvGrpSpPr/>
            <p:nvPr/>
          </p:nvGrpSpPr>
          <p:grpSpPr>
            <a:xfrm>
              <a:off x="0" y="-384760"/>
              <a:ext cx="10600504" cy="2276297"/>
              <a:chOff x="0" y="-38100"/>
              <a:chExt cx="1049690" cy="225405"/>
            </a:xfrm>
          </p:grpSpPr>
          <p:sp>
            <p:nvSpPr>
              <p:cNvPr id="944" name="Google Shape;944;p45"/>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945" name="Google Shape;945;p45"/>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46" name="Google Shape;946;p45"/>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47" name="Google Shape;947;p45"/>
          <p:cNvSpPr/>
          <p:nvPr/>
        </p:nvSpPr>
        <p:spPr>
          <a:xfrm>
            <a:off x="1865050" y="3054525"/>
            <a:ext cx="5926800" cy="4728600"/>
          </a:xfrm>
          <a:prstGeom prst="rect">
            <a:avLst/>
          </a:prstGeom>
          <a:solidFill>
            <a:srgbClr val="FFF2CC"/>
          </a:solidFill>
          <a:ln w="9525" cap="flat" cmpd="sng">
            <a:solidFill>
              <a:srgbClr val="8E7CC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48" name="Google Shape;948;p45"/>
          <p:cNvSpPr/>
          <p:nvPr/>
        </p:nvSpPr>
        <p:spPr>
          <a:xfrm>
            <a:off x="3092050" y="2741275"/>
            <a:ext cx="3433200" cy="647100"/>
          </a:xfrm>
          <a:prstGeom prst="round2DiagRect">
            <a:avLst>
              <a:gd name="adj1" fmla="val 16667"/>
              <a:gd name="adj2" fmla="val 0"/>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b="1">
                <a:latin typeface="Playfair Display"/>
                <a:ea typeface="Playfair Display"/>
                <a:cs typeface="Playfair Display"/>
                <a:sym typeface="Playfair Display"/>
              </a:rPr>
              <a:t>SAU KHI NGHE</a:t>
            </a:r>
            <a:endParaRPr sz="2200" b="1">
              <a:latin typeface="Playfair Display"/>
              <a:ea typeface="Playfair Display"/>
              <a:cs typeface="Playfair Display"/>
              <a:sym typeface="Playfair Display"/>
            </a:endParaRPr>
          </a:p>
        </p:txBody>
      </p:sp>
      <p:sp>
        <p:nvSpPr>
          <p:cNvPr id="949" name="Google Shape;949;p45"/>
          <p:cNvSpPr txBox="1"/>
          <p:nvPr/>
        </p:nvSpPr>
        <p:spPr>
          <a:xfrm>
            <a:off x="2122900" y="3643613"/>
            <a:ext cx="4731600" cy="57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a:solidFill>
                  <a:schemeClr val="dk1"/>
                </a:solidFill>
                <a:latin typeface="Roboto"/>
                <a:ea typeface="Roboto"/>
                <a:cs typeface="Roboto"/>
                <a:sym typeface="Roboto"/>
              </a:rPr>
              <a:t>1. Soát lại đáp án</a:t>
            </a:r>
            <a:endParaRPr sz="2100">
              <a:solidFill>
                <a:schemeClr val="dk1"/>
              </a:solidFill>
              <a:latin typeface="Roboto"/>
              <a:ea typeface="Roboto"/>
              <a:cs typeface="Roboto"/>
              <a:sym typeface="Roboto"/>
            </a:endParaRPr>
          </a:p>
        </p:txBody>
      </p:sp>
      <p:sp>
        <p:nvSpPr>
          <p:cNvPr id="950" name="Google Shape;950;p45"/>
          <p:cNvSpPr txBox="1"/>
          <p:nvPr/>
        </p:nvSpPr>
        <p:spPr>
          <a:xfrm>
            <a:off x="2122900" y="4932288"/>
            <a:ext cx="4731600" cy="57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a:solidFill>
                  <a:schemeClr val="dk1"/>
                </a:solidFill>
                <a:latin typeface="Roboto"/>
                <a:ea typeface="Roboto"/>
                <a:cs typeface="Roboto"/>
                <a:sym typeface="Roboto"/>
              </a:rPr>
              <a:t>2. So sánh với phần take note</a:t>
            </a:r>
            <a:endParaRPr sz="2100">
              <a:solidFill>
                <a:schemeClr val="dk1"/>
              </a:solidFill>
              <a:latin typeface="Roboto"/>
              <a:ea typeface="Roboto"/>
              <a:cs typeface="Roboto"/>
              <a:sym typeface="Roboto"/>
            </a:endParaRPr>
          </a:p>
        </p:txBody>
      </p:sp>
      <p:sp>
        <p:nvSpPr>
          <p:cNvPr id="951" name="Google Shape;951;p45"/>
          <p:cNvSpPr txBox="1"/>
          <p:nvPr/>
        </p:nvSpPr>
        <p:spPr>
          <a:xfrm>
            <a:off x="2100050" y="6115075"/>
            <a:ext cx="5594400" cy="57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a:solidFill>
                  <a:schemeClr val="dk1"/>
                </a:solidFill>
                <a:latin typeface="Roboto"/>
                <a:ea typeface="Roboto"/>
                <a:cs typeface="Roboto"/>
                <a:sym typeface="Roboto"/>
              </a:rPr>
              <a:t>3. Tận dụng thời gian còn lại để chuẩn bị cho bài nghe tiếp theo</a:t>
            </a:r>
            <a:endParaRPr sz="2100">
              <a:solidFill>
                <a:schemeClr val="dk1"/>
              </a:solidFill>
              <a:latin typeface="Roboto"/>
              <a:ea typeface="Roboto"/>
              <a:cs typeface="Roboto"/>
              <a:sym typeface="Roboto"/>
            </a:endParaRPr>
          </a:p>
        </p:txBody>
      </p:sp>
      <p:sp>
        <p:nvSpPr>
          <p:cNvPr id="952" name="Google Shape;952;p45"/>
          <p:cNvSpPr/>
          <p:nvPr/>
        </p:nvSpPr>
        <p:spPr>
          <a:xfrm>
            <a:off x="8611013" y="2560000"/>
            <a:ext cx="8634000" cy="1597800"/>
          </a:xfrm>
          <a:prstGeom prst="round2DiagRect">
            <a:avLst>
              <a:gd name="adj1" fmla="val 50000"/>
              <a:gd name="adj2" fmla="val 0"/>
            </a:avLst>
          </a:prstGeom>
          <a:solidFill>
            <a:srgbClr val="CFE2F3"/>
          </a:solidFill>
          <a:ln w="9525" cap="flat"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1700" b="1" i="1">
                <a:latin typeface="Roboto"/>
                <a:ea typeface="Roboto"/>
                <a:cs typeface="Roboto"/>
                <a:sym typeface="Roboto"/>
              </a:rPr>
              <a:t>Xem lại các câu từ đầu đến cuối:</a:t>
            </a:r>
            <a:r>
              <a:rPr lang="en-US" sz="1700" i="1">
                <a:latin typeface="Roboto"/>
                <a:ea typeface="Roboto"/>
                <a:cs typeface="Roboto"/>
                <a:sym typeface="Roboto"/>
              </a:rPr>
              <a:t> Đảm bảo không bỏ sót bất kỳ một câu hỏi nào.</a:t>
            </a:r>
            <a:endParaRPr sz="1700" i="1">
              <a:latin typeface="Roboto"/>
              <a:ea typeface="Roboto"/>
              <a:cs typeface="Roboto"/>
              <a:sym typeface="Roboto"/>
            </a:endParaRPr>
          </a:p>
          <a:p>
            <a:pPr marL="0" lvl="0" indent="0" algn="l" rtl="0">
              <a:spcBef>
                <a:spcPts val="0"/>
              </a:spcBef>
              <a:spcAft>
                <a:spcPts val="0"/>
              </a:spcAft>
              <a:buNone/>
            </a:pPr>
            <a:endParaRPr sz="1700" i="1">
              <a:latin typeface="Roboto"/>
              <a:ea typeface="Roboto"/>
              <a:cs typeface="Roboto"/>
              <a:sym typeface="Roboto"/>
            </a:endParaRPr>
          </a:p>
          <a:p>
            <a:pPr marL="0" lvl="0" indent="0" algn="l" rtl="0">
              <a:spcBef>
                <a:spcPts val="0"/>
              </a:spcBef>
              <a:spcAft>
                <a:spcPts val="0"/>
              </a:spcAft>
              <a:buNone/>
            </a:pPr>
            <a:r>
              <a:rPr lang="en-US" sz="1700" b="1" i="1">
                <a:latin typeface="Roboto"/>
                <a:ea typeface="Roboto"/>
                <a:cs typeface="Roboto"/>
                <a:sym typeface="Roboto"/>
              </a:rPr>
              <a:t>Đối chiếu với câu hỏi:</a:t>
            </a:r>
            <a:r>
              <a:rPr lang="en-US" sz="1700" i="1">
                <a:latin typeface="Roboto"/>
                <a:ea typeface="Roboto"/>
                <a:cs typeface="Roboto"/>
                <a:sym typeface="Roboto"/>
              </a:rPr>
              <a:t> Đảm bảo rằng đáp án của bạn trả lời đúng câu hỏi được đặt ra, không chỉ dựa vào một từ khóa đơn lẻ mà dựa vào toàn bộ ngữ cảnh.</a:t>
            </a:r>
            <a:endParaRPr sz="1700" b="1" i="1">
              <a:latin typeface="Roboto"/>
              <a:ea typeface="Roboto"/>
              <a:cs typeface="Roboto"/>
              <a:sym typeface="Roboto"/>
            </a:endParaRPr>
          </a:p>
        </p:txBody>
      </p:sp>
      <p:sp>
        <p:nvSpPr>
          <p:cNvPr id="953" name="Google Shape;953;p45"/>
          <p:cNvSpPr/>
          <p:nvPr/>
        </p:nvSpPr>
        <p:spPr>
          <a:xfrm>
            <a:off x="8585700" y="4669100"/>
            <a:ext cx="8634000" cy="1108800"/>
          </a:xfrm>
          <a:prstGeom prst="round2DiagRect">
            <a:avLst>
              <a:gd name="adj1" fmla="val 50000"/>
              <a:gd name="adj2" fmla="val 0"/>
            </a:avLst>
          </a:prstGeom>
          <a:solidFill>
            <a:srgbClr val="CFE2F3"/>
          </a:solidFill>
          <a:ln w="9525" cap="flat"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1700" b="1" i="1">
                <a:latin typeface="Roboto"/>
                <a:ea typeface="Roboto"/>
                <a:cs typeface="Roboto"/>
                <a:sym typeface="Roboto"/>
              </a:rPr>
              <a:t>Xem lại phần take note:</a:t>
            </a:r>
            <a:r>
              <a:rPr lang="en-US" sz="1700" i="1">
                <a:latin typeface="Roboto"/>
                <a:ea typeface="Roboto"/>
                <a:cs typeface="Roboto"/>
                <a:sym typeface="Roboto"/>
              </a:rPr>
              <a:t> Nếu có câu chưa chọn được đáp án nhưng đã take note được trong khi nghe, hãy xem kỹ lại phần note và </a:t>
            </a:r>
            <a:r>
              <a:rPr lang="en-US" sz="1700" b="1" i="1">
                <a:latin typeface="Roboto"/>
                <a:ea typeface="Roboto"/>
                <a:cs typeface="Roboto"/>
                <a:sym typeface="Roboto"/>
              </a:rPr>
              <a:t>loại trừ các đáp án sai</a:t>
            </a:r>
            <a:r>
              <a:rPr lang="en-US" sz="1700" i="1">
                <a:latin typeface="Roboto"/>
                <a:ea typeface="Roboto"/>
                <a:cs typeface="Roboto"/>
                <a:sym typeface="Roboto"/>
              </a:rPr>
              <a:t>.</a:t>
            </a:r>
            <a:endParaRPr sz="1700" b="1" i="1">
              <a:latin typeface="Roboto"/>
              <a:ea typeface="Roboto"/>
              <a:cs typeface="Roboto"/>
              <a:sym typeface="Roboto"/>
            </a:endParaRPr>
          </a:p>
        </p:txBody>
      </p:sp>
      <p:sp>
        <p:nvSpPr>
          <p:cNvPr id="954" name="Google Shape;954;p45"/>
          <p:cNvSpPr/>
          <p:nvPr/>
        </p:nvSpPr>
        <p:spPr>
          <a:xfrm>
            <a:off x="8530675" y="6429725"/>
            <a:ext cx="8634000" cy="1573500"/>
          </a:xfrm>
          <a:prstGeom prst="round2DiagRect">
            <a:avLst>
              <a:gd name="adj1" fmla="val 50000"/>
              <a:gd name="adj2" fmla="val 0"/>
            </a:avLst>
          </a:prstGeom>
          <a:solidFill>
            <a:srgbClr val="CFE2F3"/>
          </a:solidFill>
          <a:ln w="9525" cap="flat"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700" b="1" i="1">
              <a:latin typeface="Roboto"/>
              <a:ea typeface="Roboto"/>
              <a:cs typeface="Roboto"/>
              <a:sym typeface="Roboto"/>
            </a:endParaRPr>
          </a:p>
          <a:p>
            <a:pPr marL="0" lvl="0" indent="0" algn="l" rtl="0">
              <a:spcBef>
                <a:spcPts val="0"/>
              </a:spcBef>
              <a:spcAft>
                <a:spcPts val="0"/>
              </a:spcAft>
              <a:buNone/>
            </a:pPr>
            <a:endParaRPr sz="1700" b="1" i="1">
              <a:latin typeface="Roboto"/>
              <a:ea typeface="Roboto"/>
              <a:cs typeface="Roboto"/>
              <a:sym typeface="Roboto"/>
            </a:endParaRPr>
          </a:p>
          <a:p>
            <a:pPr marL="0" lvl="0" indent="0" algn="l" rtl="0">
              <a:spcBef>
                <a:spcPts val="0"/>
              </a:spcBef>
              <a:spcAft>
                <a:spcPts val="0"/>
              </a:spcAft>
              <a:buNone/>
            </a:pPr>
            <a:endParaRPr sz="1700" b="1" i="1">
              <a:latin typeface="Roboto"/>
              <a:ea typeface="Roboto"/>
              <a:cs typeface="Roboto"/>
              <a:sym typeface="Roboto"/>
            </a:endParaRPr>
          </a:p>
          <a:p>
            <a:pPr marL="0" lvl="0" indent="0" algn="l" rtl="0">
              <a:spcBef>
                <a:spcPts val="0"/>
              </a:spcBef>
              <a:spcAft>
                <a:spcPts val="0"/>
              </a:spcAft>
              <a:buNone/>
            </a:pPr>
            <a:r>
              <a:rPr lang="en-US" sz="1700" b="1" i="1">
                <a:latin typeface="Roboto"/>
                <a:ea typeface="Roboto"/>
                <a:cs typeface="Roboto"/>
                <a:sym typeface="Roboto"/>
              </a:rPr>
              <a:t>Đừng lo lắng về những câu khó:</a:t>
            </a:r>
            <a:r>
              <a:rPr lang="en-US" sz="1700" i="1">
                <a:latin typeface="Roboto"/>
                <a:ea typeface="Roboto"/>
                <a:cs typeface="Roboto"/>
                <a:sym typeface="Roboto"/>
              </a:rPr>
              <a:t> Nếu có câu hỏi nào đó mà bạn cảm thấy khó, đừng lo lắng quá. Hãy tập trung vào những câu hỏi tiếp theo để tối ưu hóa điểm số.</a:t>
            </a:r>
            <a:endParaRPr sz="1700" i="1">
              <a:latin typeface="Roboto"/>
              <a:ea typeface="Roboto"/>
              <a:cs typeface="Roboto"/>
              <a:sym typeface="Roboto"/>
            </a:endParaRPr>
          </a:p>
          <a:p>
            <a:pPr marL="0" lvl="0" indent="0" algn="l" rtl="0">
              <a:spcBef>
                <a:spcPts val="0"/>
              </a:spcBef>
              <a:spcAft>
                <a:spcPts val="0"/>
              </a:spcAft>
              <a:buNone/>
            </a:pPr>
            <a:endParaRPr sz="1700" b="1" i="1">
              <a:latin typeface="Roboto"/>
              <a:ea typeface="Roboto"/>
              <a:cs typeface="Roboto"/>
              <a:sym typeface="Roboto"/>
            </a:endParaRPr>
          </a:p>
          <a:p>
            <a:pPr marL="0" lvl="0" indent="0" algn="l" rtl="0">
              <a:spcBef>
                <a:spcPts val="0"/>
              </a:spcBef>
              <a:spcAft>
                <a:spcPts val="0"/>
              </a:spcAft>
              <a:buNone/>
            </a:pPr>
            <a:r>
              <a:rPr lang="en-US" sz="1700" b="1" i="1">
                <a:latin typeface="Roboto"/>
                <a:ea typeface="Roboto"/>
                <a:cs typeface="Roboto"/>
                <a:sym typeface="Roboto"/>
              </a:rPr>
              <a:t>Thả lỏng tinh thần:</a:t>
            </a:r>
            <a:r>
              <a:rPr lang="en-US" sz="1700" i="1">
                <a:latin typeface="Roboto"/>
                <a:ea typeface="Roboto"/>
                <a:cs typeface="Roboto"/>
                <a:sym typeface="Roboto"/>
              </a:rPr>
              <a:t> Sau khi hoàn thành phần nghe, hãy thư giãn một chút để chuẩn bị tinh thần tốt cho phần tiếp theo của bài thi (nếu có).</a:t>
            </a:r>
            <a:endParaRPr sz="1700" i="1">
              <a:latin typeface="Roboto"/>
              <a:ea typeface="Roboto"/>
              <a:cs typeface="Roboto"/>
              <a:sym typeface="Roboto"/>
            </a:endParaRPr>
          </a:p>
          <a:p>
            <a:pPr marL="0" lvl="0" indent="0" algn="l" rtl="0">
              <a:spcBef>
                <a:spcPts val="0"/>
              </a:spcBef>
              <a:spcAft>
                <a:spcPts val="0"/>
              </a:spcAft>
              <a:buNone/>
            </a:pPr>
            <a:endParaRPr sz="1700" i="1">
              <a:latin typeface="Roboto"/>
              <a:ea typeface="Roboto"/>
              <a:cs typeface="Roboto"/>
              <a:sym typeface="Roboto"/>
            </a:endParaRPr>
          </a:p>
          <a:p>
            <a:pPr marL="0" lvl="0" indent="0" algn="l" rtl="0">
              <a:spcBef>
                <a:spcPts val="0"/>
              </a:spcBef>
              <a:spcAft>
                <a:spcPts val="0"/>
              </a:spcAft>
              <a:buNone/>
            </a:pPr>
            <a:endParaRPr sz="2300" b="1" i="1">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940"/>
                                        </p:tgtEl>
                                        <p:attrNameLst>
                                          <p:attrName>style.visibility</p:attrName>
                                        </p:attrNameLst>
                                      </p:cBhvr>
                                      <p:to>
                                        <p:strVal val="visible"/>
                                      </p:to>
                                    </p:set>
                                    <p:anim calcmode="lin" valueType="num">
                                      <p:cBhvr additive="base">
                                        <p:cTn id="7" dur="500"/>
                                        <p:tgtEl>
                                          <p:spTgt spid="940"/>
                                        </p:tgtEl>
                                        <p:attrNameLst>
                                          <p:attrName>ppt_w</p:attrName>
                                        </p:attrNameLst>
                                      </p:cBhvr>
                                      <p:tavLst>
                                        <p:tav tm="0">
                                          <p:val>
                                            <p:strVal val="0"/>
                                          </p:val>
                                        </p:tav>
                                        <p:tav tm="100000">
                                          <p:val>
                                            <p:strVal val="#ppt_w"/>
                                          </p:val>
                                        </p:tav>
                                      </p:tavLst>
                                    </p:anim>
                                    <p:anim calcmode="lin" valueType="num">
                                      <p:cBhvr additive="base">
                                        <p:cTn id="8" dur="500"/>
                                        <p:tgtEl>
                                          <p:spTgt spid="940"/>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4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5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5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5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grpSp>
        <p:nvGrpSpPr>
          <p:cNvPr id="959" name="Google Shape;959;p46"/>
          <p:cNvGrpSpPr/>
          <p:nvPr/>
        </p:nvGrpSpPr>
        <p:grpSpPr>
          <a:xfrm rot="10800000">
            <a:off x="15044545" y="-741632"/>
            <a:ext cx="7681773" cy="4261259"/>
            <a:chOff x="0" y="-38100"/>
            <a:chExt cx="406400" cy="225405"/>
          </a:xfrm>
        </p:grpSpPr>
        <p:sp>
          <p:nvSpPr>
            <p:cNvPr id="960" name="Google Shape;960;p46"/>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961" name="Google Shape;961;p46"/>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62" name="Google Shape;962;p46"/>
          <p:cNvSpPr txBox="1"/>
          <p:nvPr/>
        </p:nvSpPr>
        <p:spPr>
          <a:xfrm>
            <a:off x="3748953" y="697907"/>
            <a:ext cx="116874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18345"/>
                </a:solidFill>
                <a:latin typeface="Montserrat"/>
                <a:ea typeface="Montserrat"/>
                <a:cs typeface="Montserrat"/>
                <a:sym typeface="Montserrat"/>
              </a:rPr>
              <a:t>05. </a:t>
            </a:r>
            <a:r>
              <a:rPr lang="en-US" sz="4504" b="1" i="0" u="none" strike="noStrike" cap="none">
                <a:solidFill>
                  <a:srgbClr val="018345"/>
                </a:solidFill>
                <a:latin typeface="Montserrat"/>
                <a:ea typeface="Montserrat"/>
                <a:cs typeface="Montserrat"/>
                <a:sym typeface="Montserrat"/>
              </a:rPr>
              <a:t>Listening </a:t>
            </a:r>
            <a:r>
              <a:rPr lang="en-US" sz="4504" b="1">
                <a:solidFill>
                  <a:srgbClr val="018345"/>
                </a:solidFill>
                <a:latin typeface="Montserrat"/>
                <a:ea typeface="Montserrat"/>
                <a:cs typeface="Montserrat"/>
                <a:sym typeface="Montserrat"/>
              </a:rPr>
              <a:t>Practice - P</a:t>
            </a:r>
            <a:r>
              <a:rPr lang="en-US" sz="4504" b="1" i="0" u="none" strike="noStrike" cap="none">
                <a:solidFill>
                  <a:srgbClr val="018345"/>
                </a:solidFill>
                <a:latin typeface="Montserrat"/>
                <a:ea typeface="Montserrat"/>
                <a:cs typeface="Montserrat"/>
                <a:sym typeface="Montserrat"/>
              </a:rPr>
              <a:t>art 1 </a:t>
            </a:r>
            <a:endParaRPr/>
          </a:p>
        </p:txBody>
      </p:sp>
      <p:sp>
        <p:nvSpPr>
          <p:cNvPr id="963" name="Google Shape;963;p46"/>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sp>
        <p:nvSpPr>
          <p:cNvPr id="964" name="Google Shape;964;p46"/>
          <p:cNvSpPr/>
          <p:nvPr/>
        </p:nvSpPr>
        <p:spPr>
          <a:xfrm>
            <a:off x="2796077" y="642186"/>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4">
              <a:alphaModFix/>
            </a:blip>
            <a:stretch>
              <a:fillRect/>
            </a:stretch>
          </a:blipFill>
          <a:ln>
            <a:noFill/>
          </a:ln>
        </p:spPr>
      </p:sp>
      <p:sp>
        <p:nvSpPr>
          <p:cNvPr id="965" name="Google Shape;965;p46"/>
          <p:cNvSpPr txBox="1"/>
          <p:nvPr/>
        </p:nvSpPr>
        <p:spPr>
          <a:xfrm>
            <a:off x="1043000" y="2165225"/>
            <a:ext cx="8006700" cy="4063500"/>
          </a:xfrm>
          <a:prstGeom prst="rect">
            <a:avLst/>
          </a:prstGeom>
          <a:noFill/>
          <a:ln>
            <a:noFill/>
          </a:ln>
        </p:spPr>
        <p:txBody>
          <a:bodyPr spcFirstLastPara="1" wrap="square" lIns="0" tIns="0" rIns="0" bIns="0" anchor="t" anchorCtr="0">
            <a:spAutoFit/>
          </a:bodyPr>
          <a:lstStyle/>
          <a:p>
            <a:pPr marL="0" marR="0" lvl="0" indent="0" algn="l" rtl="0">
              <a:lnSpc>
                <a:spcPct val="200000"/>
              </a:lnSpc>
              <a:spcBef>
                <a:spcPts val="0"/>
              </a:spcBef>
              <a:spcAft>
                <a:spcPts val="0"/>
              </a:spcAft>
              <a:buNone/>
            </a:pPr>
            <a:r>
              <a:rPr lang="en-US" sz="2400" b="1" i="0" strike="noStrike" cap="none">
                <a:solidFill>
                  <a:srgbClr val="018345"/>
                </a:solidFill>
              </a:rPr>
              <a:t>Question 1: What is the purpose of the message? </a:t>
            </a:r>
            <a:endParaRPr>
              <a:solidFill>
                <a:srgbClr val="018345"/>
              </a:solidFill>
            </a:endParaRPr>
          </a:p>
          <a:p>
            <a:pPr marL="457200" marR="0" lvl="0" indent="0" algn="l" rtl="0">
              <a:lnSpc>
                <a:spcPct val="200000"/>
              </a:lnSpc>
              <a:spcBef>
                <a:spcPts val="0"/>
              </a:spcBef>
              <a:spcAft>
                <a:spcPts val="0"/>
              </a:spcAft>
              <a:buNone/>
            </a:pPr>
            <a:r>
              <a:rPr lang="en-US" sz="2400" i="0" strike="noStrike" cap="none">
                <a:solidFill>
                  <a:schemeClr val="dk1"/>
                </a:solidFill>
              </a:rPr>
              <a:t>A. To schedule a checkup			</a:t>
            </a:r>
            <a:endParaRPr sz="2400" i="0" strike="noStrike" cap="none">
              <a:solidFill>
                <a:schemeClr val="dk1"/>
              </a:solidFill>
            </a:endParaRPr>
          </a:p>
          <a:p>
            <a:pPr marL="457200" marR="0" lvl="0" indent="0" algn="l" rtl="0">
              <a:lnSpc>
                <a:spcPct val="200000"/>
              </a:lnSpc>
              <a:spcBef>
                <a:spcPts val="0"/>
              </a:spcBef>
              <a:spcAft>
                <a:spcPts val="0"/>
              </a:spcAft>
              <a:buNone/>
            </a:pPr>
            <a:r>
              <a:rPr lang="en-US" sz="2400" i="0" strike="noStrike" cap="none">
                <a:solidFill>
                  <a:schemeClr val="dk1"/>
                </a:solidFill>
              </a:rPr>
              <a:t>B. To delay a meeting </a:t>
            </a:r>
            <a:endParaRPr/>
          </a:p>
          <a:p>
            <a:pPr marL="457200" marR="0" lvl="0" indent="0" algn="l" rtl="0">
              <a:lnSpc>
                <a:spcPct val="200000"/>
              </a:lnSpc>
              <a:spcBef>
                <a:spcPts val="0"/>
              </a:spcBef>
              <a:spcAft>
                <a:spcPts val="0"/>
              </a:spcAft>
              <a:buNone/>
            </a:pPr>
            <a:r>
              <a:rPr lang="en-US" sz="2400" i="0" strike="noStrike" cap="none">
                <a:solidFill>
                  <a:schemeClr val="dk1"/>
                </a:solidFill>
              </a:rPr>
              <a:t>C. To confirm an appointment		</a:t>
            </a:r>
            <a:endParaRPr sz="2400" i="0" strike="noStrike" cap="none">
              <a:solidFill>
                <a:schemeClr val="dk1"/>
              </a:solidFill>
            </a:endParaRPr>
          </a:p>
          <a:p>
            <a:pPr marL="457200" marR="0" lvl="0" indent="0" algn="l" rtl="0">
              <a:lnSpc>
                <a:spcPct val="200000"/>
              </a:lnSpc>
              <a:spcBef>
                <a:spcPts val="0"/>
              </a:spcBef>
              <a:spcAft>
                <a:spcPts val="0"/>
              </a:spcAft>
              <a:buNone/>
            </a:pPr>
            <a:r>
              <a:rPr lang="en-US" sz="2400" i="0" strike="noStrike" cap="none">
                <a:solidFill>
                  <a:schemeClr val="dk1"/>
                </a:solidFill>
              </a:rPr>
              <a:t>D. To request some files </a:t>
            </a:r>
            <a:endParaRPr/>
          </a:p>
          <a:p>
            <a:pPr marL="0" marR="0" lvl="0" indent="0" algn="l" rtl="0">
              <a:lnSpc>
                <a:spcPct val="150000"/>
              </a:lnSpc>
              <a:spcBef>
                <a:spcPts val="0"/>
              </a:spcBef>
              <a:spcAft>
                <a:spcPts val="0"/>
              </a:spcAft>
              <a:buNone/>
            </a:pPr>
            <a:endParaRPr sz="2400" i="0" strike="noStrike" cap="none">
              <a:solidFill>
                <a:schemeClr val="dk1"/>
              </a:solidFill>
            </a:endParaRPr>
          </a:p>
        </p:txBody>
      </p:sp>
      <p:grpSp>
        <p:nvGrpSpPr>
          <p:cNvPr id="966" name="Google Shape;966;p46"/>
          <p:cNvGrpSpPr/>
          <p:nvPr/>
        </p:nvGrpSpPr>
        <p:grpSpPr>
          <a:xfrm>
            <a:off x="-2718010" y="9504555"/>
            <a:ext cx="7950378" cy="1707451"/>
            <a:chOff x="0" y="-384760"/>
            <a:chExt cx="10600504" cy="2276297"/>
          </a:xfrm>
        </p:grpSpPr>
        <p:grpSp>
          <p:nvGrpSpPr>
            <p:cNvPr id="967" name="Google Shape;967;p46"/>
            <p:cNvGrpSpPr/>
            <p:nvPr/>
          </p:nvGrpSpPr>
          <p:grpSpPr>
            <a:xfrm>
              <a:off x="0" y="-384760"/>
              <a:ext cx="10600504" cy="2276297"/>
              <a:chOff x="0" y="-38100"/>
              <a:chExt cx="1049690" cy="225405"/>
            </a:xfrm>
          </p:grpSpPr>
          <p:sp>
            <p:nvSpPr>
              <p:cNvPr id="968" name="Google Shape;968;p46"/>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969" name="Google Shape;969;p46"/>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70" name="Google Shape;970;p46"/>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71" name="Google Shape;971;p46"/>
          <p:cNvSpPr txBox="1"/>
          <p:nvPr/>
        </p:nvSpPr>
        <p:spPr>
          <a:xfrm>
            <a:off x="1043000" y="8243900"/>
            <a:ext cx="80067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u="sng">
                <a:solidFill>
                  <a:schemeClr val="lt2"/>
                </a:solidFill>
                <a:latin typeface="Montserrat"/>
                <a:ea typeface="Montserrat"/>
                <a:cs typeface="Montserrat"/>
                <a:sym typeface="Montserrat"/>
              </a:rPr>
              <a:t>Bước 1:</a:t>
            </a:r>
            <a:r>
              <a:rPr lang="en-US" sz="2200" b="1">
                <a:solidFill>
                  <a:schemeClr val="dk1"/>
                </a:solidFill>
                <a:latin typeface="Montserrat"/>
                <a:ea typeface="Montserrat"/>
                <a:cs typeface="Montserrat"/>
                <a:sym typeface="Montserrat"/>
              </a:rPr>
              <a:t> </a:t>
            </a:r>
            <a:r>
              <a:rPr lang="en-US" sz="2200" b="1">
                <a:latin typeface="Roboto"/>
                <a:ea typeface="Roboto"/>
                <a:cs typeface="Roboto"/>
                <a:sym typeface="Roboto"/>
              </a:rPr>
              <a:t>Đọc câu hỏi và gạch chân từ khóa để đoán ngữ cảnh</a:t>
            </a:r>
            <a:endParaRPr sz="4200" b="1">
              <a:solidFill>
                <a:schemeClr val="dk1"/>
              </a:solidFill>
              <a:latin typeface="Roboto"/>
              <a:ea typeface="Roboto"/>
              <a:cs typeface="Roboto"/>
              <a:sym typeface="Roboto"/>
            </a:endParaRPr>
          </a:p>
        </p:txBody>
      </p:sp>
      <p:sp>
        <p:nvSpPr>
          <p:cNvPr id="972" name="Google Shape;972;p46"/>
          <p:cNvSpPr txBox="1"/>
          <p:nvPr/>
        </p:nvSpPr>
        <p:spPr>
          <a:xfrm>
            <a:off x="9254375" y="2163925"/>
            <a:ext cx="80067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b="1" u="sng">
                <a:solidFill>
                  <a:schemeClr val="lt2"/>
                </a:solidFill>
                <a:latin typeface="Montserrat"/>
                <a:ea typeface="Montserrat"/>
                <a:cs typeface="Montserrat"/>
                <a:sym typeface="Montserrat"/>
              </a:rPr>
              <a:t>Bước 2:</a:t>
            </a:r>
            <a:r>
              <a:rPr lang="en-US" sz="2200" b="1">
                <a:solidFill>
                  <a:schemeClr val="dk1"/>
                </a:solidFill>
                <a:latin typeface="Montserrat"/>
                <a:ea typeface="Montserrat"/>
                <a:cs typeface="Montserrat"/>
                <a:sym typeface="Montserrat"/>
              </a:rPr>
              <a:t> </a:t>
            </a:r>
            <a:r>
              <a:rPr lang="en-US" sz="2200" b="1">
                <a:latin typeface="Roboto"/>
                <a:ea typeface="Roboto"/>
                <a:cs typeface="Roboto"/>
                <a:sym typeface="Roboto"/>
              </a:rPr>
              <a:t>Đọc các đáp án và suy đoán nội dung bài và dự đoán từ đồng nghĩa có thể xuất hiện</a:t>
            </a:r>
            <a:endParaRPr sz="4200" b="1">
              <a:solidFill>
                <a:schemeClr val="dk1"/>
              </a:solidFill>
              <a:latin typeface="Roboto"/>
              <a:ea typeface="Roboto"/>
              <a:cs typeface="Roboto"/>
              <a:sym typeface="Roboto"/>
            </a:endParaRPr>
          </a:p>
        </p:txBody>
      </p:sp>
      <p:sp>
        <p:nvSpPr>
          <p:cNvPr id="973" name="Google Shape;973;p46"/>
          <p:cNvSpPr txBox="1"/>
          <p:nvPr/>
        </p:nvSpPr>
        <p:spPr>
          <a:xfrm>
            <a:off x="1043000" y="8854000"/>
            <a:ext cx="8006700" cy="915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Đây là một lời nhắn thoại của một người gửi cho người khác với một mục đích nhất định ➨ </a:t>
            </a:r>
            <a:r>
              <a:rPr lang="en-US" sz="2200" i="1">
                <a:solidFill>
                  <a:srgbClr val="FF0000"/>
                </a:solidFill>
                <a:latin typeface="Roboto"/>
                <a:ea typeface="Roboto"/>
                <a:cs typeface="Roboto"/>
                <a:sym typeface="Roboto"/>
              </a:rPr>
              <a:t>cần xác định mục đích đó</a:t>
            </a:r>
            <a:endParaRPr sz="2200" i="1">
              <a:solidFill>
                <a:srgbClr val="FF0000"/>
              </a:solidFill>
              <a:latin typeface="Roboto"/>
              <a:ea typeface="Roboto"/>
              <a:cs typeface="Roboto"/>
              <a:sym typeface="Roboto"/>
            </a:endParaRPr>
          </a:p>
        </p:txBody>
      </p:sp>
      <p:sp>
        <p:nvSpPr>
          <p:cNvPr id="974" name="Google Shape;974;p46"/>
          <p:cNvSpPr txBox="1"/>
          <p:nvPr/>
        </p:nvSpPr>
        <p:spPr>
          <a:xfrm>
            <a:off x="9374600" y="3078250"/>
            <a:ext cx="8006700" cy="1238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A: to schedule = to arrange;  checkup = (health) examination </a:t>
            </a:r>
            <a:endParaRPr sz="2200" i="1">
              <a:solidFill>
                <a:schemeClr val="dk1"/>
              </a:solidFill>
              <a:latin typeface="Roboto"/>
              <a:ea typeface="Roboto"/>
              <a:cs typeface="Roboto"/>
              <a:sym typeface="Roboto"/>
            </a:endParaRPr>
          </a:p>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 đặt lịch kiểm tra sức khỏe ➨ thông tin bài nghe sẽ có </a:t>
            </a:r>
            <a:r>
              <a:rPr lang="en-US" sz="2200" i="1">
                <a:solidFill>
                  <a:srgbClr val="FF0000"/>
                </a:solidFill>
                <a:latin typeface="Roboto"/>
                <a:ea typeface="Roboto"/>
                <a:cs typeface="Roboto"/>
                <a:sym typeface="Roboto"/>
              </a:rPr>
              <a:t>thời gian khám </a:t>
            </a:r>
            <a:r>
              <a:rPr lang="en-US" sz="2200" i="1">
                <a:solidFill>
                  <a:schemeClr val="dk1"/>
                </a:solidFill>
                <a:latin typeface="Roboto"/>
                <a:ea typeface="Roboto"/>
                <a:cs typeface="Roboto"/>
                <a:sym typeface="Roboto"/>
              </a:rPr>
              <a:t>(ngày, giờ, thứ cụ thể).</a:t>
            </a:r>
            <a:endParaRPr sz="2200" i="1">
              <a:solidFill>
                <a:schemeClr val="dk1"/>
              </a:solidFill>
              <a:latin typeface="Roboto"/>
              <a:ea typeface="Roboto"/>
              <a:cs typeface="Roboto"/>
              <a:sym typeface="Roboto"/>
            </a:endParaRPr>
          </a:p>
        </p:txBody>
      </p:sp>
      <p:sp>
        <p:nvSpPr>
          <p:cNvPr id="975" name="Google Shape;975;p46"/>
          <p:cNvSpPr txBox="1"/>
          <p:nvPr/>
        </p:nvSpPr>
        <p:spPr>
          <a:xfrm>
            <a:off x="9385750" y="4483788"/>
            <a:ext cx="8006700" cy="1238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B: to delay = to postpone ➨ hoãn một buổi họp</a:t>
            </a:r>
            <a:endParaRPr sz="2200" i="1">
              <a:solidFill>
                <a:schemeClr val="dk1"/>
              </a:solidFill>
              <a:latin typeface="Roboto"/>
              <a:ea typeface="Roboto"/>
              <a:cs typeface="Roboto"/>
              <a:sym typeface="Roboto"/>
            </a:endParaRPr>
          </a:p>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 </a:t>
            </a:r>
            <a:r>
              <a:rPr lang="en-US" sz="2200" i="1">
                <a:solidFill>
                  <a:srgbClr val="FF0000"/>
                </a:solidFill>
                <a:latin typeface="Roboto"/>
                <a:ea typeface="Roboto"/>
                <a:cs typeface="Roboto"/>
                <a:sym typeface="Roboto"/>
              </a:rPr>
              <a:t>xin lỗi</a:t>
            </a:r>
            <a:r>
              <a:rPr lang="en-US" sz="2200" i="1">
                <a:solidFill>
                  <a:schemeClr val="dk1"/>
                </a:solidFill>
                <a:latin typeface="Roboto"/>
                <a:ea typeface="Roboto"/>
                <a:cs typeface="Roboto"/>
                <a:sym typeface="Roboto"/>
              </a:rPr>
              <a:t> (sorry, apologize), đưa ra </a:t>
            </a:r>
            <a:r>
              <a:rPr lang="en-US" sz="2200" i="1">
                <a:solidFill>
                  <a:srgbClr val="FF0000"/>
                </a:solidFill>
                <a:latin typeface="Roboto"/>
                <a:ea typeface="Roboto"/>
                <a:cs typeface="Roboto"/>
                <a:sym typeface="Roboto"/>
              </a:rPr>
              <a:t>lý do</a:t>
            </a:r>
            <a:r>
              <a:rPr lang="en-US" sz="2200" i="1">
                <a:solidFill>
                  <a:schemeClr val="dk1"/>
                </a:solidFill>
                <a:latin typeface="Roboto"/>
                <a:ea typeface="Roboto"/>
                <a:cs typeface="Roboto"/>
                <a:sym typeface="Roboto"/>
              </a:rPr>
              <a:t> (because, because of, due to, since, as…), ngày giờ ban đầu và ngày giờ thay đổi</a:t>
            </a:r>
            <a:endParaRPr sz="2200" i="1">
              <a:solidFill>
                <a:schemeClr val="dk1"/>
              </a:solidFill>
              <a:latin typeface="Roboto"/>
              <a:ea typeface="Roboto"/>
              <a:cs typeface="Roboto"/>
              <a:sym typeface="Roboto"/>
            </a:endParaRPr>
          </a:p>
        </p:txBody>
      </p:sp>
      <p:sp>
        <p:nvSpPr>
          <p:cNvPr id="976" name="Google Shape;976;p46"/>
          <p:cNvSpPr txBox="1"/>
          <p:nvPr/>
        </p:nvSpPr>
        <p:spPr>
          <a:xfrm>
            <a:off x="9374600" y="5736938"/>
            <a:ext cx="8006700" cy="1238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C: to confirm ➨ </a:t>
            </a:r>
            <a:r>
              <a:rPr lang="en-US" sz="2200" i="1">
                <a:solidFill>
                  <a:srgbClr val="EA222A"/>
                </a:solidFill>
                <a:latin typeface="Roboto"/>
                <a:ea typeface="Roboto"/>
                <a:cs typeface="Roboto"/>
                <a:sym typeface="Roboto"/>
              </a:rPr>
              <a:t>xác nhận</a:t>
            </a:r>
            <a:r>
              <a:rPr lang="en-US" sz="2200" i="1">
                <a:solidFill>
                  <a:schemeClr val="dk1"/>
                </a:solidFill>
                <a:latin typeface="Roboto"/>
                <a:ea typeface="Roboto"/>
                <a:cs typeface="Roboto"/>
                <a:sym typeface="Roboto"/>
              </a:rPr>
              <a:t> một lịch hẹn (hẹn lịch khám, hẹn gặp mặt…) ➨ </a:t>
            </a:r>
            <a:r>
              <a:rPr lang="en-US" sz="2200" i="1">
                <a:solidFill>
                  <a:srgbClr val="FF0000"/>
                </a:solidFill>
                <a:latin typeface="Roboto"/>
                <a:ea typeface="Roboto"/>
                <a:cs typeface="Roboto"/>
                <a:sym typeface="Roboto"/>
              </a:rPr>
              <a:t>thời gian cụ thể </a:t>
            </a:r>
            <a:r>
              <a:rPr lang="en-US" sz="2200" i="1">
                <a:solidFill>
                  <a:schemeClr val="dk1"/>
                </a:solidFill>
                <a:latin typeface="Roboto"/>
                <a:ea typeface="Roboto"/>
                <a:cs typeface="Roboto"/>
                <a:sym typeface="Roboto"/>
              </a:rPr>
              <a:t>(ngày, giờ, thứ)</a:t>
            </a:r>
            <a:endParaRPr sz="2200" i="1">
              <a:solidFill>
                <a:schemeClr val="dk1"/>
              </a:solidFill>
              <a:latin typeface="Roboto"/>
              <a:ea typeface="Roboto"/>
              <a:cs typeface="Roboto"/>
              <a:sym typeface="Roboto"/>
            </a:endParaRPr>
          </a:p>
        </p:txBody>
      </p:sp>
      <p:sp>
        <p:nvSpPr>
          <p:cNvPr id="977" name="Google Shape;977;p46"/>
          <p:cNvSpPr txBox="1"/>
          <p:nvPr/>
        </p:nvSpPr>
        <p:spPr>
          <a:xfrm>
            <a:off x="9374600" y="6782388"/>
            <a:ext cx="8006700" cy="1238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D: to request ➨ </a:t>
            </a:r>
            <a:r>
              <a:rPr lang="en-US" sz="2200" i="1">
                <a:solidFill>
                  <a:srgbClr val="FF0000"/>
                </a:solidFill>
                <a:latin typeface="Roboto"/>
                <a:ea typeface="Roboto"/>
                <a:cs typeface="Roboto"/>
                <a:sym typeface="Roboto"/>
              </a:rPr>
              <a:t>yêu cầu</a:t>
            </a:r>
            <a:r>
              <a:rPr lang="en-US" sz="2200" i="1">
                <a:solidFill>
                  <a:schemeClr val="dk1"/>
                </a:solidFill>
                <a:latin typeface="Roboto"/>
                <a:ea typeface="Roboto"/>
                <a:cs typeface="Roboto"/>
                <a:sym typeface="Roboto"/>
              </a:rPr>
              <a:t> (need, want, would like…) một số tài liệu (document, file…)</a:t>
            </a:r>
            <a:endParaRPr sz="2200" i="1">
              <a:solidFill>
                <a:schemeClr val="dk1"/>
              </a:solidFill>
              <a:latin typeface="Roboto"/>
              <a:ea typeface="Roboto"/>
              <a:cs typeface="Roboto"/>
              <a:sym typeface="Roboto"/>
            </a:endParaRPr>
          </a:p>
        </p:txBody>
      </p:sp>
      <p:sp>
        <p:nvSpPr>
          <p:cNvPr id="978" name="Google Shape;978;p46"/>
          <p:cNvSpPr/>
          <p:nvPr/>
        </p:nvSpPr>
        <p:spPr>
          <a:xfrm>
            <a:off x="4489725" y="2165225"/>
            <a:ext cx="1287300" cy="390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79" name="Google Shape;979;p46"/>
          <p:cNvSpPr/>
          <p:nvPr/>
        </p:nvSpPr>
        <p:spPr>
          <a:xfrm>
            <a:off x="6695338" y="2165225"/>
            <a:ext cx="1574700" cy="390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80" name="Google Shape;980;p46"/>
          <p:cNvSpPr/>
          <p:nvPr/>
        </p:nvSpPr>
        <p:spPr>
          <a:xfrm>
            <a:off x="2212825" y="2870925"/>
            <a:ext cx="1287300" cy="426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81" name="Google Shape;981;p46"/>
          <p:cNvSpPr/>
          <p:nvPr/>
        </p:nvSpPr>
        <p:spPr>
          <a:xfrm>
            <a:off x="3790550" y="2876050"/>
            <a:ext cx="1287300" cy="390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82" name="Google Shape;982;p46"/>
          <p:cNvSpPr/>
          <p:nvPr/>
        </p:nvSpPr>
        <p:spPr>
          <a:xfrm>
            <a:off x="2261050" y="3604650"/>
            <a:ext cx="798900" cy="426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83" name="Google Shape;983;p46"/>
          <p:cNvSpPr/>
          <p:nvPr/>
        </p:nvSpPr>
        <p:spPr>
          <a:xfrm>
            <a:off x="3325825" y="3586875"/>
            <a:ext cx="1229700" cy="426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84" name="Google Shape;984;p46"/>
          <p:cNvSpPr/>
          <p:nvPr/>
        </p:nvSpPr>
        <p:spPr>
          <a:xfrm>
            <a:off x="2261050" y="4329488"/>
            <a:ext cx="1036800" cy="426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85" name="Google Shape;985;p46"/>
          <p:cNvSpPr/>
          <p:nvPr/>
        </p:nvSpPr>
        <p:spPr>
          <a:xfrm>
            <a:off x="3748950" y="4327175"/>
            <a:ext cx="1852200" cy="426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86" name="Google Shape;986;p46"/>
          <p:cNvSpPr/>
          <p:nvPr/>
        </p:nvSpPr>
        <p:spPr>
          <a:xfrm>
            <a:off x="2276350" y="5072100"/>
            <a:ext cx="1036800" cy="426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87" name="Google Shape;987;p46"/>
          <p:cNvSpPr/>
          <p:nvPr/>
        </p:nvSpPr>
        <p:spPr>
          <a:xfrm>
            <a:off x="4134650" y="5044225"/>
            <a:ext cx="751500" cy="426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88" name="Google Shape;988;p46"/>
          <p:cNvSpPr txBox="1"/>
          <p:nvPr/>
        </p:nvSpPr>
        <p:spPr>
          <a:xfrm>
            <a:off x="1043000" y="5763043"/>
            <a:ext cx="8006700" cy="153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solidFill>
                  <a:schemeClr val="lt2"/>
                </a:solidFill>
                <a:latin typeface="Montserrat"/>
                <a:ea typeface="Montserrat"/>
                <a:cs typeface="Montserrat"/>
                <a:sym typeface="Montserrat"/>
              </a:rPr>
              <a:t>Lưu ý: </a:t>
            </a:r>
            <a:r>
              <a:rPr lang="en-US" sz="2200" b="1">
                <a:solidFill>
                  <a:schemeClr val="dk1"/>
                </a:solidFill>
                <a:latin typeface="Montserrat"/>
                <a:ea typeface="Montserrat"/>
                <a:cs typeface="Montserrat"/>
                <a:sym typeface="Montserrat"/>
              </a:rPr>
              <a:t> </a:t>
            </a:r>
            <a:r>
              <a:rPr lang="en-US" sz="2200">
                <a:latin typeface="Roboto"/>
                <a:ea typeface="Roboto"/>
                <a:cs typeface="Roboto"/>
                <a:sym typeface="Roboto"/>
              </a:rPr>
              <a:t>Phần dự đoán có thể không đúng với nội dung audio khi nói, tuy nhiên việc dự đoán sẽ giúp thí sinh tập trung hơi khi theo dõi nội dung nghe. Có những câu không có yếu tố gây nhiễu mà thông tin sẽ được đưa ra trực tiếp, ít paraphrase</a:t>
            </a:r>
            <a:endParaRPr sz="4200">
              <a:solidFill>
                <a:schemeClr val="dk1"/>
              </a:solidFill>
              <a:latin typeface="Roboto"/>
              <a:ea typeface="Roboto"/>
              <a:cs typeface="Roboto"/>
              <a:sym typeface="Roboto"/>
            </a:endParaRPr>
          </a:p>
        </p:txBody>
      </p:sp>
      <p:pic>
        <p:nvPicPr>
          <p:cNvPr id="989" name="Google Shape;989;p46" title="01. Question 1.mp3">
            <a:hlinkClick r:id="rId5"/>
          </p:cNvPr>
          <p:cNvPicPr preferRelativeResize="0"/>
          <p:nvPr/>
        </p:nvPicPr>
        <p:blipFill>
          <a:blip r:embed="rId6">
            <a:alphaModFix/>
          </a:blip>
          <a:stretch>
            <a:fillRect/>
          </a:stretch>
        </p:blipFill>
        <p:spPr>
          <a:xfrm>
            <a:off x="3790550" y="7299625"/>
            <a:ext cx="914950" cy="914950"/>
          </a:xfrm>
          <a:prstGeom prst="rect">
            <a:avLst/>
          </a:prstGeom>
          <a:noFill/>
          <a:ln>
            <a:noFill/>
          </a:ln>
        </p:spPr>
      </p:pic>
      <p:sp>
        <p:nvSpPr>
          <p:cNvPr id="990" name="Google Shape;990;p46"/>
          <p:cNvSpPr txBox="1"/>
          <p:nvPr/>
        </p:nvSpPr>
        <p:spPr>
          <a:xfrm>
            <a:off x="1042950" y="7481388"/>
            <a:ext cx="27060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latin typeface="Montserrat"/>
                <a:ea typeface="Montserrat"/>
                <a:cs typeface="Montserrat"/>
                <a:sym typeface="Montserrat"/>
              </a:rPr>
              <a:t>Question 1 audio: </a:t>
            </a:r>
            <a:endParaRPr sz="4200">
              <a:latin typeface="Roboto"/>
              <a:ea typeface="Roboto"/>
              <a:cs typeface="Roboto"/>
              <a:sym typeface="Roboto"/>
            </a:endParaRPr>
          </a:p>
        </p:txBody>
      </p:sp>
      <p:sp>
        <p:nvSpPr>
          <p:cNvPr id="991" name="Google Shape;991;p46"/>
          <p:cNvSpPr txBox="1"/>
          <p:nvPr/>
        </p:nvSpPr>
        <p:spPr>
          <a:xfrm>
            <a:off x="9374600" y="7907225"/>
            <a:ext cx="80067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b="1" u="sng">
                <a:solidFill>
                  <a:schemeClr val="lt2"/>
                </a:solidFill>
                <a:latin typeface="Montserrat"/>
                <a:ea typeface="Montserrat"/>
                <a:cs typeface="Montserrat"/>
                <a:sym typeface="Montserrat"/>
              </a:rPr>
              <a:t>Bước 3:</a:t>
            </a:r>
            <a:r>
              <a:rPr lang="en-US" sz="2200" b="1">
                <a:solidFill>
                  <a:schemeClr val="dk1"/>
                </a:solidFill>
                <a:latin typeface="Montserrat"/>
                <a:ea typeface="Montserrat"/>
                <a:cs typeface="Montserrat"/>
                <a:sym typeface="Montserrat"/>
              </a:rPr>
              <a:t> </a:t>
            </a:r>
            <a:r>
              <a:rPr lang="en-US" sz="2200" b="1">
                <a:latin typeface="Roboto"/>
                <a:ea typeface="Roboto"/>
                <a:cs typeface="Roboto"/>
                <a:sym typeface="Roboto"/>
              </a:rPr>
              <a:t>Take note các thông tin trong khi nghe</a:t>
            </a:r>
            <a:endParaRPr sz="4200" b="1">
              <a:solidFill>
                <a:schemeClr val="dk1"/>
              </a:solidFill>
              <a:latin typeface="Roboto"/>
              <a:ea typeface="Roboto"/>
              <a:cs typeface="Roboto"/>
              <a:sym typeface="Roboto"/>
            </a:endParaRPr>
          </a:p>
        </p:txBody>
      </p:sp>
      <p:sp>
        <p:nvSpPr>
          <p:cNvPr id="992" name="Google Shape;992;p46"/>
          <p:cNvSpPr txBox="1"/>
          <p:nvPr/>
        </p:nvSpPr>
        <p:spPr>
          <a:xfrm>
            <a:off x="9358050" y="8814500"/>
            <a:ext cx="80067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b="1" u="sng">
                <a:solidFill>
                  <a:schemeClr val="lt2"/>
                </a:solidFill>
                <a:latin typeface="Montserrat"/>
                <a:ea typeface="Montserrat"/>
                <a:cs typeface="Montserrat"/>
                <a:sym typeface="Montserrat"/>
              </a:rPr>
              <a:t>Bước 4:</a:t>
            </a:r>
            <a:r>
              <a:rPr lang="en-US" sz="2200" b="1">
                <a:solidFill>
                  <a:schemeClr val="dk1"/>
                </a:solidFill>
                <a:latin typeface="Montserrat"/>
                <a:ea typeface="Montserrat"/>
                <a:cs typeface="Montserrat"/>
                <a:sym typeface="Montserrat"/>
              </a:rPr>
              <a:t> </a:t>
            </a:r>
            <a:r>
              <a:rPr lang="en-US" sz="2200" b="1">
                <a:latin typeface="Roboto"/>
                <a:ea typeface="Roboto"/>
                <a:cs typeface="Roboto"/>
                <a:sym typeface="Roboto"/>
              </a:rPr>
              <a:t>Loại ngay các đáp án không được nhắc tới. Dựa vào thông tin vừa nghe và take note được </a:t>
            </a:r>
            <a:r>
              <a:rPr lang="en-US" sz="2200" i="1">
                <a:solidFill>
                  <a:schemeClr val="dk1"/>
                </a:solidFill>
                <a:latin typeface="Roboto"/>
                <a:ea typeface="Roboto"/>
                <a:cs typeface="Roboto"/>
                <a:sym typeface="Roboto"/>
              </a:rPr>
              <a:t>➨  </a:t>
            </a:r>
            <a:r>
              <a:rPr lang="en-US" sz="2200" b="1">
                <a:latin typeface="Roboto"/>
                <a:ea typeface="Roboto"/>
                <a:cs typeface="Roboto"/>
                <a:sym typeface="Roboto"/>
              </a:rPr>
              <a:t>chọn đáp án</a:t>
            </a:r>
            <a:endParaRPr sz="4200" b="1">
              <a:latin typeface="Roboto"/>
              <a:ea typeface="Roboto"/>
              <a:cs typeface="Roboto"/>
              <a:sym typeface="Roboto"/>
            </a:endParaRPr>
          </a:p>
        </p:txBody>
      </p:sp>
      <p:sp>
        <p:nvSpPr>
          <p:cNvPr id="993" name="Google Shape;993;p46"/>
          <p:cNvSpPr/>
          <p:nvPr/>
        </p:nvSpPr>
        <p:spPr>
          <a:xfrm>
            <a:off x="1339250" y="4291975"/>
            <a:ext cx="502200" cy="487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62"/>
                                        </p:tgtEl>
                                        <p:attrNameLst>
                                          <p:attrName>style.visibility</p:attrName>
                                        </p:attrNameLst>
                                      </p:cBhvr>
                                      <p:to>
                                        <p:strVal val="visible"/>
                                      </p:to>
                                    </p:set>
                                    <p:animEffect transition="in" filter="fade">
                                      <p:cBhvr>
                                        <p:cTn id="7" dur="500"/>
                                        <p:tgtEl>
                                          <p:spTgt spid="96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65"/>
                                        </p:tgtEl>
                                        <p:attrNameLst>
                                          <p:attrName>style.visibility</p:attrName>
                                        </p:attrNameLst>
                                      </p:cBhvr>
                                      <p:to>
                                        <p:strVal val="visible"/>
                                      </p:to>
                                    </p:set>
                                    <p:animEffect transition="in" filter="fade">
                                      <p:cBhvr>
                                        <p:cTn id="11" dur="500"/>
                                        <p:tgtEl>
                                          <p:spTgt spid="96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8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9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7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97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7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97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97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980"/>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98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974"/>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982"/>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98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97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984"/>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98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97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986"/>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987"/>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977"/>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991"/>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992"/>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9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grpSp>
        <p:nvGrpSpPr>
          <p:cNvPr id="998" name="Google Shape;998;p47"/>
          <p:cNvGrpSpPr/>
          <p:nvPr/>
        </p:nvGrpSpPr>
        <p:grpSpPr>
          <a:xfrm rot="10800000">
            <a:off x="15044545" y="-741632"/>
            <a:ext cx="7681773" cy="4261259"/>
            <a:chOff x="0" y="-38100"/>
            <a:chExt cx="406400" cy="225405"/>
          </a:xfrm>
        </p:grpSpPr>
        <p:sp>
          <p:nvSpPr>
            <p:cNvPr id="999" name="Google Shape;999;p47"/>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00" name="Google Shape;1000;p47"/>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01" name="Google Shape;1001;p47"/>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sp>
        <p:nvSpPr>
          <p:cNvPr id="1002" name="Google Shape;1002;p47"/>
          <p:cNvSpPr/>
          <p:nvPr/>
        </p:nvSpPr>
        <p:spPr>
          <a:xfrm>
            <a:off x="2796077" y="642186"/>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4">
              <a:alphaModFix/>
            </a:blip>
            <a:stretch>
              <a:fillRect/>
            </a:stretch>
          </a:blipFill>
          <a:ln>
            <a:noFill/>
          </a:ln>
        </p:spPr>
      </p:sp>
      <p:sp>
        <p:nvSpPr>
          <p:cNvPr id="1003" name="Google Shape;1003;p47"/>
          <p:cNvSpPr txBox="1"/>
          <p:nvPr/>
        </p:nvSpPr>
        <p:spPr>
          <a:xfrm>
            <a:off x="1043000" y="2165225"/>
            <a:ext cx="8006700" cy="4063500"/>
          </a:xfrm>
          <a:prstGeom prst="rect">
            <a:avLst/>
          </a:prstGeom>
          <a:noFill/>
          <a:ln>
            <a:noFill/>
          </a:ln>
        </p:spPr>
        <p:txBody>
          <a:bodyPr spcFirstLastPara="1" wrap="square" lIns="0" tIns="0" rIns="0" bIns="0" anchor="t" anchorCtr="0">
            <a:spAutoFit/>
          </a:bodyPr>
          <a:lstStyle/>
          <a:p>
            <a:pPr marL="0" marR="0" lvl="0" indent="0" algn="l" rtl="0">
              <a:lnSpc>
                <a:spcPct val="200000"/>
              </a:lnSpc>
              <a:spcBef>
                <a:spcPts val="0"/>
              </a:spcBef>
              <a:spcAft>
                <a:spcPts val="0"/>
              </a:spcAft>
              <a:buNone/>
            </a:pPr>
            <a:r>
              <a:rPr lang="en-US" sz="2400" b="1" i="0" strike="noStrike" cap="none">
                <a:solidFill>
                  <a:srgbClr val="018345"/>
                </a:solidFill>
              </a:rPr>
              <a:t>Question </a:t>
            </a:r>
            <a:r>
              <a:rPr lang="en-US" sz="2400" b="1">
                <a:solidFill>
                  <a:srgbClr val="018345"/>
                </a:solidFill>
              </a:rPr>
              <a:t>2</a:t>
            </a:r>
            <a:r>
              <a:rPr lang="en-US" sz="2400" b="1" i="0" strike="noStrike" cap="none">
                <a:solidFill>
                  <a:srgbClr val="018345"/>
                </a:solidFill>
              </a:rPr>
              <a:t>: </a:t>
            </a:r>
            <a:r>
              <a:rPr lang="en-US" sz="2400" b="1">
                <a:solidFill>
                  <a:srgbClr val="018345"/>
                </a:solidFill>
              </a:rPr>
              <a:t>What is being advertised? </a:t>
            </a:r>
            <a:endParaRPr>
              <a:solidFill>
                <a:srgbClr val="018345"/>
              </a:solidFill>
            </a:endParaRPr>
          </a:p>
          <a:p>
            <a:pPr marL="0" marR="0" lvl="0" indent="457200" algn="l" rtl="0">
              <a:lnSpc>
                <a:spcPct val="200000"/>
              </a:lnSpc>
              <a:spcBef>
                <a:spcPts val="0"/>
              </a:spcBef>
              <a:spcAft>
                <a:spcPts val="0"/>
              </a:spcAft>
              <a:buNone/>
            </a:pPr>
            <a:r>
              <a:rPr lang="en-US" sz="2400" i="0" strike="noStrike" cap="none">
                <a:solidFill>
                  <a:schemeClr val="dk1"/>
                </a:solidFill>
              </a:rPr>
              <a:t>A. </a:t>
            </a:r>
            <a:r>
              <a:rPr lang="en-US" sz="2400">
                <a:solidFill>
                  <a:schemeClr val="dk1"/>
                </a:solidFill>
              </a:rPr>
              <a:t>A city tour	</a:t>
            </a:r>
            <a:r>
              <a:rPr lang="en-US" sz="2400" i="0" strike="noStrike" cap="none">
                <a:solidFill>
                  <a:schemeClr val="dk1"/>
                </a:solidFill>
              </a:rPr>
              <a:t>	</a:t>
            </a:r>
            <a:endParaRPr sz="2400" i="0" strike="noStrike" cap="none">
              <a:solidFill>
                <a:schemeClr val="dk1"/>
              </a:solidFill>
            </a:endParaRPr>
          </a:p>
          <a:p>
            <a:pPr marL="457200" marR="0" lvl="0" indent="0" algn="l" rtl="0">
              <a:lnSpc>
                <a:spcPct val="200000"/>
              </a:lnSpc>
              <a:spcBef>
                <a:spcPts val="0"/>
              </a:spcBef>
              <a:spcAft>
                <a:spcPts val="0"/>
              </a:spcAft>
              <a:buNone/>
            </a:pPr>
            <a:r>
              <a:rPr lang="en-US" sz="2400" i="0" strike="noStrike" cap="none">
                <a:solidFill>
                  <a:schemeClr val="dk1"/>
                </a:solidFill>
              </a:rPr>
              <a:t>B. </a:t>
            </a:r>
            <a:r>
              <a:rPr lang="en-US" sz="2400">
                <a:solidFill>
                  <a:schemeClr val="dk1"/>
                </a:solidFill>
              </a:rPr>
              <a:t>A spa package</a:t>
            </a:r>
            <a:endParaRPr/>
          </a:p>
          <a:p>
            <a:pPr marL="457200" marR="0" lvl="0" indent="0" algn="l" rtl="0">
              <a:lnSpc>
                <a:spcPct val="200000"/>
              </a:lnSpc>
              <a:spcBef>
                <a:spcPts val="0"/>
              </a:spcBef>
              <a:spcAft>
                <a:spcPts val="0"/>
              </a:spcAft>
              <a:buNone/>
            </a:pPr>
            <a:r>
              <a:rPr lang="en-US" sz="2400" i="0" strike="noStrike" cap="none">
                <a:solidFill>
                  <a:schemeClr val="dk1"/>
                </a:solidFill>
              </a:rPr>
              <a:t>C. </a:t>
            </a:r>
            <a:r>
              <a:rPr lang="en-US" sz="2400">
                <a:solidFill>
                  <a:schemeClr val="dk1"/>
                </a:solidFill>
              </a:rPr>
              <a:t>A hotel </a:t>
            </a:r>
            <a:endParaRPr sz="2400" i="0" strike="noStrike" cap="none">
              <a:solidFill>
                <a:schemeClr val="dk1"/>
              </a:solidFill>
            </a:endParaRPr>
          </a:p>
          <a:p>
            <a:pPr marL="457200" marR="0" lvl="0" indent="0" algn="l" rtl="0">
              <a:lnSpc>
                <a:spcPct val="200000"/>
              </a:lnSpc>
              <a:spcBef>
                <a:spcPts val="0"/>
              </a:spcBef>
              <a:spcAft>
                <a:spcPts val="0"/>
              </a:spcAft>
              <a:buNone/>
            </a:pPr>
            <a:r>
              <a:rPr lang="en-US" sz="2400" i="0" strike="noStrike" cap="none">
                <a:solidFill>
                  <a:schemeClr val="dk1"/>
                </a:solidFill>
              </a:rPr>
              <a:t>D. </a:t>
            </a:r>
            <a:r>
              <a:rPr lang="en-US" sz="2400">
                <a:solidFill>
                  <a:schemeClr val="dk1"/>
                </a:solidFill>
              </a:rPr>
              <a:t>A hospital </a:t>
            </a:r>
            <a:endParaRPr/>
          </a:p>
          <a:p>
            <a:pPr marL="0" marR="0" lvl="0" indent="0" algn="l" rtl="0">
              <a:lnSpc>
                <a:spcPct val="150000"/>
              </a:lnSpc>
              <a:spcBef>
                <a:spcPts val="0"/>
              </a:spcBef>
              <a:spcAft>
                <a:spcPts val="0"/>
              </a:spcAft>
              <a:buNone/>
            </a:pPr>
            <a:endParaRPr sz="2400" i="0" strike="noStrike" cap="none">
              <a:solidFill>
                <a:schemeClr val="dk1"/>
              </a:solidFill>
            </a:endParaRPr>
          </a:p>
        </p:txBody>
      </p:sp>
      <p:grpSp>
        <p:nvGrpSpPr>
          <p:cNvPr id="1004" name="Google Shape;1004;p47"/>
          <p:cNvGrpSpPr/>
          <p:nvPr/>
        </p:nvGrpSpPr>
        <p:grpSpPr>
          <a:xfrm>
            <a:off x="-2718010" y="9275955"/>
            <a:ext cx="7950378" cy="1707451"/>
            <a:chOff x="0" y="-384760"/>
            <a:chExt cx="10600504" cy="2276297"/>
          </a:xfrm>
        </p:grpSpPr>
        <p:grpSp>
          <p:nvGrpSpPr>
            <p:cNvPr id="1005" name="Google Shape;1005;p47"/>
            <p:cNvGrpSpPr/>
            <p:nvPr/>
          </p:nvGrpSpPr>
          <p:grpSpPr>
            <a:xfrm>
              <a:off x="0" y="-384760"/>
              <a:ext cx="10600504" cy="2276297"/>
              <a:chOff x="0" y="-38100"/>
              <a:chExt cx="1049690" cy="225405"/>
            </a:xfrm>
          </p:grpSpPr>
          <p:sp>
            <p:nvSpPr>
              <p:cNvPr id="1006" name="Google Shape;1006;p47"/>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007" name="Google Shape;1007;p47"/>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08" name="Google Shape;1008;p47"/>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09" name="Google Shape;1009;p47"/>
          <p:cNvSpPr txBox="1"/>
          <p:nvPr/>
        </p:nvSpPr>
        <p:spPr>
          <a:xfrm>
            <a:off x="1061100" y="7142488"/>
            <a:ext cx="80067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u="sng">
                <a:solidFill>
                  <a:schemeClr val="lt2"/>
                </a:solidFill>
                <a:latin typeface="Montserrat"/>
                <a:ea typeface="Montserrat"/>
                <a:cs typeface="Montserrat"/>
                <a:sym typeface="Montserrat"/>
              </a:rPr>
              <a:t>Bước 1:</a:t>
            </a:r>
            <a:r>
              <a:rPr lang="en-US" sz="2200" b="1">
                <a:solidFill>
                  <a:schemeClr val="dk1"/>
                </a:solidFill>
                <a:latin typeface="Montserrat"/>
                <a:ea typeface="Montserrat"/>
                <a:cs typeface="Montserrat"/>
                <a:sym typeface="Montserrat"/>
              </a:rPr>
              <a:t> </a:t>
            </a:r>
            <a:r>
              <a:rPr lang="en-US" sz="2200" b="1">
                <a:latin typeface="Roboto"/>
                <a:ea typeface="Roboto"/>
                <a:cs typeface="Roboto"/>
                <a:sym typeface="Roboto"/>
              </a:rPr>
              <a:t>Đọc câu hỏi và gạch chân từ khóa để đoán ngữ cảnh</a:t>
            </a:r>
            <a:endParaRPr sz="4200" b="1">
              <a:solidFill>
                <a:schemeClr val="dk1"/>
              </a:solidFill>
              <a:latin typeface="Roboto"/>
              <a:ea typeface="Roboto"/>
              <a:cs typeface="Roboto"/>
              <a:sym typeface="Roboto"/>
            </a:endParaRPr>
          </a:p>
        </p:txBody>
      </p:sp>
      <p:sp>
        <p:nvSpPr>
          <p:cNvPr id="1010" name="Google Shape;1010;p47"/>
          <p:cNvSpPr txBox="1"/>
          <p:nvPr/>
        </p:nvSpPr>
        <p:spPr>
          <a:xfrm>
            <a:off x="9254375" y="2011525"/>
            <a:ext cx="80067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b="1" u="sng">
                <a:solidFill>
                  <a:schemeClr val="lt2"/>
                </a:solidFill>
                <a:latin typeface="Montserrat"/>
                <a:ea typeface="Montserrat"/>
                <a:cs typeface="Montserrat"/>
                <a:sym typeface="Montserrat"/>
              </a:rPr>
              <a:t>Bước 2:</a:t>
            </a:r>
            <a:r>
              <a:rPr lang="en-US" sz="2200" b="1">
                <a:solidFill>
                  <a:schemeClr val="dk1"/>
                </a:solidFill>
                <a:latin typeface="Montserrat"/>
                <a:ea typeface="Montserrat"/>
                <a:cs typeface="Montserrat"/>
                <a:sym typeface="Montserrat"/>
              </a:rPr>
              <a:t> </a:t>
            </a:r>
            <a:r>
              <a:rPr lang="en-US" sz="2200" b="1">
                <a:latin typeface="Roboto"/>
                <a:ea typeface="Roboto"/>
                <a:cs typeface="Roboto"/>
                <a:sym typeface="Roboto"/>
              </a:rPr>
              <a:t>Đọc các đáp án và suy đoán nội dung bài và dự đoán từ đồng nghĩa có thể xuất hiện</a:t>
            </a:r>
            <a:endParaRPr sz="4200" b="1">
              <a:solidFill>
                <a:schemeClr val="dk1"/>
              </a:solidFill>
              <a:latin typeface="Roboto"/>
              <a:ea typeface="Roboto"/>
              <a:cs typeface="Roboto"/>
              <a:sym typeface="Roboto"/>
            </a:endParaRPr>
          </a:p>
        </p:txBody>
      </p:sp>
      <p:sp>
        <p:nvSpPr>
          <p:cNvPr id="1011" name="Google Shape;1011;p47"/>
          <p:cNvSpPr txBox="1"/>
          <p:nvPr/>
        </p:nvSpPr>
        <p:spPr>
          <a:xfrm>
            <a:off x="1061100" y="7913300"/>
            <a:ext cx="8006700" cy="59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Đây là một đoạn quảng cáo➨ </a:t>
            </a:r>
            <a:r>
              <a:rPr lang="en-US" sz="2200" i="1">
                <a:solidFill>
                  <a:srgbClr val="FF0000"/>
                </a:solidFill>
                <a:latin typeface="Roboto"/>
                <a:ea typeface="Roboto"/>
                <a:cs typeface="Roboto"/>
                <a:sym typeface="Roboto"/>
              </a:rPr>
              <a:t>cần xác định đây là quảng cáo cho sản phẩm gì</a:t>
            </a:r>
            <a:endParaRPr sz="2200" i="1">
              <a:solidFill>
                <a:srgbClr val="FF0000"/>
              </a:solidFill>
              <a:latin typeface="Roboto"/>
              <a:ea typeface="Roboto"/>
              <a:cs typeface="Roboto"/>
              <a:sym typeface="Roboto"/>
            </a:endParaRPr>
          </a:p>
        </p:txBody>
      </p:sp>
      <p:sp>
        <p:nvSpPr>
          <p:cNvPr id="1012" name="Google Shape;1012;p47"/>
          <p:cNvSpPr txBox="1"/>
          <p:nvPr/>
        </p:nvSpPr>
        <p:spPr>
          <a:xfrm>
            <a:off x="9298400" y="2925850"/>
            <a:ext cx="8006700" cy="1238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A: city tour➨ thông tin các </a:t>
            </a:r>
            <a:r>
              <a:rPr lang="en-US" sz="2200" i="1">
                <a:solidFill>
                  <a:srgbClr val="FF0000"/>
                </a:solidFill>
                <a:latin typeface="Roboto"/>
                <a:ea typeface="Roboto"/>
                <a:cs typeface="Roboto"/>
                <a:sym typeface="Roboto"/>
              </a:rPr>
              <a:t>địa điểm</a:t>
            </a:r>
            <a:r>
              <a:rPr lang="en-US" sz="2200" i="1">
                <a:solidFill>
                  <a:schemeClr val="dk1"/>
                </a:solidFill>
                <a:latin typeface="Roboto"/>
                <a:ea typeface="Roboto"/>
                <a:cs typeface="Roboto"/>
                <a:sym typeface="Roboto"/>
              </a:rPr>
              <a:t> cho khách du lịch trong thành phố (museum, art gallery,...) và </a:t>
            </a:r>
            <a:r>
              <a:rPr lang="en-US" sz="2200" i="1">
                <a:solidFill>
                  <a:srgbClr val="FF0000"/>
                </a:solidFill>
                <a:latin typeface="Roboto"/>
                <a:ea typeface="Roboto"/>
                <a:cs typeface="Roboto"/>
                <a:sym typeface="Roboto"/>
              </a:rPr>
              <a:t>thời gian </a:t>
            </a:r>
            <a:r>
              <a:rPr lang="en-US" sz="2200" i="1">
                <a:solidFill>
                  <a:schemeClr val="dk1"/>
                </a:solidFill>
                <a:latin typeface="Roboto"/>
                <a:ea typeface="Roboto"/>
                <a:cs typeface="Roboto"/>
                <a:sym typeface="Roboto"/>
              </a:rPr>
              <a:t>khởi hành - kết thúc (ngày, giờ,...).</a:t>
            </a:r>
            <a:endParaRPr sz="2200" i="1">
              <a:solidFill>
                <a:schemeClr val="dk1"/>
              </a:solidFill>
              <a:latin typeface="Roboto"/>
              <a:ea typeface="Roboto"/>
              <a:cs typeface="Roboto"/>
              <a:sym typeface="Roboto"/>
            </a:endParaRPr>
          </a:p>
        </p:txBody>
      </p:sp>
      <p:sp>
        <p:nvSpPr>
          <p:cNvPr id="1013" name="Google Shape;1013;p47"/>
          <p:cNvSpPr txBox="1"/>
          <p:nvPr/>
        </p:nvSpPr>
        <p:spPr>
          <a:xfrm>
            <a:off x="9309550" y="4331400"/>
            <a:ext cx="8654100" cy="1238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B: spa package ➨ </a:t>
            </a:r>
            <a:r>
              <a:rPr lang="en-US" sz="2200" i="1">
                <a:solidFill>
                  <a:srgbClr val="FF0000"/>
                </a:solidFill>
                <a:latin typeface="Roboto"/>
                <a:ea typeface="Roboto"/>
                <a:cs typeface="Roboto"/>
                <a:sym typeface="Roboto"/>
              </a:rPr>
              <a:t>dịch vụ</a:t>
            </a:r>
            <a:r>
              <a:rPr lang="en-US" sz="2200" i="1">
                <a:solidFill>
                  <a:schemeClr val="dk1"/>
                </a:solidFill>
                <a:latin typeface="Roboto"/>
                <a:ea typeface="Roboto"/>
                <a:cs typeface="Roboto"/>
                <a:sym typeface="Roboto"/>
              </a:rPr>
              <a:t> của spa (massage, relaxation treatment, aroma therapy…); </a:t>
            </a:r>
            <a:r>
              <a:rPr lang="en-US" sz="2200" i="1">
                <a:solidFill>
                  <a:srgbClr val="FF0000"/>
                </a:solidFill>
                <a:latin typeface="Roboto"/>
                <a:ea typeface="Roboto"/>
                <a:cs typeface="Roboto"/>
                <a:sym typeface="Roboto"/>
              </a:rPr>
              <a:t>giá cả</a:t>
            </a:r>
            <a:r>
              <a:rPr lang="en-US" sz="2200" i="1">
                <a:solidFill>
                  <a:schemeClr val="dk1"/>
                </a:solidFill>
                <a:latin typeface="Roboto"/>
                <a:ea typeface="Roboto"/>
                <a:cs typeface="Roboto"/>
                <a:sym typeface="Roboto"/>
              </a:rPr>
              <a:t>, các </a:t>
            </a:r>
            <a:r>
              <a:rPr lang="en-US" sz="2200" i="1">
                <a:solidFill>
                  <a:srgbClr val="FF0000"/>
                </a:solidFill>
                <a:latin typeface="Roboto"/>
                <a:ea typeface="Roboto"/>
                <a:cs typeface="Roboto"/>
                <a:sym typeface="Roboto"/>
              </a:rPr>
              <a:t>gói dịch vụ </a:t>
            </a:r>
            <a:r>
              <a:rPr lang="en-US" sz="2200" i="1">
                <a:solidFill>
                  <a:schemeClr val="dk1"/>
                </a:solidFill>
                <a:latin typeface="Roboto"/>
                <a:ea typeface="Roboto"/>
                <a:cs typeface="Roboto"/>
                <a:sym typeface="Roboto"/>
              </a:rPr>
              <a:t>(membership…)</a:t>
            </a:r>
            <a:endParaRPr sz="2200" i="1">
              <a:solidFill>
                <a:schemeClr val="dk1"/>
              </a:solidFill>
              <a:latin typeface="Roboto"/>
              <a:ea typeface="Roboto"/>
              <a:cs typeface="Roboto"/>
              <a:sym typeface="Roboto"/>
            </a:endParaRPr>
          </a:p>
        </p:txBody>
      </p:sp>
      <p:sp>
        <p:nvSpPr>
          <p:cNvPr id="1014" name="Google Shape;1014;p47"/>
          <p:cNvSpPr txBox="1"/>
          <p:nvPr/>
        </p:nvSpPr>
        <p:spPr>
          <a:xfrm>
            <a:off x="9298400" y="5416247"/>
            <a:ext cx="8006700" cy="917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C: Hotel ➨ các </a:t>
            </a:r>
            <a:r>
              <a:rPr lang="en-US" sz="2200" i="1">
                <a:solidFill>
                  <a:srgbClr val="FF0000"/>
                </a:solidFill>
                <a:latin typeface="Roboto"/>
                <a:ea typeface="Roboto"/>
                <a:cs typeface="Roboto"/>
                <a:sym typeface="Roboto"/>
              </a:rPr>
              <a:t>loại phòng </a:t>
            </a:r>
            <a:r>
              <a:rPr lang="en-US" sz="2200" i="1">
                <a:solidFill>
                  <a:schemeClr val="dk1"/>
                </a:solidFill>
                <a:latin typeface="Roboto"/>
                <a:ea typeface="Roboto"/>
                <a:cs typeface="Roboto"/>
                <a:sym typeface="Roboto"/>
              </a:rPr>
              <a:t>(suite, single, twin, double…) </a:t>
            </a:r>
            <a:r>
              <a:rPr lang="en-US" sz="2200" i="1">
                <a:solidFill>
                  <a:srgbClr val="FF0000"/>
                </a:solidFill>
                <a:latin typeface="Roboto"/>
                <a:ea typeface="Roboto"/>
                <a:cs typeface="Roboto"/>
                <a:sym typeface="Roboto"/>
              </a:rPr>
              <a:t>giá cả</a:t>
            </a:r>
            <a:r>
              <a:rPr lang="en-US" sz="2200" i="1">
                <a:solidFill>
                  <a:schemeClr val="dk1"/>
                </a:solidFill>
                <a:latin typeface="Roboto"/>
                <a:ea typeface="Roboto"/>
                <a:cs typeface="Roboto"/>
                <a:sym typeface="Roboto"/>
              </a:rPr>
              <a:t>, </a:t>
            </a:r>
            <a:r>
              <a:rPr lang="en-US" sz="2200" i="1">
                <a:solidFill>
                  <a:srgbClr val="FF0000"/>
                </a:solidFill>
                <a:latin typeface="Roboto"/>
                <a:ea typeface="Roboto"/>
                <a:cs typeface="Roboto"/>
                <a:sym typeface="Roboto"/>
              </a:rPr>
              <a:t>dịch vụ</a:t>
            </a:r>
            <a:r>
              <a:rPr lang="en-US" sz="2200" i="1">
                <a:solidFill>
                  <a:schemeClr val="dk1"/>
                </a:solidFill>
                <a:latin typeface="Roboto"/>
                <a:ea typeface="Roboto"/>
                <a:cs typeface="Roboto"/>
                <a:sym typeface="Roboto"/>
              </a:rPr>
              <a:t> đi kèm (breakfast included…)</a:t>
            </a:r>
            <a:endParaRPr sz="2200" i="1">
              <a:solidFill>
                <a:schemeClr val="dk1"/>
              </a:solidFill>
              <a:latin typeface="Roboto"/>
              <a:ea typeface="Roboto"/>
              <a:cs typeface="Roboto"/>
              <a:sym typeface="Roboto"/>
            </a:endParaRPr>
          </a:p>
        </p:txBody>
      </p:sp>
      <p:sp>
        <p:nvSpPr>
          <p:cNvPr id="1015" name="Google Shape;1015;p47"/>
          <p:cNvSpPr txBox="1"/>
          <p:nvPr/>
        </p:nvSpPr>
        <p:spPr>
          <a:xfrm>
            <a:off x="9298400" y="6409538"/>
            <a:ext cx="8006700" cy="1238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D: hospital ➨ </a:t>
            </a:r>
            <a:r>
              <a:rPr lang="en-US" sz="2200" i="1">
                <a:solidFill>
                  <a:srgbClr val="FF0000"/>
                </a:solidFill>
                <a:latin typeface="Roboto"/>
                <a:ea typeface="Roboto"/>
                <a:cs typeface="Roboto"/>
                <a:sym typeface="Roboto"/>
              </a:rPr>
              <a:t>dịch vụ </a:t>
            </a:r>
            <a:r>
              <a:rPr lang="en-US" sz="2200" i="1">
                <a:solidFill>
                  <a:schemeClr val="dk1"/>
                </a:solidFill>
                <a:latin typeface="Roboto"/>
                <a:ea typeface="Roboto"/>
                <a:cs typeface="Roboto"/>
                <a:sym typeface="Roboto"/>
              </a:rPr>
              <a:t>của bệnh viện (cure, treatment, emergency,..), </a:t>
            </a:r>
            <a:r>
              <a:rPr lang="en-US" sz="2200" i="1">
                <a:solidFill>
                  <a:schemeClr val="lt2"/>
                </a:solidFill>
                <a:latin typeface="Roboto"/>
                <a:ea typeface="Roboto"/>
                <a:cs typeface="Roboto"/>
                <a:sym typeface="Roboto"/>
              </a:rPr>
              <a:t>đối tượng </a:t>
            </a:r>
            <a:r>
              <a:rPr lang="en-US" sz="2200" i="1">
                <a:solidFill>
                  <a:schemeClr val="dk1"/>
                </a:solidFill>
                <a:latin typeface="Roboto"/>
                <a:ea typeface="Roboto"/>
                <a:cs typeface="Roboto"/>
                <a:sym typeface="Roboto"/>
              </a:rPr>
              <a:t>(doctor, patient, …)</a:t>
            </a:r>
            <a:endParaRPr sz="2200" i="1">
              <a:solidFill>
                <a:schemeClr val="dk1"/>
              </a:solidFill>
              <a:latin typeface="Roboto"/>
              <a:ea typeface="Roboto"/>
              <a:cs typeface="Roboto"/>
              <a:sym typeface="Roboto"/>
            </a:endParaRPr>
          </a:p>
        </p:txBody>
      </p:sp>
      <p:sp>
        <p:nvSpPr>
          <p:cNvPr id="1016" name="Google Shape;1016;p47"/>
          <p:cNvSpPr/>
          <p:nvPr/>
        </p:nvSpPr>
        <p:spPr>
          <a:xfrm>
            <a:off x="3887710" y="2165225"/>
            <a:ext cx="2844600" cy="390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17" name="Google Shape;1017;p47"/>
          <p:cNvSpPr/>
          <p:nvPr/>
        </p:nvSpPr>
        <p:spPr>
          <a:xfrm>
            <a:off x="2135800" y="2879800"/>
            <a:ext cx="1287300" cy="426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18" name="Google Shape;1018;p47"/>
          <p:cNvSpPr/>
          <p:nvPr/>
        </p:nvSpPr>
        <p:spPr>
          <a:xfrm>
            <a:off x="2135800" y="3604650"/>
            <a:ext cx="1852200" cy="426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19" name="Google Shape;1019;p47"/>
          <p:cNvSpPr/>
          <p:nvPr/>
        </p:nvSpPr>
        <p:spPr>
          <a:xfrm>
            <a:off x="2135800" y="4338375"/>
            <a:ext cx="751500" cy="426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20" name="Google Shape;1020;p47"/>
          <p:cNvSpPr/>
          <p:nvPr/>
        </p:nvSpPr>
        <p:spPr>
          <a:xfrm>
            <a:off x="2135800" y="5088800"/>
            <a:ext cx="1172400" cy="426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21" name="Google Shape;1021;p47"/>
          <p:cNvSpPr txBox="1"/>
          <p:nvPr/>
        </p:nvSpPr>
        <p:spPr>
          <a:xfrm>
            <a:off x="1043000" y="5839213"/>
            <a:ext cx="28446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latin typeface="Montserrat"/>
                <a:ea typeface="Montserrat"/>
                <a:cs typeface="Montserrat"/>
                <a:sym typeface="Montserrat"/>
              </a:rPr>
              <a:t>Question 2 audio: </a:t>
            </a:r>
            <a:endParaRPr sz="4200">
              <a:latin typeface="Roboto"/>
              <a:ea typeface="Roboto"/>
              <a:cs typeface="Roboto"/>
              <a:sym typeface="Roboto"/>
            </a:endParaRPr>
          </a:p>
        </p:txBody>
      </p:sp>
      <p:pic>
        <p:nvPicPr>
          <p:cNvPr id="1022" name="Google Shape;1022;p47" title="02. Question 2.mp3">
            <a:hlinkClick r:id="rId5"/>
          </p:cNvPr>
          <p:cNvPicPr preferRelativeResize="0"/>
          <p:nvPr/>
        </p:nvPicPr>
        <p:blipFill>
          <a:blip r:embed="rId6">
            <a:alphaModFix/>
          </a:blip>
          <a:stretch>
            <a:fillRect/>
          </a:stretch>
        </p:blipFill>
        <p:spPr>
          <a:xfrm>
            <a:off x="3963908" y="5619027"/>
            <a:ext cx="1036800" cy="1036800"/>
          </a:xfrm>
          <a:prstGeom prst="rect">
            <a:avLst/>
          </a:prstGeom>
          <a:noFill/>
          <a:ln>
            <a:noFill/>
          </a:ln>
        </p:spPr>
      </p:pic>
      <p:sp>
        <p:nvSpPr>
          <p:cNvPr id="1023" name="Google Shape;1023;p47"/>
          <p:cNvSpPr txBox="1"/>
          <p:nvPr/>
        </p:nvSpPr>
        <p:spPr>
          <a:xfrm>
            <a:off x="9374600" y="7602425"/>
            <a:ext cx="80067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b="1" u="sng">
                <a:solidFill>
                  <a:schemeClr val="lt2"/>
                </a:solidFill>
                <a:latin typeface="Montserrat"/>
                <a:ea typeface="Montserrat"/>
                <a:cs typeface="Montserrat"/>
                <a:sym typeface="Montserrat"/>
              </a:rPr>
              <a:t>Bước 3:</a:t>
            </a:r>
            <a:r>
              <a:rPr lang="en-US" sz="2200" b="1">
                <a:solidFill>
                  <a:schemeClr val="dk1"/>
                </a:solidFill>
                <a:latin typeface="Montserrat"/>
                <a:ea typeface="Montserrat"/>
                <a:cs typeface="Montserrat"/>
                <a:sym typeface="Montserrat"/>
              </a:rPr>
              <a:t> </a:t>
            </a:r>
            <a:r>
              <a:rPr lang="en-US" sz="2200" b="1">
                <a:latin typeface="Roboto"/>
                <a:ea typeface="Roboto"/>
                <a:cs typeface="Roboto"/>
                <a:sym typeface="Roboto"/>
              </a:rPr>
              <a:t>Take note các thông tin trong khi nghe</a:t>
            </a:r>
            <a:endParaRPr sz="4200" b="1">
              <a:solidFill>
                <a:schemeClr val="dk1"/>
              </a:solidFill>
              <a:latin typeface="Roboto"/>
              <a:ea typeface="Roboto"/>
              <a:cs typeface="Roboto"/>
              <a:sym typeface="Roboto"/>
            </a:endParaRPr>
          </a:p>
        </p:txBody>
      </p:sp>
      <p:sp>
        <p:nvSpPr>
          <p:cNvPr id="1024" name="Google Shape;1024;p47"/>
          <p:cNvSpPr txBox="1"/>
          <p:nvPr/>
        </p:nvSpPr>
        <p:spPr>
          <a:xfrm>
            <a:off x="9358050" y="8509700"/>
            <a:ext cx="80067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b="1" u="sng">
                <a:solidFill>
                  <a:schemeClr val="lt2"/>
                </a:solidFill>
                <a:latin typeface="Montserrat"/>
                <a:ea typeface="Montserrat"/>
                <a:cs typeface="Montserrat"/>
                <a:sym typeface="Montserrat"/>
              </a:rPr>
              <a:t>Bước 4:</a:t>
            </a:r>
            <a:r>
              <a:rPr lang="en-US" sz="2200" b="1">
                <a:solidFill>
                  <a:schemeClr val="dk1"/>
                </a:solidFill>
                <a:latin typeface="Montserrat"/>
                <a:ea typeface="Montserrat"/>
                <a:cs typeface="Montserrat"/>
                <a:sym typeface="Montserrat"/>
              </a:rPr>
              <a:t> </a:t>
            </a:r>
            <a:r>
              <a:rPr lang="en-US" sz="2200" b="1">
                <a:latin typeface="Roboto"/>
                <a:ea typeface="Roboto"/>
                <a:cs typeface="Roboto"/>
                <a:sym typeface="Roboto"/>
              </a:rPr>
              <a:t>Loại ngay các đáp án không được nhắc tới. Dựa vào thông tin vừa nghe và take note được </a:t>
            </a:r>
            <a:r>
              <a:rPr lang="en-US" sz="2200" i="1">
                <a:solidFill>
                  <a:schemeClr val="dk1"/>
                </a:solidFill>
                <a:latin typeface="Roboto"/>
                <a:ea typeface="Roboto"/>
                <a:cs typeface="Roboto"/>
                <a:sym typeface="Roboto"/>
              </a:rPr>
              <a:t>➨  </a:t>
            </a:r>
            <a:r>
              <a:rPr lang="en-US" sz="2200" b="1">
                <a:latin typeface="Roboto"/>
                <a:ea typeface="Roboto"/>
                <a:cs typeface="Roboto"/>
                <a:sym typeface="Roboto"/>
              </a:rPr>
              <a:t>chọn đáp án</a:t>
            </a:r>
            <a:endParaRPr sz="4200" b="1">
              <a:latin typeface="Roboto"/>
              <a:ea typeface="Roboto"/>
              <a:cs typeface="Roboto"/>
              <a:sym typeface="Roboto"/>
            </a:endParaRPr>
          </a:p>
        </p:txBody>
      </p:sp>
      <p:sp>
        <p:nvSpPr>
          <p:cNvPr id="1025" name="Google Shape;1025;p47"/>
          <p:cNvSpPr/>
          <p:nvPr/>
        </p:nvSpPr>
        <p:spPr>
          <a:xfrm>
            <a:off x="1324025" y="3574200"/>
            <a:ext cx="502200" cy="487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26" name="Google Shape;1026;p47"/>
          <p:cNvSpPr txBox="1"/>
          <p:nvPr/>
        </p:nvSpPr>
        <p:spPr>
          <a:xfrm>
            <a:off x="3748953" y="697907"/>
            <a:ext cx="116874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18345"/>
                </a:solidFill>
                <a:latin typeface="Montserrat"/>
                <a:ea typeface="Montserrat"/>
                <a:cs typeface="Montserrat"/>
                <a:sym typeface="Montserrat"/>
              </a:rPr>
              <a:t>05. </a:t>
            </a:r>
            <a:r>
              <a:rPr lang="en-US" sz="4504" b="1" i="0" u="none" strike="noStrike" cap="none">
                <a:solidFill>
                  <a:srgbClr val="018345"/>
                </a:solidFill>
                <a:latin typeface="Montserrat"/>
                <a:ea typeface="Montserrat"/>
                <a:cs typeface="Montserrat"/>
                <a:sym typeface="Montserrat"/>
              </a:rPr>
              <a:t>Listening </a:t>
            </a:r>
            <a:r>
              <a:rPr lang="en-US" sz="4504" b="1">
                <a:solidFill>
                  <a:srgbClr val="018345"/>
                </a:solidFill>
                <a:latin typeface="Montserrat"/>
                <a:ea typeface="Montserrat"/>
                <a:cs typeface="Montserrat"/>
                <a:sym typeface="Montserrat"/>
              </a:rPr>
              <a:t>Practice - P</a:t>
            </a:r>
            <a:r>
              <a:rPr lang="en-US" sz="4504" b="1" i="0" u="none" strike="noStrike" cap="none">
                <a:solidFill>
                  <a:srgbClr val="018345"/>
                </a:solidFill>
                <a:latin typeface="Montserrat"/>
                <a:ea typeface="Montserrat"/>
                <a:cs typeface="Montserrat"/>
                <a:sym typeface="Montserrat"/>
              </a:rPr>
              <a:t>art 1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03"/>
                                        </p:tgtEl>
                                        <p:attrNameLst>
                                          <p:attrName>style.visibility</p:attrName>
                                        </p:attrNameLst>
                                      </p:cBhvr>
                                      <p:to>
                                        <p:strVal val="visible"/>
                                      </p:to>
                                    </p:set>
                                    <p:animEffect transition="in" filter="fade">
                                      <p:cBhvr>
                                        <p:cTn id="7" dur="500"/>
                                        <p:tgtEl>
                                          <p:spTgt spid="100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2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00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1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0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01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01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01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01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01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01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01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020"/>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101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023"/>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1024"/>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10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grpSp>
        <p:nvGrpSpPr>
          <p:cNvPr id="1031" name="Google Shape;1031;p48"/>
          <p:cNvGrpSpPr/>
          <p:nvPr/>
        </p:nvGrpSpPr>
        <p:grpSpPr>
          <a:xfrm rot="10800000">
            <a:off x="15044545" y="-741632"/>
            <a:ext cx="7681773" cy="4261259"/>
            <a:chOff x="0" y="-38100"/>
            <a:chExt cx="406400" cy="225405"/>
          </a:xfrm>
        </p:grpSpPr>
        <p:sp>
          <p:nvSpPr>
            <p:cNvPr id="1032" name="Google Shape;1032;p48"/>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33" name="Google Shape;1033;p48"/>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34" name="Google Shape;1034;p48"/>
          <p:cNvSpPr txBox="1"/>
          <p:nvPr/>
        </p:nvSpPr>
        <p:spPr>
          <a:xfrm>
            <a:off x="3748953" y="697907"/>
            <a:ext cx="116874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18345"/>
                </a:solidFill>
                <a:latin typeface="Montserrat"/>
                <a:ea typeface="Montserrat"/>
                <a:cs typeface="Montserrat"/>
                <a:sym typeface="Montserrat"/>
              </a:rPr>
              <a:t>05. </a:t>
            </a:r>
            <a:r>
              <a:rPr lang="en-US" sz="4504" b="1" i="0" u="none" strike="noStrike" cap="none">
                <a:solidFill>
                  <a:srgbClr val="018345"/>
                </a:solidFill>
                <a:latin typeface="Montserrat"/>
                <a:ea typeface="Montserrat"/>
                <a:cs typeface="Montserrat"/>
                <a:sym typeface="Montserrat"/>
              </a:rPr>
              <a:t>Listening </a:t>
            </a:r>
            <a:r>
              <a:rPr lang="en-US" sz="4504" b="1">
                <a:solidFill>
                  <a:srgbClr val="018345"/>
                </a:solidFill>
                <a:latin typeface="Montserrat"/>
                <a:ea typeface="Montserrat"/>
                <a:cs typeface="Montserrat"/>
                <a:sym typeface="Montserrat"/>
              </a:rPr>
              <a:t>Practice - P</a:t>
            </a:r>
            <a:r>
              <a:rPr lang="en-US" sz="4504" b="1" i="0" u="none" strike="noStrike" cap="none">
                <a:solidFill>
                  <a:srgbClr val="018345"/>
                </a:solidFill>
                <a:latin typeface="Montserrat"/>
                <a:ea typeface="Montserrat"/>
                <a:cs typeface="Montserrat"/>
                <a:sym typeface="Montserrat"/>
              </a:rPr>
              <a:t>art 1 </a:t>
            </a:r>
            <a:endParaRPr/>
          </a:p>
        </p:txBody>
      </p:sp>
      <p:sp>
        <p:nvSpPr>
          <p:cNvPr id="1035" name="Google Shape;1035;p48"/>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sp>
        <p:nvSpPr>
          <p:cNvPr id="1036" name="Google Shape;1036;p48"/>
          <p:cNvSpPr/>
          <p:nvPr/>
        </p:nvSpPr>
        <p:spPr>
          <a:xfrm>
            <a:off x="2796077" y="642186"/>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4">
              <a:alphaModFix/>
            </a:blip>
            <a:stretch>
              <a:fillRect/>
            </a:stretch>
          </a:blipFill>
          <a:ln>
            <a:noFill/>
          </a:ln>
        </p:spPr>
      </p:sp>
      <p:sp>
        <p:nvSpPr>
          <p:cNvPr id="1037" name="Google Shape;1037;p48"/>
          <p:cNvSpPr txBox="1"/>
          <p:nvPr/>
        </p:nvSpPr>
        <p:spPr>
          <a:xfrm>
            <a:off x="890600" y="1784225"/>
            <a:ext cx="7373100" cy="4802400"/>
          </a:xfrm>
          <a:prstGeom prst="rect">
            <a:avLst/>
          </a:prstGeom>
          <a:noFill/>
          <a:ln>
            <a:noFill/>
          </a:ln>
        </p:spPr>
        <p:txBody>
          <a:bodyPr spcFirstLastPara="1" wrap="square" lIns="0" tIns="0" rIns="0" bIns="0" anchor="t" anchorCtr="0">
            <a:spAutoFit/>
          </a:bodyPr>
          <a:lstStyle/>
          <a:p>
            <a:pPr marL="0" marR="0" lvl="0" indent="0" algn="l" rtl="0">
              <a:lnSpc>
                <a:spcPct val="200000"/>
              </a:lnSpc>
              <a:spcBef>
                <a:spcPts val="0"/>
              </a:spcBef>
              <a:spcAft>
                <a:spcPts val="0"/>
              </a:spcAft>
              <a:buNone/>
            </a:pPr>
            <a:r>
              <a:rPr lang="en-US" sz="2400" b="1" i="0" strike="noStrike" cap="none">
                <a:solidFill>
                  <a:srgbClr val="018345"/>
                </a:solidFill>
              </a:rPr>
              <a:t>Question </a:t>
            </a:r>
            <a:r>
              <a:rPr lang="en-US" sz="2400" b="1">
                <a:solidFill>
                  <a:srgbClr val="018345"/>
                </a:solidFill>
              </a:rPr>
              <a:t>3</a:t>
            </a:r>
            <a:r>
              <a:rPr lang="en-US" sz="2400" b="1" i="0" strike="noStrike" cap="none">
                <a:solidFill>
                  <a:srgbClr val="018345"/>
                </a:solidFill>
              </a:rPr>
              <a:t>: </a:t>
            </a:r>
            <a:r>
              <a:rPr lang="en-US" sz="2400" b="1">
                <a:solidFill>
                  <a:srgbClr val="018345"/>
                </a:solidFill>
              </a:rPr>
              <a:t>According to the announcement, what</a:t>
            </a:r>
            <a:r>
              <a:rPr lang="en-US" sz="2400">
                <a:solidFill>
                  <a:srgbClr val="018345"/>
                </a:solidFill>
              </a:rPr>
              <a:t> </a:t>
            </a:r>
            <a:r>
              <a:rPr lang="en-US" sz="2400" b="1">
                <a:solidFill>
                  <a:srgbClr val="018345"/>
                </a:solidFill>
              </a:rPr>
              <a:t>will be built near</a:t>
            </a:r>
            <a:r>
              <a:rPr lang="en-US" sz="2400">
                <a:solidFill>
                  <a:srgbClr val="018345"/>
                </a:solidFill>
              </a:rPr>
              <a:t> </a:t>
            </a:r>
            <a:r>
              <a:rPr lang="en-US" sz="2400" b="1">
                <a:solidFill>
                  <a:srgbClr val="018345"/>
                </a:solidFill>
              </a:rPr>
              <a:t>Berryville</a:t>
            </a:r>
            <a:r>
              <a:rPr lang="en-US" sz="2400">
                <a:solidFill>
                  <a:srgbClr val="018345"/>
                </a:solidFill>
              </a:rPr>
              <a:t>?</a:t>
            </a:r>
            <a:endParaRPr>
              <a:solidFill>
                <a:srgbClr val="018345"/>
              </a:solidFill>
            </a:endParaRPr>
          </a:p>
          <a:p>
            <a:pPr marL="0" marR="0" lvl="0" indent="457200" algn="l" rtl="0">
              <a:lnSpc>
                <a:spcPct val="200000"/>
              </a:lnSpc>
              <a:spcBef>
                <a:spcPts val="0"/>
              </a:spcBef>
              <a:spcAft>
                <a:spcPts val="0"/>
              </a:spcAft>
              <a:buNone/>
            </a:pPr>
            <a:r>
              <a:rPr lang="en-US" sz="2400" i="0" strike="noStrike" cap="none">
                <a:solidFill>
                  <a:schemeClr val="dk1"/>
                </a:solidFill>
              </a:rPr>
              <a:t>A. </a:t>
            </a:r>
            <a:r>
              <a:rPr lang="en-US" sz="2400">
                <a:solidFill>
                  <a:schemeClr val="dk1"/>
                </a:solidFill>
              </a:rPr>
              <a:t>A university 		</a:t>
            </a:r>
            <a:endParaRPr sz="2400" i="0" strike="noStrike" cap="none">
              <a:solidFill>
                <a:schemeClr val="dk1"/>
              </a:solidFill>
            </a:endParaRPr>
          </a:p>
          <a:p>
            <a:pPr marL="457200" marR="0" lvl="0" indent="0" algn="l" rtl="0">
              <a:lnSpc>
                <a:spcPct val="200000"/>
              </a:lnSpc>
              <a:spcBef>
                <a:spcPts val="0"/>
              </a:spcBef>
              <a:spcAft>
                <a:spcPts val="0"/>
              </a:spcAft>
              <a:buNone/>
            </a:pPr>
            <a:r>
              <a:rPr lang="en-US" sz="2400" i="0" strike="noStrike" cap="none">
                <a:solidFill>
                  <a:schemeClr val="dk1"/>
                </a:solidFill>
              </a:rPr>
              <a:t>B. </a:t>
            </a:r>
            <a:r>
              <a:rPr lang="en-US" sz="2400">
                <a:solidFill>
                  <a:schemeClr val="dk1"/>
                </a:solidFill>
              </a:rPr>
              <a:t>A high school </a:t>
            </a:r>
            <a:endParaRPr/>
          </a:p>
          <a:p>
            <a:pPr marL="457200" marR="0" lvl="0" indent="0" algn="l" rtl="0">
              <a:lnSpc>
                <a:spcPct val="200000"/>
              </a:lnSpc>
              <a:spcBef>
                <a:spcPts val="0"/>
              </a:spcBef>
              <a:spcAft>
                <a:spcPts val="0"/>
              </a:spcAft>
              <a:buNone/>
            </a:pPr>
            <a:r>
              <a:rPr lang="en-US" sz="2400" i="0" strike="noStrike" cap="none">
                <a:solidFill>
                  <a:schemeClr val="dk1"/>
                </a:solidFill>
              </a:rPr>
              <a:t>C. </a:t>
            </a:r>
            <a:r>
              <a:rPr lang="en-US" sz="2400">
                <a:solidFill>
                  <a:schemeClr val="dk1"/>
                </a:solidFill>
              </a:rPr>
              <a:t>A new hospital wing </a:t>
            </a:r>
            <a:endParaRPr sz="2400" i="0" strike="noStrike" cap="none">
              <a:solidFill>
                <a:schemeClr val="dk1"/>
              </a:solidFill>
            </a:endParaRPr>
          </a:p>
          <a:p>
            <a:pPr marL="457200" marR="0" lvl="0" indent="0" algn="l" rtl="0">
              <a:lnSpc>
                <a:spcPct val="200000"/>
              </a:lnSpc>
              <a:spcBef>
                <a:spcPts val="0"/>
              </a:spcBef>
              <a:spcAft>
                <a:spcPts val="0"/>
              </a:spcAft>
              <a:buNone/>
            </a:pPr>
            <a:r>
              <a:rPr lang="en-US" sz="2400" i="0" strike="noStrike" cap="none">
                <a:solidFill>
                  <a:schemeClr val="dk1"/>
                </a:solidFill>
              </a:rPr>
              <a:t>D. </a:t>
            </a:r>
            <a:r>
              <a:rPr lang="en-US" sz="2400">
                <a:solidFill>
                  <a:schemeClr val="dk1"/>
                </a:solidFill>
              </a:rPr>
              <a:t>An airport terminal </a:t>
            </a:r>
            <a:endParaRPr/>
          </a:p>
          <a:p>
            <a:pPr marL="0" marR="0" lvl="0" indent="0" algn="l" rtl="0">
              <a:lnSpc>
                <a:spcPct val="150000"/>
              </a:lnSpc>
              <a:spcBef>
                <a:spcPts val="0"/>
              </a:spcBef>
              <a:spcAft>
                <a:spcPts val="0"/>
              </a:spcAft>
              <a:buNone/>
            </a:pPr>
            <a:endParaRPr sz="2400" i="0" strike="noStrike" cap="none">
              <a:solidFill>
                <a:schemeClr val="dk1"/>
              </a:solidFill>
            </a:endParaRPr>
          </a:p>
        </p:txBody>
      </p:sp>
      <p:grpSp>
        <p:nvGrpSpPr>
          <p:cNvPr id="1038" name="Google Shape;1038;p48"/>
          <p:cNvGrpSpPr/>
          <p:nvPr/>
        </p:nvGrpSpPr>
        <p:grpSpPr>
          <a:xfrm>
            <a:off x="-2718010" y="9275955"/>
            <a:ext cx="7950378" cy="1707451"/>
            <a:chOff x="0" y="-384760"/>
            <a:chExt cx="10600504" cy="2276297"/>
          </a:xfrm>
        </p:grpSpPr>
        <p:grpSp>
          <p:nvGrpSpPr>
            <p:cNvPr id="1039" name="Google Shape;1039;p48"/>
            <p:cNvGrpSpPr/>
            <p:nvPr/>
          </p:nvGrpSpPr>
          <p:grpSpPr>
            <a:xfrm>
              <a:off x="0" y="-384760"/>
              <a:ext cx="10600504" cy="2276297"/>
              <a:chOff x="0" y="-38100"/>
              <a:chExt cx="1049690" cy="225405"/>
            </a:xfrm>
          </p:grpSpPr>
          <p:sp>
            <p:nvSpPr>
              <p:cNvPr id="1040" name="Google Shape;1040;p48"/>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041" name="Google Shape;1041;p48"/>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42" name="Google Shape;1042;p48"/>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43" name="Google Shape;1043;p48"/>
          <p:cNvSpPr txBox="1"/>
          <p:nvPr/>
        </p:nvSpPr>
        <p:spPr>
          <a:xfrm>
            <a:off x="807925" y="6772225"/>
            <a:ext cx="80067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u="sng">
                <a:solidFill>
                  <a:schemeClr val="lt2"/>
                </a:solidFill>
                <a:latin typeface="Montserrat"/>
                <a:ea typeface="Montserrat"/>
                <a:cs typeface="Montserrat"/>
                <a:sym typeface="Montserrat"/>
              </a:rPr>
              <a:t>Bước 1:</a:t>
            </a:r>
            <a:r>
              <a:rPr lang="en-US" sz="2200" b="1">
                <a:solidFill>
                  <a:schemeClr val="dk1"/>
                </a:solidFill>
                <a:latin typeface="Montserrat"/>
                <a:ea typeface="Montserrat"/>
                <a:cs typeface="Montserrat"/>
                <a:sym typeface="Montserrat"/>
              </a:rPr>
              <a:t> </a:t>
            </a:r>
            <a:r>
              <a:rPr lang="en-US" sz="2200" b="1">
                <a:latin typeface="Roboto"/>
                <a:ea typeface="Roboto"/>
                <a:cs typeface="Roboto"/>
                <a:sym typeface="Roboto"/>
              </a:rPr>
              <a:t>Đọc câu hỏi và gạch chân từ khóa để đoán ngữ cảnh</a:t>
            </a:r>
            <a:endParaRPr sz="4200" b="1">
              <a:solidFill>
                <a:schemeClr val="dk1"/>
              </a:solidFill>
              <a:latin typeface="Roboto"/>
              <a:ea typeface="Roboto"/>
              <a:cs typeface="Roboto"/>
              <a:sym typeface="Roboto"/>
            </a:endParaRPr>
          </a:p>
        </p:txBody>
      </p:sp>
      <p:sp>
        <p:nvSpPr>
          <p:cNvPr id="1044" name="Google Shape;1044;p48"/>
          <p:cNvSpPr txBox="1"/>
          <p:nvPr/>
        </p:nvSpPr>
        <p:spPr>
          <a:xfrm>
            <a:off x="9144000" y="2022625"/>
            <a:ext cx="80067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b="1" u="sng">
                <a:solidFill>
                  <a:schemeClr val="lt2"/>
                </a:solidFill>
                <a:latin typeface="Montserrat"/>
                <a:ea typeface="Montserrat"/>
                <a:cs typeface="Montserrat"/>
                <a:sym typeface="Montserrat"/>
              </a:rPr>
              <a:t>Bước 2:</a:t>
            </a:r>
            <a:r>
              <a:rPr lang="en-US" sz="2200" b="1">
                <a:solidFill>
                  <a:schemeClr val="dk1"/>
                </a:solidFill>
                <a:latin typeface="Montserrat"/>
                <a:ea typeface="Montserrat"/>
                <a:cs typeface="Montserrat"/>
                <a:sym typeface="Montserrat"/>
              </a:rPr>
              <a:t> </a:t>
            </a:r>
            <a:r>
              <a:rPr lang="en-US" sz="2200" b="1">
                <a:latin typeface="Roboto"/>
                <a:ea typeface="Roboto"/>
                <a:cs typeface="Roboto"/>
                <a:sym typeface="Roboto"/>
              </a:rPr>
              <a:t>Đọc các đáp án và suy đoán nội dung bài và dự đoán từ đồng nghĩa có thể xuất hiện</a:t>
            </a:r>
            <a:endParaRPr sz="4200" b="1">
              <a:solidFill>
                <a:schemeClr val="dk1"/>
              </a:solidFill>
              <a:latin typeface="Roboto"/>
              <a:ea typeface="Roboto"/>
              <a:cs typeface="Roboto"/>
              <a:sym typeface="Roboto"/>
            </a:endParaRPr>
          </a:p>
        </p:txBody>
      </p:sp>
      <p:sp>
        <p:nvSpPr>
          <p:cNvPr id="1045" name="Google Shape;1045;p48"/>
          <p:cNvSpPr txBox="1"/>
          <p:nvPr/>
        </p:nvSpPr>
        <p:spPr>
          <a:xfrm>
            <a:off x="807925" y="7432200"/>
            <a:ext cx="8006700" cy="59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Đây là một đoạn thông báo➨ </a:t>
            </a:r>
            <a:r>
              <a:rPr lang="en-US" sz="2200" i="1">
                <a:solidFill>
                  <a:srgbClr val="FF0000"/>
                </a:solidFill>
                <a:latin typeface="Roboto"/>
                <a:ea typeface="Roboto"/>
                <a:cs typeface="Roboto"/>
                <a:sym typeface="Roboto"/>
              </a:rPr>
              <a:t>cần xác định loại tòa nhà nào sẽ được xây dựng ở gần Berryville</a:t>
            </a:r>
            <a:endParaRPr sz="2200" i="1">
              <a:solidFill>
                <a:srgbClr val="FF0000"/>
              </a:solidFill>
              <a:latin typeface="Roboto"/>
              <a:ea typeface="Roboto"/>
              <a:cs typeface="Roboto"/>
              <a:sym typeface="Roboto"/>
            </a:endParaRPr>
          </a:p>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Trong đoạn thông báo, đối tượng và mục đích thông báo thường nằm ở đầu audio, sau đó là nguyên nhân hoặc lý do thông báo ➨ tập trung nghe ở đầu đoạn audio.</a:t>
            </a:r>
            <a:endParaRPr sz="2200" i="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sz="2200" i="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sz="2200" i="1">
              <a:latin typeface="Roboto"/>
              <a:ea typeface="Roboto"/>
              <a:cs typeface="Roboto"/>
              <a:sym typeface="Roboto"/>
            </a:endParaRPr>
          </a:p>
        </p:txBody>
      </p:sp>
      <p:sp>
        <p:nvSpPr>
          <p:cNvPr id="1046" name="Google Shape;1046;p48"/>
          <p:cNvSpPr txBox="1"/>
          <p:nvPr/>
        </p:nvSpPr>
        <p:spPr>
          <a:xfrm>
            <a:off x="9222200" y="3953250"/>
            <a:ext cx="8006700" cy="1238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A, B:  University hoặc school ➨ từ vựng liên quan đến trường học (student, lab, sportfield…); riêng trường đại học có thể nghe thấy thêm các từ vựng như (lecture hall = auditorium, faculty, department…)</a:t>
            </a:r>
            <a:endParaRPr sz="2200" i="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sz="2200" i="1">
              <a:solidFill>
                <a:schemeClr val="dk1"/>
              </a:solidFill>
              <a:latin typeface="Roboto"/>
              <a:ea typeface="Roboto"/>
              <a:cs typeface="Roboto"/>
              <a:sym typeface="Roboto"/>
            </a:endParaRPr>
          </a:p>
        </p:txBody>
      </p:sp>
      <p:sp>
        <p:nvSpPr>
          <p:cNvPr id="1047" name="Google Shape;1047;p48"/>
          <p:cNvSpPr txBox="1"/>
          <p:nvPr/>
        </p:nvSpPr>
        <p:spPr>
          <a:xfrm>
            <a:off x="9222200" y="5667002"/>
            <a:ext cx="8006700" cy="1409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C: Hospital wing (một phần của bệnh viện hoặc tòa nhà, thường được xây sau khi tòa nhà hoàn thiện) ➨ từ vựng liên quan đến khám chữa bệnh (doctor, patient, healthcare, health problems…) </a:t>
            </a:r>
            <a:endParaRPr sz="2200" i="1">
              <a:solidFill>
                <a:schemeClr val="dk1"/>
              </a:solidFill>
              <a:latin typeface="Roboto"/>
              <a:ea typeface="Roboto"/>
              <a:cs typeface="Roboto"/>
              <a:sym typeface="Roboto"/>
            </a:endParaRPr>
          </a:p>
        </p:txBody>
      </p:sp>
      <p:sp>
        <p:nvSpPr>
          <p:cNvPr id="1048" name="Google Shape;1048;p48"/>
          <p:cNvSpPr/>
          <p:nvPr/>
        </p:nvSpPr>
        <p:spPr>
          <a:xfrm>
            <a:off x="807925" y="2498725"/>
            <a:ext cx="1852200" cy="426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49" name="Google Shape;1049;p48"/>
          <p:cNvSpPr txBox="1"/>
          <p:nvPr/>
        </p:nvSpPr>
        <p:spPr>
          <a:xfrm>
            <a:off x="890600" y="5990213"/>
            <a:ext cx="28446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latin typeface="Montserrat"/>
                <a:ea typeface="Montserrat"/>
                <a:cs typeface="Montserrat"/>
                <a:sym typeface="Montserrat"/>
              </a:rPr>
              <a:t>Question 3 audio: </a:t>
            </a:r>
            <a:endParaRPr sz="4200">
              <a:latin typeface="Roboto"/>
              <a:ea typeface="Roboto"/>
              <a:cs typeface="Roboto"/>
              <a:sym typeface="Roboto"/>
            </a:endParaRPr>
          </a:p>
        </p:txBody>
      </p:sp>
      <p:sp>
        <p:nvSpPr>
          <p:cNvPr id="1050" name="Google Shape;1050;p48"/>
          <p:cNvSpPr txBox="1"/>
          <p:nvPr/>
        </p:nvSpPr>
        <p:spPr>
          <a:xfrm>
            <a:off x="9162125" y="2950525"/>
            <a:ext cx="8006700" cy="59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Các từ vựng liên quan đến xây dựng thường gặp gồm: built = construct; renovate, expand, enlarge, relocate…. </a:t>
            </a:r>
            <a:endParaRPr sz="2200" i="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sz="2200" i="1">
              <a:solidFill>
                <a:schemeClr val="dk1"/>
              </a:solidFill>
              <a:latin typeface="Roboto"/>
              <a:ea typeface="Roboto"/>
              <a:cs typeface="Roboto"/>
              <a:sym typeface="Roboto"/>
            </a:endParaRPr>
          </a:p>
        </p:txBody>
      </p:sp>
      <p:sp>
        <p:nvSpPr>
          <p:cNvPr id="1051" name="Google Shape;1051;p48"/>
          <p:cNvSpPr txBox="1"/>
          <p:nvPr/>
        </p:nvSpPr>
        <p:spPr>
          <a:xfrm>
            <a:off x="9249650" y="7079326"/>
            <a:ext cx="8006700" cy="92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D: </a:t>
            </a:r>
            <a:r>
              <a:rPr lang="en-US" sz="2400" i="1">
                <a:solidFill>
                  <a:schemeClr val="dk1"/>
                </a:solidFill>
                <a:latin typeface="Roboto"/>
                <a:ea typeface="Roboto"/>
                <a:cs typeface="Roboto"/>
                <a:sym typeface="Roboto"/>
              </a:rPr>
              <a:t>airport terminal </a:t>
            </a:r>
            <a:r>
              <a:rPr lang="en-US" sz="2200" i="1">
                <a:solidFill>
                  <a:schemeClr val="dk1"/>
                </a:solidFill>
                <a:latin typeface="Roboto"/>
                <a:ea typeface="Roboto"/>
                <a:cs typeface="Roboto"/>
                <a:sym typeface="Roboto"/>
              </a:rPr>
              <a:t>➨ những tiện ích ở sân bay (terminal, lounge, check-in facilities, boarding gate…)</a:t>
            </a:r>
            <a:endParaRPr sz="2200" i="1">
              <a:solidFill>
                <a:schemeClr val="dk1"/>
              </a:solidFill>
              <a:latin typeface="Roboto"/>
              <a:ea typeface="Roboto"/>
              <a:cs typeface="Roboto"/>
              <a:sym typeface="Roboto"/>
            </a:endParaRPr>
          </a:p>
        </p:txBody>
      </p:sp>
      <p:pic>
        <p:nvPicPr>
          <p:cNvPr id="1052" name="Google Shape;1052;p48" title="03. Question 3.mp3">
            <a:hlinkClick r:id="rId5"/>
          </p:cNvPr>
          <p:cNvPicPr preferRelativeResize="0"/>
          <p:nvPr/>
        </p:nvPicPr>
        <p:blipFill>
          <a:blip r:embed="rId6">
            <a:alphaModFix/>
          </a:blip>
          <a:stretch>
            <a:fillRect/>
          </a:stretch>
        </p:blipFill>
        <p:spPr>
          <a:xfrm>
            <a:off x="3735199" y="5667000"/>
            <a:ext cx="1041650" cy="1041650"/>
          </a:xfrm>
          <a:prstGeom prst="rect">
            <a:avLst/>
          </a:prstGeom>
          <a:noFill/>
          <a:ln>
            <a:noFill/>
          </a:ln>
        </p:spPr>
      </p:pic>
      <p:sp>
        <p:nvSpPr>
          <p:cNvPr id="1053" name="Google Shape;1053;p48"/>
          <p:cNvSpPr txBox="1"/>
          <p:nvPr/>
        </p:nvSpPr>
        <p:spPr>
          <a:xfrm>
            <a:off x="9249650" y="8168100"/>
            <a:ext cx="80067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b="1" u="sng">
                <a:solidFill>
                  <a:schemeClr val="lt2"/>
                </a:solidFill>
                <a:latin typeface="Montserrat"/>
                <a:ea typeface="Montserrat"/>
                <a:cs typeface="Montserrat"/>
                <a:sym typeface="Montserrat"/>
              </a:rPr>
              <a:t>Bước 3:</a:t>
            </a:r>
            <a:r>
              <a:rPr lang="en-US" sz="2200" b="1">
                <a:solidFill>
                  <a:schemeClr val="dk1"/>
                </a:solidFill>
                <a:latin typeface="Montserrat"/>
                <a:ea typeface="Montserrat"/>
                <a:cs typeface="Montserrat"/>
                <a:sym typeface="Montserrat"/>
              </a:rPr>
              <a:t> </a:t>
            </a:r>
            <a:r>
              <a:rPr lang="en-US" sz="2200" b="1">
                <a:latin typeface="Roboto"/>
                <a:ea typeface="Roboto"/>
                <a:cs typeface="Roboto"/>
                <a:sym typeface="Roboto"/>
              </a:rPr>
              <a:t>Take note các thông tin trong khi nghe</a:t>
            </a:r>
            <a:endParaRPr sz="4200" b="1">
              <a:solidFill>
                <a:schemeClr val="dk1"/>
              </a:solidFill>
              <a:latin typeface="Roboto"/>
              <a:ea typeface="Roboto"/>
              <a:cs typeface="Roboto"/>
              <a:sym typeface="Roboto"/>
            </a:endParaRPr>
          </a:p>
        </p:txBody>
      </p:sp>
      <p:sp>
        <p:nvSpPr>
          <p:cNvPr id="1054" name="Google Shape;1054;p48"/>
          <p:cNvSpPr txBox="1"/>
          <p:nvPr/>
        </p:nvSpPr>
        <p:spPr>
          <a:xfrm>
            <a:off x="9249650" y="8866200"/>
            <a:ext cx="80067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b="1" u="sng">
                <a:solidFill>
                  <a:schemeClr val="lt2"/>
                </a:solidFill>
                <a:latin typeface="Montserrat"/>
                <a:ea typeface="Montserrat"/>
                <a:cs typeface="Montserrat"/>
                <a:sym typeface="Montserrat"/>
              </a:rPr>
              <a:t>Bước 4:</a:t>
            </a:r>
            <a:r>
              <a:rPr lang="en-US" sz="2200" b="1">
                <a:solidFill>
                  <a:schemeClr val="dk1"/>
                </a:solidFill>
                <a:latin typeface="Montserrat"/>
                <a:ea typeface="Montserrat"/>
                <a:cs typeface="Montserrat"/>
                <a:sym typeface="Montserrat"/>
              </a:rPr>
              <a:t> </a:t>
            </a:r>
            <a:r>
              <a:rPr lang="en-US" sz="2200" b="1">
                <a:latin typeface="Roboto"/>
                <a:ea typeface="Roboto"/>
                <a:cs typeface="Roboto"/>
                <a:sym typeface="Roboto"/>
              </a:rPr>
              <a:t>Loại ngay các đáp án không được nhắc tới. Dựa vào thông tin vừa nghe và take note được </a:t>
            </a:r>
            <a:r>
              <a:rPr lang="en-US" sz="2200" i="1">
                <a:solidFill>
                  <a:schemeClr val="dk1"/>
                </a:solidFill>
                <a:latin typeface="Roboto"/>
                <a:ea typeface="Roboto"/>
                <a:cs typeface="Roboto"/>
                <a:sym typeface="Roboto"/>
              </a:rPr>
              <a:t>➨  </a:t>
            </a:r>
            <a:r>
              <a:rPr lang="en-US" sz="2200" b="1">
                <a:latin typeface="Roboto"/>
                <a:ea typeface="Roboto"/>
                <a:cs typeface="Roboto"/>
                <a:sym typeface="Roboto"/>
              </a:rPr>
              <a:t>chọn đáp án</a:t>
            </a:r>
            <a:endParaRPr sz="4200" b="1">
              <a:latin typeface="Roboto"/>
              <a:ea typeface="Roboto"/>
              <a:cs typeface="Roboto"/>
              <a:sym typeface="Roboto"/>
            </a:endParaRPr>
          </a:p>
        </p:txBody>
      </p:sp>
      <p:sp>
        <p:nvSpPr>
          <p:cNvPr id="1055" name="Google Shape;1055;p48"/>
          <p:cNvSpPr/>
          <p:nvPr/>
        </p:nvSpPr>
        <p:spPr>
          <a:xfrm>
            <a:off x="1202275" y="5387800"/>
            <a:ext cx="502200" cy="487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34"/>
                                        </p:tgtEl>
                                        <p:attrNameLst>
                                          <p:attrName>style.visibility</p:attrName>
                                        </p:attrNameLst>
                                      </p:cBhvr>
                                      <p:to>
                                        <p:strVal val="visible"/>
                                      </p:to>
                                    </p:set>
                                    <p:animEffect transition="in" filter="fade">
                                      <p:cBhvr>
                                        <p:cTn id="7" dur="500"/>
                                        <p:tgtEl>
                                          <p:spTgt spid="103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37"/>
                                        </p:tgtEl>
                                        <p:attrNameLst>
                                          <p:attrName>style.visibility</p:attrName>
                                        </p:attrNameLst>
                                      </p:cBhvr>
                                      <p:to>
                                        <p:strVal val="visible"/>
                                      </p:to>
                                    </p:set>
                                    <p:animEffect transition="in" filter="fade">
                                      <p:cBhvr>
                                        <p:cTn id="11" dur="500"/>
                                        <p:tgtEl>
                                          <p:spTgt spid="103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04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4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04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04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04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05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04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04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051"/>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053"/>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054"/>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10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grpSp>
        <p:nvGrpSpPr>
          <p:cNvPr id="1060" name="Google Shape;1060;p49"/>
          <p:cNvGrpSpPr/>
          <p:nvPr/>
        </p:nvGrpSpPr>
        <p:grpSpPr>
          <a:xfrm rot="10800000">
            <a:off x="15044545" y="-741632"/>
            <a:ext cx="7681773" cy="4261259"/>
            <a:chOff x="0" y="-38100"/>
            <a:chExt cx="406400" cy="225405"/>
          </a:xfrm>
        </p:grpSpPr>
        <p:sp>
          <p:nvSpPr>
            <p:cNvPr id="1061" name="Google Shape;1061;p49"/>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62" name="Google Shape;1062;p49"/>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63" name="Google Shape;1063;p49"/>
          <p:cNvSpPr txBox="1"/>
          <p:nvPr/>
        </p:nvSpPr>
        <p:spPr>
          <a:xfrm>
            <a:off x="3748953" y="697907"/>
            <a:ext cx="116874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18345"/>
                </a:solidFill>
                <a:latin typeface="Montserrat"/>
                <a:ea typeface="Montserrat"/>
                <a:cs typeface="Montserrat"/>
                <a:sym typeface="Montserrat"/>
              </a:rPr>
              <a:t>05. </a:t>
            </a:r>
            <a:r>
              <a:rPr lang="en-US" sz="4504" b="1" i="0" u="none" strike="noStrike" cap="none">
                <a:solidFill>
                  <a:srgbClr val="018345"/>
                </a:solidFill>
                <a:latin typeface="Montserrat"/>
                <a:ea typeface="Montserrat"/>
                <a:cs typeface="Montserrat"/>
                <a:sym typeface="Montserrat"/>
              </a:rPr>
              <a:t>Listening </a:t>
            </a:r>
            <a:r>
              <a:rPr lang="en-US" sz="4504" b="1">
                <a:solidFill>
                  <a:srgbClr val="018345"/>
                </a:solidFill>
                <a:latin typeface="Montserrat"/>
                <a:ea typeface="Montserrat"/>
                <a:cs typeface="Montserrat"/>
                <a:sym typeface="Montserrat"/>
              </a:rPr>
              <a:t>Practice - P</a:t>
            </a:r>
            <a:r>
              <a:rPr lang="en-US" sz="4504" b="1" i="0" u="none" strike="noStrike" cap="none">
                <a:solidFill>
                  <a:srgbClr val="018345"/>
                </a:solidFill>
                <a:latin typeface="Montserrat"/>
                <a:ea typeface="Montserrat"/>
                <a:cs typeface="Montserrat"/>
                <a:sym typeface="Montserrat"/>
              </a:rPr>
              <a:t>art 1 </a:t>
            </a:r>
            <a:endParaRPr/>
          </a:p>
        </p:txBody>
      </p:sp>
      <p:sp>
        <p:nvSpPr>
          <p:cNvPr id="1064" name="Google Shape;1064;p49"/>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sp>
        <p:nvSpPr>
          <p:cNvPr id="1065" name="Google Shape;1065;p49"/>
          <p:cNvSpPr/>
          <p:nvPr/>
        </p:nvSpPr>
        <p:spPr>
          <a:xfrm>
            <a:off x="2796077" y="642186"/>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4">
              <a:alphaModFix/>
            </a:blip>
            <a:stretch>
              <a:fillRect/>
            </a:stretch>
          </a:blipFill>
          <a:ln>
            <a:noFill/>
          </a:ln>
        </p:spPr>
      </p:sp>
      <p:sp>
        <p:nvSpPr>
          <p:cNvPr id="1066" name="Google Shape;1066;p49"/>
          <p:cNvSpPr txBox="1"/>
          <p:nvPr/>
        </p:nvSpPr>
        <p:spPr>
          <a:xfrm>
            <a:off x="1043000" y="2165225"/>
            <a:ext cx="7950300" cy="4063500"/>
          </a:xfrm>
          <a:prstGeom prst="rect">
            <a:avLst/>
          </a:prstGeom>
          <a:noFill/>
          <a:ln>
            <a:noFill/>
          </a:ln>
        </p:spPr>
        <p:txBody>
          <a:bodyPr spcFirstLastPara="1" wrap="square" lIns="0" tIns="0" rIns="0" bIns="0" anchor="t" anchorCtr="0">
            <a:spAutoFit/>
          </a:bodyPr>
          <a:lstStyle/>
          <a:p>
            <a:pPr marL="0" marR="0" lvl="0" indent="0" algn="l" rtl="0">
              <a:lnSpc>
                <a:spcPct val="200000"/>
              </a:lnSpc>
              <a:spcBef>
                <a:spcPts val="0"/>
              </a:spcBef>
              <a:spcAft>
                <a:spcPts val="0"/>
              </a:spcAft>
              <a:buNone/>
            </a:pPr>
            <a:r>
              <a:rPr lang="en-US" sz="2400" b="1" i="0" strike="noStrike" cap="none">
                <a:solidFill>
                  <a:srgbClr val="018345"/>
                </a:solidFill>
              </a:rPr>
              <a:t>Question </a:t>
            </a:r>
            <a:r>
              <a:rPr lang="en-US" sz="2400" b="1">
                <a:solidFill>
                  <a:srgbClr val="018345"/>
                </a:solidFill>
              </a:rPr>
              <a:t>4</a:t>
            </a:r>
            <a:r>
              <a:rPr lang="en-US" sz="2400" b="1" i="0" strike="noStrike" cap="none">
                <a:solidFill>
                  <a:srgbClr val="018345"/>
                </a:solidFill>
              </a:rPr>
              <a:t>: </a:t>
            </a:r>
            <a:r>
              <a:rPr lang="en-US" sz="2400" b="1">
                <a:solidFill>
                  <a:srgbClr val="018345"/>
                </a:solidFill>
              </a:rPr>
              <a:t>Who is this announcement probably for? </a:t>
            </a:r>
            <a:endParaRPr>
              <a:solidFill>
                <a:srgbClr val="018345"/>
              </a:solidFill>
            </a:endParaRPr>
          </a:p>
          <a:p>
            <a:pPr marL="0" marR="0" lvl="0" indent="457200" algn="l" rtl="0">
              <a:lnSpc>
                <a:spcPct val="200000"/>
              </a:lnSpc>
              <a:spcBef>
                <a:spcPts val="0"/>
              </a:spcBef>
              <a:spcAft>
                <a:spcPts val="0"/>
              </a:spcAft>
              <a:buNone/>
            </a:pPr>
            <a:r>
              <a:rPr lang="en-US" sz="2400" i="0" strike="noStrike" cap="none">
                <a:solidFill>
                  <a:schemeClr val="dk1"/>
                </a:solidFill>
              </a:rPr>
              <a:t>A. </a:t>
            </a:r>
            <a:r>
              <a:rPr lang="en-US" sz="2400">
                <a:solidFill>
                  <a:schemeClr val="dk1"/>
                </a:solidFill>
              </a:rPr>
              <a:t>Factory employees </a:t>
            </a:r>
            <a:endParaRPr sz="2400" i="0" strike="noStrike" cap="none">
              <a:solidFill>
                <a:schemeClr val="dk1"/>
              </a:solidFill>
            </a:endParaRPr>
          </a:p>
          <a:p>
            <a:pPr marL="457200" marR="0" lvl="0" indent="0" algn="l" rtl="0">
              <a:lnSpc>
                <a:spcPct val="200000"/>
              </a:lnSpc>
              <a:spcBef>
                <a:spcPts val="0"/>
              </a:spcBef>
              <a:spcAft>
                <a:spcPts val="0"/>
              </a:spcAft>
              <a:buNone/>
            </a:pPr>
            <a:r>
              <a:rPr lang="en-US" sz="2400" i="0" strike="noStrike" cap="none">
                <a:solidFill>
                  <a:schemeClr val="dk1"/>
                </a:solidFill>
              </a:rPr>
              <a:t>B. </a:t>
            </a:r>
            <a:r>
              <a:rPr lang="en-US" sz="2400">
                <a:solidFill>
                  <a:schemeClr val="dk1"/>
                </a:solidFill>
              </a:rPr>
              <a:t>Office managers </a:t>
            </a:r>
            <a:endParaRPr/>
          </a:p>
          <a:p>
            <a:pPr marL="457200" marR="0" lvl="0" indent="0" algn="l" rtl="0">
              <a:lnSpc>
                <a:spcPct val="200000"/>
              </a:lnSpc>
              <a:spcBef>
                <a:spcPts val="0"/>
              </a:spcBef>
              <a:spcAft>
                <a:spcPts val="0"/>
              </a:spcAft>
              <a:buNone/>
            </a:pPr>
            <a:r>
              <a:rPr lang="en-US" sz="2400" i="0" strike="noStrike" cap="none">
                <a:solidFill>
                  <a:schemeClr val="dk1"/>
                </a:solidFill>
              </a:rPr>
              <a:t>C. </a:t>
            </a:r>
            <a:r>
              <a:rPr lang="en-US" sz="2400">
                <a:solidFill>
                  <a:schemeClr val="dk1"/>
                </a:solidFill>
              </a:rPr>
              <a:t>Safety supervisors 	</a:t>
            </a:r>
            <a:endParaRPr sz="2400" i="0" strike="noStrike" cap="none">
              <a:solidFill>
                <a:schemeClr val="dk1"/>
              </a:solidFill>
            </a:endParaRPr>
          </a:p>
          <a:p>
            <a:pPr marL="457200" marR="0" lvl="0" indent="0" algn="l" rtl="0">
              <a:lnSpc>
                <a:spcPct val="200000"/>
              </a:lnSpc>
              <a:spcBef>
                <a:spcPts val="0"/>
              </a:spcBef>
              <a:spcAft>
                <a:spcPts val="0"/>
              </a:spcAft>
              <a:buNone/>
            </a:pPr>
            <a:r>
              <a:rPr lang="en-US" sz="2400" i="0" strike="noStrike" cap="none">
                <a:solidFill>
                  <a:schemeClr val="dk1"/>
                </a:solidFill>
              </a:rPr>
              <a:t>D. </a:t>
            </a:r>
            <a:r>
              <a:rPr lang="en-US" sz="2400">
                <a:solidFill>
                  <a:schemeClr val="dk1"/>
                </a:solidFill>
              </a:rPr>
              <a:t>Hotel workers </a:t>
            </a:r>
            <a:endParaRPr/>
          </a:p>
          <a:p>
            <a:pPr marL="0" marR="0" lvl="0" indent="0" algn="l" rtl="0">
              <a:lnSpc>
                <a:spcPct val="150000"/>
              </a:lnSpc>
              <a:spcBef>
                <a:spcPts val="0"/>
              </a:spcBef>
              <a:spcAft>
                <a:spcPts val="0"/>
              </a:spcAft>
              <a:buNone/>
            </a:pPr>
            <a:endParaRPr sz="2400" i="0" strike="noStrike" cap="none">
              <a:solidFill>
                <a:schemeClr val="dk1"/>
              </a:solidFill>
            </a:endParaRPr>
          </a:p>
        </p:txBody>
      </p:sp>
      <p:grpSp>
        <p:nvGrpSpPr>
          <p:cNvPr id="1067" name="Google Shape;1067;p49"/>
          <p:cNvGrpSpPr/>
          <p:nvPr/>
        </p:nvGrpSpPr>
        <p:grpSpPr>
          <a:xfrm>
            <a:off x="-2718010" y="9275955"/>
            <a:ext cx="7950378" cy="1707451"/>
            <a:chOff x="0" y="-384760"/>
            <a:chExt cx="10600504" cy="2276297"/>
          </a:xfrm>
        </p:grpSpPr>
        <p:grpSp>
          <p:nvGrpSpPr>
            <p:cNvPr id="1068" name="Google Shape;1068;p49"/>
            <p:cNvGrpSpPr/>
            <p:nvPr/>
          </p:nvGrpSpPr>
          <p:grpSpPr>
            <a:xfrm>
              <a:off x="0" y="-384760"/>
              <a:ext cx="10600504" cy="2276297"/>
              <a:chOff x="0" y="-38100"/>
              <a:chExt cx="1049690" cy="225405"/>
            </a:xfrm>
          </p:grpSpPr>
          <p:sp>
            <p:nvSpPr>
              <p:cNvPr id="1069" name="Google Shape;1069;p49"/>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070" name="Google Shape;1070;p49"/>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71" name="Google Shape;1071;p49"/>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72" name="Google Shape;1072;p49"/>
          <p:cNvSpPr txBox="1"/>
          <p:nvPr/>
        </p:nvSpPr>
        <p:spPr>
          <a:xfrm>
            <a:off x="807925" y="6848325"/>
            <a:ext cx="80067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u="sng">
                <a:solidFill>
                  <a:schemeClr val="lt2"/>
                </a:solidFill>
                <a:latin typeface="Montserrat"/>
                <a:ea typeface="Montserrat"/>
                <a:cs typeface="Montserrat"/>
                <a:sym typeface="Montserrat"/>
              </a:rPr>
              <a:t>Bước 1:</a:t>
            </a:r>
            <a:r>
              <a:rPr lang="en-US" sz="2200" b="1">
                <a:solidFill>
                  <a:schemeClr val="dk1"/>
                </a:solidFill>
                <a:latin typeface="Montserrat"/>
                <a:ea typeface="Montserrat"/>
                <a:cs typeface="Montserrat"/>
                <a:sym typeface="Montserrat"/>
              </a:rPr>
              <a:t> </a:t>
            </a:r>
            <a:r>
              <a:rPr lang="en-US" sz="2200" b="1">
                <a:latin typeface="Roboto"/>
                <a:ea typeface="Roboto"/>
                <a:cs typeface="Roboto"/>
                <a:sym typeface="Roboto"/>
              </a:rPr>
              <a:t>Đọc câu hỏi và gạch chân từ khóa để đoán ngữ cảnh</a:t>
            </a:r>
            <a:endParaRPr sz="4200" b="1">
              <a:solidFill>
                <a:schemeClr val="dk1"/>
              </a:solidFill>
              <a:latin typeface="Roboto"/>
              <a:ea typeface="Roboto"/>
              <a:cs typeface="Roboto"/>
              <a:sym typeface="Roboto"/>
            </a:endParaRPr>
          </a:p>
        </p:txBody>
      </p:sp>
      <p:sp>
        <p:nvSpPr>
          <p:cNvPr id="1073" name="Google Shape;1073;p49"/>
          <p:cNvSpPr txBox="1"/>
          <p:nvPr/>
        </p:nvSpPr>
        <p:spPr>
          <a:xfrm>
            <a:off x="9144000" y="2022625"/>
            <a:ext cx="80067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b="1" u="sng">
                <a:solidFill>
                  <a:schemeClr val="lt2"/>
                </a:solidFill>
                <a:latin typeface="Montserrat"/>
                <a:ea typeface="Montserrat"/>
                <a:cs typeface="Montserrat"/>
                <a:sym typeface="Montserrat"/>
              </a:rPr>
              <a:t>Bước 2:</a:t>
            </a:r>
            <a:r>
              <a:rPr lang="en-US" sz="2200" b="1">
                <a:solidFill>
                  <a:schemeClr val="dk1"/>
                </a:solidFill>
                <a:latin typeface="Montserrat"/>
                <a:ea typeface="Montserrat"/>
                <a:cs typeface="Montserrat"/>
                <a:sym typeface="Montserrat"/>
              </a:rPr>
              <a:t> </a:t>
            </a:r>
            <a:r>
              <a:rPr lang="en-US" sz="2200" b="1">
                <a:latin typeface="Roboto"/>
                <a:ea typeface="Roboto"/>
                <a:cs typeface="Roboto"/>
                <a:sym typeface="Roboto"/>
              </a:rPr>
              <a:t>Đọc các đáp án và suy đoán nội dung bài và dự đoán từ đồng nghĩa có thể xuất hiện</a:t>
            </a:r>
            <a:endParaRPr sz="4200" b="1">
              <a:solidFill>
                <a:schemeClr val="dk1"/>
              </a:solidFill>
              <a:latin typeface="Roboto"/>
              <a:ea typeface="Roboto"/>
              <a:cs typeface="Roboto"/>
              <a:sym typeface="Roboto"/>
            </a:endParaRPr>
          </a:p>
        </p:txBody>
      </p:sp>
      <p:sp>
        <p:nvSpPr>
          <p:cNvPr id="1074" name="Google Shape;1074;p49"/>
          <p:cNvSpPr txBox="1"/>
          <p:nvPr/>
        </p:nvSpPr>
        <p:spPr>
          <a:xfrm>
            <a:off x="807925" y="7607008"/>
            <a:ext cx="8006700" cy="2158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Đây là một đoạn thông báo➨ </a:t>
            </a:r>
            <a:r>
              <a:rPr lang="en-US" sz="2200" i="1">
                <a:solidFill>
                  <a:srgbClr val="FF0000"/>
                </a:solidFill>
                <a:latin typeface="Roboto"/>
                <a:ea typeface="Roboto"/>
                <a:cs typeface="Roboto"/>
                <a:sym typeface="Roboto"/>
              </a:rPr>
              <a:t>cần xác định thông báo đến ai</a:t>
            </a:r>
            <a:endParaRPr sz="2200" i="1">
              <a:solidFill>
                <a:srgbClr val="FF0000"/>
              </a:solidFill>
              <a:latin typeface="Roboto"/>
              <a:ea typeface="Roboto"/>
              <a:cs typeface="Roboto"/>
              <a:sym typeface="Roboto"/>
            </a:endParaRPr>
          </a:p>
          <a:p>
            <a:pPr marL="0" lvl="0" indent="0" algn="l" rtl="0">
              <a:lnSpc>
                <a:spcPct val="115000"/>
              </a:lnSpc>
              <a:spcBef>
                <a:spcPts val="1000"/>
              </a:spcBef>
              <a:spcAft>
                <a:spcPts val="0"/>
              </a:spcAft>
              <a:buNone/>
            </a:pPr>
            <a:r>
              <a:rPr lang="en-US" sz="2200" i="1">
                <a:solidFill>
                  <a:schemeClr val="dk1"/>
                </a:solidFill>
                <a:latin typeface="Roboto"/>
                <a:ea typeface="Roboto"/>
                <a:cs typeface="Roboto"/>
                <a:sym typeface="Roboto"/>
              </a:rPr>
              <a:t>Trong đoạn thông báo cho đối tượng nào thì sẽ nói rõ là this announcement for + đối tượng ngay ở đoạn đầu ➨  nghe kỹ thông tin ở đoạn đầu bài. </a:t>
            </a:r>
            <a:endParaRPr sz="2200" i="1">
              <a:solidFill>
                <a:srgbClr val="FF0000"/>
              </a:solidFill>
              <a:latin typeface="Roboto"/>
              <a:ea typeface="Roboto"/>
              <a:cs typeface="Roboto"/>
              <a:sym typeface="Roboto"/>
            </a:endParaRPr>
          </a:p>
        </p:txBody>
      </p:sp>
      <p:sp>
        <p:nvSpPr>
          <p:cNvPr id="1075" name="Google Shape;1075;p49"/>
          <p:cNvSpPr txBox="1"/>
          <p:nvPr/>
        </p:nvSpPr>
        <p:spPr>
          <a:xfrm>
            <a:off x="9144000" y="3070700"/>
            <a:ext cx="8006700" cy="1238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A, D:  nhân viên</a:t>
            </a:r>
            <a:endParaRPr sz="2200" i="1">
              <a:solidFill>
                <a:schemeClr val="dk1"/>
              </a:solidFill>
              <a:latin typeface="Roboto"/>
              <a:ea typeface="Roboto"/>
              <a:cs typeface="Roboto"/>
              <a:sym typeface="Roboto"/>
            </a:endParaRPr>
          </a:p>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B, C: quản lý, giám sát</a:t>
            </a:r>
            <a:endParaRPr sz="2200" i="1">
              <a:solidFill>
                <a:schemeClr val="dk1"/>
              </a:solidFill>
              <a:latin typeface="Roboto"/>
              <a:ea typeface="Roboto"/>
              <a:cs typeface="Roboto"/>
              <a:sym typeface="Roboto"/>
            </a:endParaRPr>
          </a:p>
          <a:p>
            <a:pPr marL="0" lvl="0" indent="0" algn="l" rtl="0">
              <a:lnSpc>
                <a:spcPct val="115000"/>
              </a:lnSpc>
              <a:spcBef>
                <a:spcPts val="0"/>
              </a:spcBef>
              <a:spcAft>
                <a:spcPts val="0"/>
              </a:spcAft>
              <a:buNone/>
            </a:pPr>
            <a:endParaRPr sz="2200" i="1">
              <a:solidFill>
                <a:schemeClr val="dk1"/>
              </a:solidFill>
              <a:latin typeface="Roboto"/>
              <a:ea typeface="Roboto"/>
              <a:cs typeface="Roboto"/>
              <a:sym typeface="Roboto"/>
            </a:endParaRPr>
          </a:p>
        </p:txBody>
      </p:sp>
      <p:sp>
        <p:nvSpPr>
          <p:cNvPr id="1076" name="Google Shape;1076;p49"/>
          <p:cNvSpPr txBox="1"/>
          <p:nvPr/>
        </p:nvSpPr>
        <p:spPr>
          <a:xfrm>
            <a:off x="9144000" y="4132027"/>
            <a:ext cx="8006700" cy="1409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Từ vựng có thể xuất hiện: factory, manufact, assembly line, safety procedure…</a:t>
            </a:r>
            <a:endParaRPr sz="2200" i="1">
              <a:solidFill>
                <a:schemeClr val="dk1"/>
              </a:solidFill>
              <a:latin typeface="Roboto"/>
              <a:ea typeface="Roboto"/>
              <a:cs typeface="Roboto"/>
              <a:sym typeface="Roboto"/>
            </a:endParaRPr>
          </a:p>
          <a:p>
            <a:pPr marL="0" lvl="0" indent="0" algn="l" rtl="0">
              <a:lnSpc>
                <a:spcPct val="115000"/>
              </a:lnSpc>
              <a:spcBef>
                <a:spcPts val="0"/>
              </a:spcBef>
              <a:spcAft>
                <a:spcPts val="0"/>
              </a:spcAft>
              <a:buNone/>
            </a:pPr>
            <a:r>
              <a:rPr lang="en-US" sz="2200" i="1">
                <a:solidFill>
                  <a:schemeClr val="dk1"/>
                </a:solidFill>
                <a:latin typeface="Roboto"/>
                <a:ea typeface="Roboto"/>
                <a:cs typeface="Roboto"/>
                <a:sym typeface="Roboto"/>
              </a:rPr>
              <a:t>hoặc: reception, receptionist, check-in,...</a:t>
            </a:r>
            <a:endParaRPr sz="2200" i="1">
              <a:solidFill>
                <a:schemeClr val="dk1"/>
              </a:solidFill>
              <a:latin typeface="Roboto"/>
              <a:ea typeface="Roboto"/>
              <a:cs typeface="Roboto"/>
              <a:sym typeface="Roboto"/>
            </a:endParaRPr>
          </a:p>
        </p:txBody>
      </p:sp>
      <p:sp>
        <p:nvSpPr>
          <p:cNvPr id="1077" name="Google Shape;1077;p49"/>
          <p:cNvSpPr/>
          <p:nvPr/>
        </p:nvSpPr>
        <p:spPr>
          <a:xfrm>
            <a:off x="2796075" y="2133175"/>
            <a:ext cx="751500" cy="426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078" name="Google Shape;1078;p49"/>
          <p:cNvSpPr txBox="1"/>
          <p:nvPr/>
        </p:nvSpPr>
        <p:spPr>
          <a:xfrm>
            <a:off x="904350" y="5937963"/>
            <a:ext cx="28446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latin typeface="Montserrat"/>
                <a:ea typeface="Montserrat"/>
                <a:cs typeface="Montserrat"/>
                <a:sym typeface="Montserrat"/>
              </a:rPr>
              <a:t>Question 4 audio: </a:t>
            </a:r>
            <a:endParaRPr sz="4200">
              <a:latin typeface="Roboto"/>
              <a:ea typeface="Roboto"/>
              <a:cs typeface="Roboto"/>
              <a:sym typeface="Roboto"/>
            </a:endParaRPr>
          </a:p>
        </p:txBody>
      </p:sp>
      <p:sp>
        <p:nvSpPr>
          <p:cNvPr id="1079" name="Google Shape;1079;p49"/>
          <p:cNvSpPr txBox="1"/>
          <p:nvPr/>
        </p:nvSpPr>
        <p:spPr>
          <a:xfrm>
            <a:off x="9144000" y="5581325"/>
            <a:ext cx="80067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b="1" u="sng">
                <a:solidFill>
                  <a:schemeClr val="lt2"/>
                </a:solidFill>
                <a:latin typeface="Montserrat"/>
                <a:ea typeface="Montserrat"/>
                <a:cs typeface="Montserrat"/>
                <a:sym typeface="Montserrat"/>
              </a:rPr>
              <a:t>Bước 3:</a:t>
            </a:r>
            <a:r>
              <a:rPr lang="en-US" sz="2200" b="1">
                <a:solidFill>
                  <a:schemeClr val="dk1"/>
                </a:solidFill>
                <a:latin typeface="Montserrat"/>
                <a:ea typeface="Montserrat"/>
                <a:cs typeface="Montserrat"/>
                <a:sym typeface="Montserrat"/>
              </a:rPr>
              <a:t> </a:t>
            </a:r>
            <a:r>
              <a:rPr lang="en-US" sz="2200" b="1">
                <a:latin typeface="Roboto"/>
                <a:ea typeface="Roboto"/>
                <a:cs typeface="Roboto"/>
                <a:sym typeface="Roboto"/>
              </a:rPr>
              <a:t>Take note các thông tin trong khi nghe</a:t>
            </a:r>
            <a:endParaRPr sz="4200" b="1">
              <a:solidFill>
                <a:schemeClr val="dk1"/>
              </a:solidFill>
              <a:latin typeface="Roboto"/>
              <a:ea typeface="Roboto"/>
              <a:cs typeface="Roboto"/>
              <a:sym typeface="Roboto"/>
            </a:endParaRPr>
          </a:p>
        </p:txBody>
      </p:sp>
      <p:sp>
        <p:nvSpPr>
          <p:cNvPr id="1080" name="Google Shape;1080;p49"/>
          <p:cNvSpPr txBox="1"/>
          <p:nvPr/>
        </p:nvSpPr>
        <p:spPr>
          <a:xfrm>
            <a:off x="9162125" y="6534375"/>
            <a:ext cx="8006700" cy="647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200" b="1" u="sng">
                <a:solidFill>
                  <a:schemeClr val="lt2"/>
                </a:solidFill>
                <a:latin typeface="Montserrat"/>
                <a:ea typeface="Montserrat"/>
                <a:cs typeface="Montserrat"/>
                <a:sym typeface="Montserrat"/>
              </a:rPr>
              <a:t>Bước 4:</a:t>
            </a:r>
            <a:r>
              <a:rPr lang="en-US" sz="2200" b="1">
                <a:solidFill>
                  <a:schemeClr val="dk1"/>
                </a:solidFill>
                <a:latin typeface="Montserrat"/>
                <a:ea typeface="Montserrat"/>
                <a:cs typeface="Montserrat"/>
                <a:sym typeface="Montserrat"/>
              </a:rPr>
              <a:t> </a:t>
            </a:r>
            <a:r>
              <a:rPr lang="en-US" sz="2200" b="1">
                <a:latin typeface="Roboto"/>
                <a:ea typeface="Roboto"/>
                <a:cs typeface="Roboto"/>
                <a:sym typeface="Roboto"/>
              </a:rPr>
              <a:t>Loại ngay các đáp án không được nhắc tới. Dựa vào thông tin vừa nghe và take note được </a:t>
            </a:r>
            <a:r>
              <a:rPr lang="en-US" sz="2200" i="1">
                <a:solidFill>
                  <a:schemeClr val="dk1"/>
                </a:solidFill>
                <a:latin typeface="Roboto"/>
                <a:ea typeface="Roboto"/>
                <a:cs typeface="Roboto"/>
                <a:sym typeface="Roboto"/>
              </a:rPr>
              <a:t>➨  </a:t>
            </a:r>
            <a:r>
              <a:rPr lang="en-US" sz="2200" b="1">
                <a:latin typeface="Roboto"/>
                <a:ea typeface="Roboto"/>
                <a:cs typeface="Roboto"/>
                <a:sym typeface="Roboto"/>
              </a:rPr>
              <a:t>chọn đáp án</a:t>
            </a:r>
            <a:endParaRPr sz="4200" b="1">
              <a:latin typeface="Roboto"/>
              <a:ea typeface="Roboto"/>
              <a:cs typeface="Roboto"/>
              <a:sym typeface="Roboto"/>
            </a:endParaRPr>
          </a:p>
        </p:txBody>
      </p:sp>
      <p:pic>
        <p:nvPicPr>
          <p:cNvPr id="1081" name="Google Shape;1081;p49" title="04. Question 4.mp3">
            <a:hlinkClick r:id="rId5"/>
          </p:cNvPr>
          <p:cNvPicPr preferRelativeResize="0"/>
          <p:nvPr/>
        </p:nvPicPr>
        <p:blipFill>
          <a:blip r:embed="rId6">
            <a:alphaModFix/>
          </a:blip>
          <a:stretch>
            <a:fillRect/>
          </a:stretch>
        </p:blipFill>
        <p:spPr>
          <a:xfrm>
            <a:off x="3748956" y="5793288"/>
            <a:ext cx="885775" cy="885775"/>
          </a:xfrm>
          <a:prstGeom prst="rect">
            <a:avLst/>
          </a:prstGeom>
          <a:noFill/>
          <a:ln>
            <a:noFill/>
          </a:ln>
        </p:spPr>
      </p:pic>
      <p:sp>
        <p:nvSpPr>
          <p:cNvPr id="1082" name="Google Shape;1082;p49"/>
          <p:cNvSpPr/>
          <p:nvPr/>
        </p:nvSpPr>
        <p:spPr>
          <a:xfrm>
            <a:off x="1339250" y="2876525"/>
            <a:ext cx="502200" cy="487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63"/>
                                        </p:tgtEl>
                                        <p:attrNameLst>
                                          <p:attrName>style.visibility</p:attrName>
                                        </p:attrNameLst>
                                      </p:cBhvr>
                                      <p:to>
                                        <p:strVal val="visible"/>
                                      </p:to>
                                    </p:set>
                                    <p:animEffect transition="in" filter="fade">
                                      <p:cBhvr>
                                        <p:cTn id="7" dur="500"/>
                                        <p:tgtEl>
                                          <p:spTgt spid="106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66"/>
                                        </p:tgtEl>
                                        <p:attrNameLst>
                                          <p:attrName>style.visibility</p:attrName>
                                        </p:attrNameLst>
                                      </p:cBhvr>
                                      <p:to>
                                        <p:strVal val="visible"/>
                                      </p:to>
                                    </p:set>
                                    <p:animEffect transition="in" filter="fade">
                                      <p:cBhvr>
                                        <p:cTn id="11" dur="500"/>
                                        <p:tgtEl>
                                          <p:spTgt spid="106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07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07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07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07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07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07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07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07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08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0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p50"/>
          <p:cNvSpPr txBox="1"/>
          <p:nvPr/>
        </p:nvSpPr>
        <p:spPr>
          <a:xfrm>
            <a:off x="2522651" y="2461595"/>
            <a:ext cx="11653500" cy="6464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1" i="0" strike="noStrike" cap="none">
                <a:solidFill>
                  <a:srgbClr val="018345"/>
                </a:solidFill>
                <a:latin typeface="Roboto"/>
                <a:ea typeface="Roboto"/>
                <a:cs typeface="Roboto"/>
                <a:sym typeface="Roboto"/>
              </a:rPr>
              <a:t>Question 5: What is the purpose of the message? </a:t>
            </a:r>
            <a:endParaRPr>
              <a:solidFill>
                <a:srgbClr val="018345"/>
              </a:solidFill>
            </a:endParaRPr>
          </a:p>
          <a:p>
            <a:pPr marL="0" marR="0" lvl="0" indent="0" algn="l" rtl="0">
              <a:lnSpc>
                <a:spcPct val="150000"/>
              </a:lnSpc>
              <a:spcBef>
                <a:spcPts val="0"/>
              </a:spcBef>
              <a:spcAft>
                <a:spcPts val="0"/>
              </a:spcAft>
              <a:buNone/>
            </a:pPr>
            <a:r>
              <a:rPr lang="en-US" sz="2400" b="0" i="0" strike="noStrike" cap="none">
                <a:solidFill>
                  <a:schemeClr val="dk1"/>
                </a:solidFill>
                <a:latin typeface="Roboto"/>
                <a:ea typeface="Roboto"/>
                <a:cs typeface="Roboto"/>
                <a:sym typeface="Roboto"/>
              </a:rPr>
              <a:t>A. To make a reservation at a restaurant 	          B. To ask about a new employee </a:t>
            </a:r>
            <a:endParaRPr/>
          </a:p>
          <a:p>
            <a:pPr marL="0" marR="0" lvl="0" indent="0" algn="l" rtl="0">
              <a:lnSpc>
                <a:spcPct val="150000"/>
              </a:lnSpc>
              <a:spcBef>
                <a:spcPts val="0"/>
              </a:spcBef>
              <a:spcAft>
                <a:spcPts val="0"/>
              </a:spcAft>
              <a:buNone/>
            </a:pPr>
            <a:r>
              <a:rPr lang="en-US" sz="2400" b="0" i="0" strike="noStrike" cap="none">
                <a:solidFill>
                  <a:schemeClr val="dk1"/>
                </a:solidFill>
                <a:latin typeface="Roboto"/>
                <a:ea typeface="Roboto"/>
                <a:cs typeface="Roboto"/>
                <a:sym typeface="Roboto"/>
              </a:rPr>
              <a:t>C. To invite a co-worker for dinner 	            </a:t>
            </a:r>
            <a:r>
              <a:rPr lang="en-US" sz="2400">
                <a:solidFill>
                  <a:schemeClr val="dk1"/>
                </a:solidFill>
                <a:latin typeface="Roboto"/>
                <a:ea typeface="Roboto"/>
                <a:cs typeface="Roboto"/>
                <a:sym typeface="Roboto"/>
              </a:rPr>
              <a:t>    </a:t>
            </a:r>
            <a:r>
              <a:rPr lang="en-US" sz="2400" b="0" i="0" strike="noStrike" cap="none">
                <a:solidFill>
                  <a:schemeClr val="dk1"/>
                </a:solidFill>
                <a:latin typeface="Roboto"/>
                <a:ea typeface="Roboto"/>
                <a:cs typeface="Roboto"/>
                <a:sym typeface="Roboto"/>
              </a:rPr>
              <a:t>D. To offer a ride home </a:t>
            </a:r>
            <a:endParaRPr/>
          </a:p>
          <a:p>
            <a:pPr marL="0" marR="0" lvl="0" indent="0" algn="l" rtl="0">
              <a:lnSpc>
                <a:spcPct val="150000"/>
              </a:lnSpc>
              <a:spcBef>
                <a:spcPts val="0"/>
              </a:spcBef>
              <a:spcAft>
                <a:spcPts val="0"/>
              </a:spcAft>
              <a:buNone/>
            </a:pPr>
            <a:r>
              <a:rPr lang="en-US" sz="2400" b="1" i="0" strike="noStrike" cap="none">
                <a:solidFill>
                  <a:srgbClr val="018345"/>
                </a:solidFill>
                <a:latin typeface="Roboto"/>
                <a:ea typeface="Roboto"/>
                <a:cs typeface="Roboto"/>
                <a:sym typeface="Roboto"/>
              </a:rPr>
              <a:t>Question 6: What is this message about? </a:t>
            </a:r>
            <a:endParaRPr>
              <a:solidFill>
                <a:srgbClr val="018345"/>
              </a:solidFill>
            </a:endParaRPr>
          </a:p>
          <a:p>
            <a:pPr marL="0" marR="0" lvl="0" indent="0" algn="l" rtl="0">
              <a:lnSpc>
                <a:spcPct val="150000"/>
              </a:lnSpc>
              <a:spcBef>
                <a:spcPts val="0"/>
              </a:spcBef>
              <a:spcAft>
                <a:spcPts val="0"/>
              </a:spcAft>
              <a:buNone/>
            </a:pPr>
            <a:r>
              <a:rPr lang="en-US" sz="2400" b="0" i="0" strike="noStrike" cap="none">
                <a:solidFill>
                  <a:schemeClr val="dk1"/>
                </a:solidFill>
                <a:latin typeface="Roboto"/>
                <a:ea typeface="Roboto"/>
                <a:cs typeface="Roboto"/>
                <a:sym typeface="Roboto"/>
              </a:rPr>
              <a:t>A. A new security policy 				  	          B. The business hours </a:t>
            </a:r>
            <a:endParaRPr/>
          </a:p>
          <a:p>
            <a:pPr marL="0" marR="0" lvl="0" indent="0" algn="l" rtl="0">
              <a:lnSpc>
                <a:spcPct val="150000"/>
              </a:lnSpc>
              <a:spcBef>
                <a:spcPts val="0"/>
              </a:spcBef>
              <a:spcAft>
                <a:spcPts val="0"/>
              </a:spcAft>
              <a:buNone/>
            </a:pPr>
            <a:r>
              <a:rPr lang="en-US" sz="2400" b="0" i="0" strike="noStrike" cap="none">
                <a:solidFill>
                  <a:schemeClr val="dk1"/>
                </a:solidFill>
                <a:latin typeface="Roboto"/>
                <a:ea typeface="Roboto"/>
                <a:cs typeface="Roboto"/>
                <a:sym typeface="Roboto"/>
              </a:rPr>
              <a:t>C. An office relocation 						          D. A permanent closure </a:t>
            </a:r>
            <a:endParaRPr/>
          </a:p>
          <a:p>
            <a:pPr marL="0" marR="0" lvl="0" indent="0" algn="l" rtl="0">
              <a:lnSpc>
                <a:spcPct val="150000"/>
              </a:lnSpc>
              <a:spcBef>
                <a:spcPts val="0"/>
              </a:spcBef>
              <a:spcAft>
                <a:spcPts val="0"/>
              </a:spcAft>
              <a:buNone/>
            </a:pPr>
            <a:r>
              <a:rPr lang="en-US" sz="2400" b="1" i="0" strike="noStrike" cap="none">
                <a:solidFill>
                  <a:srgbClr val="018345"/>
                </a:solidFill>
                <a:latin typeface="Roboto"/>
                <a:ea typeface="Roboto"/>
                <a:cs typeface="Roboto"/>
                <a:sym typeface="Roboto"/>
              </a:rPr>
              <a:t>Question 7: What is the purpose of the message? </a:t>
            </a:r>
            <a:endParaRPr>
              <a:solidFill>
                <a:srgbClr val="018345"/>
              </a:solidFill>
            </a:endParaRPr>
          </a:p>
          <a:p>
            <a:pPr marL="0" marR="0" lvl="0" indent="0" algn="l" rtl="0">
              <a:lnSpc>
                <a:spcPct val="150000"/>
              </a:lnSpc>
              <a:spcBef>
                <a:spcPts val="0"/>
              </a:spcBef>
              <a:spcAft>
                <a:spcPts val="0"/>
              </a:spcAft>
              <a:buNone/>
            </a:pPr>
            <a:r>
              <a:rPr lang="en-US" sz="2400" b="0" i="0" strike="noStrike" cap="none">
                <a:solidFill>
                  <a:schemeClr val="dk1"/>
                </a:solidFill>
                <a:latin typeface="Roboto"/>
                <a:ea typeface="Roboto"/>
                <a:cs typeface="Roboto"/>
                <a:sym typeface="Roboto"/>
              </a:rPr>
              <a:t>A. To make an appointment			             </a:t>
            </a:r>
            <a:r>
              <a:rPr lang="en-US" sz="2400">
                <a:solidFill>
                  <a:schemeClr val="dk1"/>
                </a:solidFill>
                <a:latin typeface="Roboto"/>
                <a:ea typeface="Roboto"/>
                <a:cs typeface="Roboto"/>
                <a:sym typeface="Roboto"/>
              </a:rPr>
              <a:t>   </a:t>
            </a:r>
            <a:r>
              <a:rPr lang="en-US" sz="2400" b="0" i="0" strike="noStrike" cap="none">
                <a:solidFill>
                  <a:schemeClr val="dk1"/>
                </a:solidFill>
                <a:latin typeface="Roboto"/>
                <a:ea typeface="Roboto"/>
                <a:cs typeface="Roboto"/>
                <a:sym typeface="Roboto"/>
              </a:rPr>
              <a:t>B. To offer a position </a:t>
            </a:r>
            <a:endParaRPr/>
          </a:p>
          <a:p>
            <a:pPr marL="0" marR="0" lvl="0" indent="0" algn="l" rtl="0">
              <a:lnSpc>
                <a:spcPct val="150000"/>
              </a:lnSpc>
              <a:spcBef>
                <a:spcPts val="0"/>
              </a:spcBef>
              <a:spcAft>
                <a:spcPts val="0"/>
              </a:spcAft>
              <a:buNone/>
            </a:pPr>
            <a:r>
              <a:rPr lang="en-US" sz="2400" b="0" i="0" strike="noStrike" cap="none">
                <a:solidFill>
                  <a:schemeClr val="dk1"/>
                </a:solidFill>
                <a:latin typeface="Roboto"/>
                <a:ea typeface="Roboto"/>
                <a:cs typeface="Roboto"/>
                <a:sym typeface="Roboto"/>
              </a:rPr>
              <a:t>C. To cancel an interview 					         </a:t>
            </a:r>
            <a:r>
              <a:rPr lang="en-US" sz="2400">
                <a:solidFill>
                  <a:schemeClr val="dk1"/>
                </a:solidFill>
                <a:latin typeface="Roboto"/>
                <a:ea typeface="Roboto"/>
                <a:cs typeface="Roboto"/>
                <a:sym typeface="Roboto"/>
              </a:rPr>
              <a:t> </a:t>
            </a:r>
            <a:r>
              <a:rPr lang="en-US" sz="2400" b="0" i="0" strike="noStrike" cap="none">
                <a:solidFill>
                  <a:schemeClr val="dk1"/>
                </a:solidFill>
                <a:latin typeface="Roboto"/>
                <a:ea typeface="Roboto"/>
                <a:cs typeface="Roboto"/>
                <a:sym typeface="Roboto"/>
              </a:rPr>
              <a:t>D. To confirm receipt of an application </a:t>
            </a:r>
            <a:endParaRPr/>
          </a:p>
          <a:p>
            <a:pPr marL="0" marR="0" lvl="0" indent="0" algn="l" rtl="0">
              <a:lnSpc>
                <a:spcPct val="150000"/>
              </a:lnSpc>
              <a:spcBef>
                <a:spcPts val="0"/>
              </a:spcBef>
              <a:spcAft>
                <a:spcPts val="0"/>
              </a:spcAft>
              <a:buNone/>
            </a:pPr>
            <a:r>
              <a:rPr lang="en-US" sz="2400" b="1" i="0" strike="noStrike" cap="none">
                <a:solidFill>
                  <a:srgbClr val="018345"/>
                </a:solidFill>
                <a:latin typeface="Roboto"/>
                <a:ea typeface="Roboto"/>
                <a:cs typeface="Roboto"/>
                <a:sym typeface="Roboto"/>
              </a:rPr>
              <a:t>Question 8: Who is the speaker? </a:t>
            </a:r>
            <a:endParaRPr>
              <a:solidFill>
                <a:srgbClr val="018345"/>
              </a:solidFill>
            </a:endParaRPr>
          </a:p>
          <a:p>
            <a:pPr marL="0" marR="0" lvl="0" indent="0" algn="l" rtl="0">
              <a:lnSpc>
                <a:spcPct val="150000"/>
              </a:lnSpc>
              <a:spcBef>
                <a:spcPts val="0"/>
              </a:spcBef>
              <a:spcAft>
                <a:spcPts val="0"/>
              </a:spcAft>
              <a:buNone/>
            </a:pPr>
            <a:r>
              <a:rPr lang="en-US" sz="2400" b="0" i="0" strike="noStrike" cap="none">
                <a:solidFill>
                  <a:schemeClr val="dk1"/>
                </a:solidFill>
                <a:latin typeface="Roboto"/>
                <a:ea typeface="Roboto"/>
                <a:cs typeface="Roboto"/>
                <a:sym typeface="Roboto"/>
              </a:rPr>
              <a:t>A. A new employee 						 	         B. The founder </a:t>
            </a:r>
            <a:endParaRPr/>
          </a:p>
          <a:p>
            <a:pPr marL="0" marR="0" lvl="0" indent="0" algn="l" rtl="0">
              <a:lnSpc>
                <a:spcPct val="150000"/>
              </a:lnSpc>
              <a:spcBef>
                <a:spcPts val="0"/>
              </a:spcBef>
              <a:spcAft>
                <a:spcPts val="0"/>
              </a:spcAft>
              <a:buNone/>
            </a:pPr>
            <a:r>
              <a:rPr lang="en-US" sz="2400" b="0" i="0" strike="noStrike" cap="none">
                <a:solidFill>
                  <a:schemeClr val="dk1"/>
                </a:solidFill>
                <a:latin typeface="Roboto"/>
                <a:ea typeface="Roboto"/>
                <a:cs typeface="Roboto"/>
                <a:sym typeface="Roboto"/>
              </a:rPr>
              <a:t>C. The chairman of the board 				         D. The personnel director</a:t>
            </a:r>
            <a:endParaRPr/>
          </a:p>
        </p:txBody>
      </p:sp>
      <p:cxnSp>
        <p:nvCxnSpPr>
          <p:cNvPr id="1088" name="Google Shape;1088;p50"/>
          <p:cNvCxnSpPr/>
          <p:nvPr/>
        </p:nvCxnSpPr>
        <p:spPr>
          <a:xfrm>
            <a:off x="-249883" y="5125235"/>
            <a:ext cx="5303400" cy="0"/>
          </a:xfrm>
          <a:prstGeom prst="straightConnector1">
            <a:avLst/>
          </a:prstGeom>
          <a:noFill/>
          <a:ln w="38100" cap="flat" cmpd="sng">
            <a:solidFill>
              <a:srgbClr val="FFFFFF"/>
            </a:solidFill>
            <a:prstDash val="solid"/>
            <a:round/>
            <a:headEnd type="none" w="sm" len="sm"/>
            <a:tailEnd type="none" w="sm" len="sm"/>
          </a:ln>
        </p:spPr>
      </p:cxnSp>
      <p:grpSp>
        <p:nvGrpSpPr>
          <p:cNvPr id="1089" name="Google Shape;1089;p50"/>
          <p:cNvGrpSpPr/>
          <p:nvPr/>
        </p:nvGrpSpPr>
        <p:grpSpPr>
          <a:xfrm rot="10800000">
            <a:off x="15044545" y="-741632"/>
            <a:ext cx="7681773" cy="4261259"/>
            <a:chOff x="0" y="-38100"/>
            <a:chExt cx="406400" cy="225405"/>
          </a:xfrm>
        </p:grpSpPr>
        <p:sp>
          <p:nvSpPr>
            <p:cNvPr id="1090" name="Google Shape;1090;p50"/>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91" name="Google Shape;1091;p50"/>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2" name="Google Shape;1092;p50"/>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sp>
        <p:nvSpPr>
          <p:cNvPr id="1093" name="Google Shape;1093;p50"/>
          <p:cNvSpPr/>
          <p:nvPr/>
        </p:nvSpPr>
        <p:spPr>
          <a:xfrm>
            <a:off x="2380602" y="489786"/>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4">
              <a:alphaModFix/>
            </a:blip>
            <a:stretch>
              <a:fillRect/>
            </a:stretch>
          </a:blipFill>
          <a:ln>
            <a:noFill/>
          </a:ln>
        </p:spPr>
      </p:sp>
      <p:sp>
        <p:nvSpPr>
          <p:cNvPr id="1094" name="Google Shape;1094;p50"/>
          <p:cNvSpPr txBox="1"/>
          <p:nvPr/>
        </p:nvSpPr>
        <p:spPr>
          <a:xfrm>
            <a:off x="2522651" y="1650225"/>
            <a:ext cx="4183800" cy="4617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3000" b="1" i="0" u="none" strike="noStrike" cap="none">
                <a:solidFill>
                  <a:srgbClr val="018345"/>
                </a:solidFill>
                <a:latin typeface="Roboto"/>
                <a:ea typeface="Roboto"/>
                <a:cs typeface="Roboto"/>
                <a:sym typeface="Roboto"/>
              </a:rPr>
              <a:t>PART 1: Questions </a:t>
            </a:r>
            <a:r>
              <a:rPr lang="en-US" sz="3000" b="1">
                <a:solidFill>
                  <a:srgbClr val="018345"/>
                </a:solidFill>
                <a:latin typeface="Roboto"/>
                <a:ea typeface="Roboto"/>
                <a:cs typeface="Roboto"/>
                <a:sym typeface="Roboto"/>
              </a:rPr>
              <a:t>5</a:t>
            </a:r>
            <a:r>
              <a:rPr lang="en-US" sz="3000" b="1" i="0" u="none" strike="noStrike" cap="none">
                <a:solidFill>
                  <a:srgbClr val="018345"/>
                </a:solidFill>
                <a:latin typeface="Roboto"/>
                <a:ea typeface="Roboto"/>
                <a:cs typeface="Roboto"/>
                <a:sym typeface="Roboto"/>
              </a:rPr>
              <a:t>-8 </a:t>
            </a:r>
            <a:endParaRPr/>
          </a:p>
        </p:txBody>
      </p:sp>
      <p:grpSp>
        <p:nvGrpSpPr>
          <p:cNvPr id="1095" name="Google Shape;1095;p50"/>
          <p:cNvGrpSpPr/>
          <p:nvPr/>
        </p:nvGrpSpPr>
        <p:grpSpPr>
          <a:xfrm>
            <a:off x="-2718010" y="9275955"/>
            <a:ext cx="7950378" cy="1707451"/>
            <a:chOff x="0" y="-384760"/>
            <a:chExt cx="10600504" cy="2276297"/>
          </a:xfrm>
        </p:grpSpPr>
        <p:grpSp>
          <p:nvGrpSpPr>
            <p:cNvPr id="1096" name="Google Shape;1096;p50"/>
            <p:cNvGrpSpPr/>
            <p:nvPr/>
          </p:nvGrpSpPr>
          <p:grpSpPr>
            <a:xfrm>
              <a:off x="0" y="-384760"/>
              <a:ext cx="10600504" cy="2276297"/>
              <a:chOff x="0" y="-38100"/>
              <a:chExt cx="1049690" cy="225405"/>
            </a:xfrm>
          </p:grpSpPr>
          <p:sp>
            <p:nvSpPr>
              <p:cNvPr id="1097" name="Google Shape;1097;p50"/>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098" name="Google Shape;1098;p50"/>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9" name="Google Shape;1099;p50"/>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100" name="Google Shape;1100;p50" title="05. Question 5.mp3">
            <a:hlinkClick r:id="rId5"/>
          </p:cNvPr>
          <p:cNvPicPr preferRelativeResize="0"/>
          <p:nvPr/>
        </p:nvPicPr>
        <p:blipFill>
          <a:blip r:embed="rId6">
            <a:alphaModFix/>
          </a:blip>
          <a:stretch>
            <a:fillRect/>
          </a:stretch>
        </p:blipFill>
        <p:spPr>
          <a:xfrm>
            <a:off x="1243924" y="2219035"/>
            <a:ext cx="865150" cy="865150"/>
          </a:xfrm>
          <a:prstGeom prst="rect">
            <a:avLst/>
          </a:prstGeom>
          <a:noFill/>
          <a:ln>
            <a:noFill/>
          </a:ln>
        </p:spPr>
      </p:pic>
      <p:pic>
        <p:nvPicPr>
          <p:cNvPr id="1101" name="Google Shape;1101;p50" title="08. Question 8.mp3">
            <a:hlinkClick r:id="rId7"/>
          </p:cNvPr>
          <p:cNvPicPr preferRelativeResize="0"/>
          <p:nvPr/>
        </p:nvPicPr>
        <p:blipFill>
          <a:blip r:embed="rId6">
            <a:alphaModFix/>
          </a:blip>
          <a:stretch>
            <a:fillRect/>
          </a:stretch>
        </p:blipFill>
        <p:spPr>
          <a:xfrm>
            <a:off x="1314725" y="7197450"/>
            <a:ext cx="865150" cy="865150"/>
          </a:xfrm>
          <a:prstGeom prst="rect">
            <a:avLst/>
          </a:prstGeom>
          <a:noFill/>
          <a:ln>
            <a:noFill/>
          </a:ln>
        </p:spPr>
      </p:pic>
      <p:sp>
        <p:nvSpPr>
          <p:cNvPr id="1102" name="Google Shape;1102;p50"/>
          <p:cNvSpPr txBox="1"/>
          <p:nvPr/>
        </p:nvSpPr>
        <p:spPr>
          <a:xfrm>
            <a:off x="3698803" y="545520"/>
            <a:ext cx="116874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18345"/>
                </a:solidFill>
                <a:latin typeface="Montserrat"/>
                <a:ea typeface="Montserrat"/>
                <a:cs typeface="Montserrat"/>
                <a:sym typeface="Montserrat"/>
              </a:rPr>
              <a:t>05. </a:t>
            </a:r>
            <a:r>
              <a:rPr lang="en-US" sz="4504" b="1" i="0" u="none" strike="noStrike" cap="none">
                <a:solidFill>
                  <a:srgbClr val="018345"/>
                </a:solidFill>
                <a:latin typeface="Montserrat"/>
                <a:ea typeface="Montserrat"/>
                <a:cs typeface="Montserrat"/>
                <a:sym typeface="Montserrat"/>
              </a:rPr>
              <a:t>Listening </a:t>
            </a:r>
            <a:r>
              <a:rPr lang="en-US" sz="4504" b="1">
                <a:solidFill>
                  <a:srgbClr val="018345"/>
                </a:solidFill>
                <a:latin typeface="Montserrat"/>
                <a:ea typeface="Montserrat"/>
                <a:cs typeface="Montserrat"/>
                <a:sym typeface="Montserrat"/>
              </a:rPr>
              <a:t>Practice - P</a:t>
            </a:r>
            <a:r>
              <a:rPr lang="en-US" sz="4504" b="1" i="0" u="none" strike="noStrike" cap="none">
                <a:solidFill>
                  <a:srgbClr val="018345"/>
                </a:solidFill>
                <a:latin typeface="Montserrat"/>
                <a:ea typeface="Montserrat"/>
                <a:cs typeface="Montserrat"/>
                <a:sym typeface="Montserrat"/>
              </a:rPr>
              <a:t>art 1 </a:t>
            </a:r>
            <a:endParaRPr/>
          </a:p>
        </p:txBody>
      </p:sp>
      <p:pic>
        <p:nvPicPr>
          <p:cNvPr id="1103" name="Google Shape;1103;p50" title="06. Question 6">
            <a:hlinkClick r:id="rId8"/>
          </p:cNvPr>
          <p:cNvPicPr preferRelativeResize="0"/>
          <p:nvPr/>
        </p:nvPicPr>
        <p:blipFill>
          <a:blip r:embed="rId6">
            <a:alphaModFix/>
          </a:blip>
          <a:stretch>
            <a:fillRect/>
          </a:stretch>
        </p:blipFill>
        <p:spPr>
          <a:xfrm>
            <a:off x="1238525" y="3806725"/>
            <a:ext cx="941350" cy="941350"/>
          </a:xfrm>
          <a:prstGeom prst="rect">
            <a:avLst/>
          </a:prstGeom>
          <a:noFill/>
          <a:ln>
            <a:noFill/>
          </a:ln>
        </p:spPr>
      </p:pic>
      <p:pic>
        <p:nvPicPr>
          <p:cNvPr id="1104" name="Google Shape;1104;p50" title="07. Question 7">
            <a:hlinkClick r:id="rId9"/>
          </p:cNvPr>
          <p:cNvPicPr preferRelativeResize="0"/>
          <p:nvPr/>
        </p:nvPicPr>
        <p:blipFill>
          <a:blip r:embed="rId6">
            <a:alphaModFix/>
          </a:blip>
          <a:stretch>
            <a:fillRect/>
          </a:stretch>
        </p:blipFill>
        <p:spPr>
          <a:xfrm>
            <a:off x="1314725" y="5502375"/>
            <a:ext cx="865150" cy="8651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4"/>
                                        </p:tgtEl>
                                        <p:attrNameLst>
                                          <p:attrName>style.visibility</p:attrName>
                                        </p:attrNameLst>
                                      </p:cBhvr>
                                      <p:to>
                                        <p:strVal val="visible"/>
                                      </p:to>
                                    </p:set>
                                    <p:anim calcmode="lin" valueType="num">
                                      <p:cBhvr additive="base">
                                        <p:cTn id="7" dur="500"/>
                                        <p:tgtEl>
                                          <p:spTgt spid="1094"/>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87"/>
                                        </p:tgtEl>
                                        <p:attrNameLst>
                                          <p:attrName>style.visibility</p:attrName>
                                        </p:attrNameLst>
                                      </p:cBhvr>
                                      <p:to>
                                        <p:strVal val="visible"/>
                                      </p:to>
                                    </p:set>
                                    <p:animEffect transition="in" filter="fade">
                                      <p:cBhvr>
                                        <p:cTn id="11" dur="500"/>
                                        <p:tgtEl>
                                          <p:spTgt spid="10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09" name="Google Shape;1109;p51"/>
          <p:cNvSpPr txBox="1"/>
          <p:nvPr/>
        </p:nvSpPr>
        <p:spPr>
          <a:xfrm>
            <a:off x="2522651" y="2461595"/>
            <a:ext cx="11653500" cy="6464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1" i="0" strike="noStrike" cap="none">
                <a:solidFill>
                  <a:srgbClr val="018345"/>
                </a:solidFill>
                <a:latin typeface="Roboto"/>
                <a:ea typeface="Roboto"/>
                <a:cs typeface="Roboto"/>
                <a:sym typeface="Roboto"/>
              </a:rPr>
              <a:t>Question 5: What is the purpose of the message? </a:t>
            </a:r>
            <a:endParaRPr>
              <a:solidFill>
                <a:srgbClr val="018345"/>
              </a:solidFill>
            </a:endParaRPr>
          </a:p>
          <a:p>
            <a:pPr marL="0" marR="0" lvl="0" indent="0" algn="l" rtl="0">
              <a:lnSpc>
                <a:spcPct val="150000"/>
              </a:lnSpc>
              <a:spcBef>
                <a:spcPts val="0"/>
              </a:spcBef>
              <a:spcAft>
                <a:spcPts val="0"/>
              </a:spcAft>
              <a:buNone/>
            </a:pPr>
            <a:r>
              <a:rPr lang="en-US" sz="2400" b="0" i="0" strike="noStrike" cap="none">
                <a:solidFill>
                  <a:schemeClr val="dk1"/>
                </a:solidFill>
                <a:latin typeface="Roboto"/>
                <a:ea typeface="Roboto"/>
                <a:cs typeface="Roboto"/>
                <a:sym typeface="Roboto"/>
              </a:rPr>
              <a:t>A. To make a reservation at a restaurant 	          B. To ask about a new employee </a:t>
            </a:r>
            <a:endParaRPr/>
          </a:p>
          <a:p>
            <a:pPr marL="0" marR="0" lvl="0" indent="0" algn="l" rtl="0">
              <a:lnSpc>
                <a:spcPct val="150000"/>
              </a:lnSpc>
              <a:spcBef>
                <a:spcPts val="0"/>
              </a:spcBef>
              <a:spcAft>
                <a:spcPts val="0"/>
              </a:spcAft>
              <a:buNone/>
            </a:pPr>
            <a:r>
              <a:rPr lang="en-US" sz="2400" b="0" i="0" strike="noStrike" cap="none">
                <a:solidFill>
                  <a:schemeClr val="dk1"/>
                </a:solidFill>
                <a:latin typeface="Roboto"/>
                <a:ea typeface="Roboto"/>
                <a:cs typeface="Roboto"/>
                <a:sym typeface="Roboto"/>
              </a:rPr>
              <a:t>C. To invite a co-worker for dinner 	            </a:t>
            </a:r>
            <a:r>
              <a:rPr lang="en-US" sz="2400">
                <a:solidFill>
                  <a:schemeClr val="dk1"/>
                </a:solidFill>
                <a:latin typeface="Roboto"/>
                <a:ea typeface="Roboto"/>
                <a:cs typeface="Roboto"/>
                <a:sym typeface="Roboto"/>
              </a:rPr>
              <a:t>    </a:t>
            </a:r>
            <a:r>
              <a:rPr lang="en-US" sz="2400" b="0" i="0" strike="noStrike" cap="none">
                <a:solidFill>
                  <a:schemeClr val="dk1"/>
                </a:solidFill>
                <a:latin typeface="Roboto"/>
                <a:ea typeface="Roboto"/>
                <a:cs typeface="Roboto"/>
                <a:sym typeface="Roboto"/>
              </a:rPr>
              <a:t>D. To offer a ride home </a:t>
            </a:r>
            <a:endParaRPr/>
          </a:p>
          <a:p>
            <a:pPr marL="0" marR="0" lvl="0" indent="0" algn="l" rtl="0">
              <a:lnSpc>
                <a:spcPct val="150000"/>
              </a:lnSpc>
              <a:spcBef>
                <a:spcPts val="0"/>
              </a:spcBef>
              <a:spcAft>
                <a:spcPts val="0"/>
              </a:spcAft>
              <a:buNone/>
            </a:pPr>
            <a:r>
              <a:rPr lang="en-US" sz="2400" b="1" i="0" strike="noStrike" cap="none">
                <a:solidFill>
                  <a:srgbClr val="018345"/>
                </a:solidFill>
                <a:latin typeface="Roboto"/>
                <a:ea typeface="Roboto"/>
                <a:cs typeface="Roboto"/>
                <a:sym typeface="Roboto"/>
              </a:rPr>
              <a:t>Question 6: What is this message about? </a:t>
            </a:r>
            <a:endParaRPr>
              <a:solidFill>
                <a:srgbClr val="018345"/>
              </a:solidFill>
            </a:endParaRPr>
          </a:p>
          <a:p>
            <a:pPr marL="0" marR="0" lvl="0" indent="0" algn="l" rtl="0">
              <a:lnSpc>
                <a:spcPct val="150000"/>
              </a:lnSpc>
              <a:spcBef>
                <a:spcPts val="0"/>
              </a:spcBef>
              <a:spcAft>
                <a:spcPts val="0"/>
              </a:spcAft>
              <a:buNone/>
            </a:pPr>
            <a:r>
              <a:rPr lang="en-US" sz="2400" b="0" i="0" strike="noStrike" cap="none">
                <a:solidFill>
                  <a:schemeClr val="dk1"/>
                </a:solidFill>
                <a:latin typeface="Roboto"/>
                <a:ea typeface="Roboto"/>
                <a:cs typeface="Roboto"/>
                <a:sym typeface="Roboto"/>
              </a:rPr>
              <a:t>A. A new security policy 				  	          B. The business hours </a:t>
            </a:r>
            <a:endParaRPr/>
          </a:p>
          <a:p>
            <a:pPr marL="0" marR="0" lvl="0" indent="0" algn="l" rtl="0">
              <a:lnSpc>
                <a:spcPct val="150000"/>
              </a:lnSpc>
              <a:spcBef>
                <a:spcPts val="0"/>
              </a:spcBef>
              <a:spcAft>
                <a:spcPts val="0"/>
              </a:spcAft>
              <a:buNone/>
            </a:pPr>
            <a:r>
              <a:rPr lang="en-US" sz="2400" b="0" i="0" strike="noStrike" cap="none">
                <a:solidFill>
                  <a:schemeClr val="dk1"/>
                </a:solidFill>
                <a:latin typeface="Roboto"/>
                <a:ea typeface="Roboto"/>
                <a:cs typeface="Roboto"/>
                <a:sym typeface="Roboto"/>
              </a:rPr>
              <a:t>C. An office relocation 						          D. A permanent closure </a:t>
            </a:r>
            <a:endParaRPr/>
          </a:p>
          <a:p>
            <a:pPr marL="0" marR="0" lvl="0" indent="0" algn="l" rtl="0">
              <a:lnSpc>
                <a:spcPct val="150000"/>
              </a:lnSpc>
              <a:spcBef>
                <a:spcPts val="0"/>
              </a:spcBef>
              <a:spcAft>
                <a:spcPts val="0"/>
              </a:spcAft>
              <a:buNone/>
            </a:pPr>
            <a:r>
              <a:rPr lang="en-US" sz="2400" b="1" i="0" strike="noStrike" cap="none">
                <a:solidFill>
                  <a:srgbClr val="018345"/>
                </a:solidFill>
                <a:latin typeface="Roboto"/>
                <a:ea typeface="Roboto"/>
                <a:cs typeface="Roboto"/>
                <a:sym typeface="Roboto"/>
              </a:rPr>
              <a:t>Question 7: What is the purpose of the message? </a:t>
            </a:r>
            <a:endParaRPr>
              <a:solidFill>
                <a:srgbClr val="018345"/>
              </a:solidFill>
            </a:endParaRPr>
          </a:p>
          <a:p>
            <a:pPr marL="0" marR="0" lvl="0" indent="0" algn="l" rtl="0">
              <a:lnSpc>
                <a:spcPct val="150000"/>
              </a:lnSpc>
              <a:spcBef>
                <a:spcPts val="0"/>
              </a:spcBef>
              <a:spcAft>
                <a:spcPts val="0"/>
              </a:spcAft>
              <a:buNone/>
            </a:pPr>
            <a:r>
              <a:rPr lang="en-US" sz="2400" b="0" i="0" strike="noStrike" cap="none">
                <a:solidFill>
                  <a:schemeClr val="dk1"/>
                </a:solidFill>
                <a:latin typeface="Roboto"/>
                <a:ea typeface="Roboto"/>
                <a:cs typeface="Roboto"/>
                <a:sym typeface="Roboto"/>
              </a:rPr>
              <a:t>A. To make an appointment			             </a:t>
            </a:r>
            <a:r>
              <a:rPr lang="en-US" sz="2400">
                <a:solidFill>
                  <a:schemeClr val="dk1"/>
                </a:solidFill>
                <a:latin typeface="Roboto"/>
                <a:ea typeface="Roboto"/>
                <a:cs typeface="Roboto"/>
                <a:sym typeface="Roboto"/>
              </a:rPr>
              <a:t>   </a:t>
            </a:r>
            <a:r>
              <a:rPr lang="en-US" sz="2400" b="0" i="0" strike="noStrike" cap="none">
                <a:solidFill>
                  <a:schemeClr val="dk1"/>
                </a:solidFill>
                <a:latin typeface="Roboto"/>
                <a:ea typeface="Roboto"/>
                <a:cs typeface="Roboto"/>
                <a:sym typeface="Roboto"/>
              </a:rPr>
              <a:t>B. To offer a position </a:t>
            </a:r>
            <a:endParaRPr/>
          </a:p>
          <a:p>
            <a:pPr marL="0" marR="0" lvl="0" indent="0" algn="l" rtl="0">
              <a:lnSpc>
                <a:spcPct val="150000"/>
              </a:lnSpc>
              <a:spcBef>
                <a:spcPts val="0"/>
              </a:spcBef>
              <a:spcAft>
                <a:spcPts val="0"/>
              </a:spcAft>
              <a:buNone/>
            </a:pPr>
            <a:r>
              <a:rPr lang="en-US" sz="2400" b="0" i="0" strike="noStrike" cap="none">
                <a:solidFill>
                  <a:schemeClr val="dk1"/>
                </a:solidFill>
                <a:latin typeface="Roboto"/>
                <a:ea typeface="Roboto"/>
                <a:cs typeface="Roboto"/>
                <a:sym typeface="Roboto"/>
              </a:rPr>
              <a:t>C. To cancel an interview 					         </a:t>
            </a:r>
            <a:r>
              <a:rPr lang="en-US" sz="2400">
                <a:solidFill>
                  <a:schemeClr val="dk1"/>
                </a:solidFill>
                <a:latin typeface="Roboto"/>
                <a:ea typeface="Roboto"/>
                <a:cs typeface="Roboto"/>
                <a:sym typeface="Roboto"/>
              </a:rPr>
              <a:t> </a:t>
            </a:r>
            <a:r>
              <a:rPr lang="en-US" sz="2400" b="0" i="0" strike="noStrike" cap="none">
                <a:solidFill>
                  <a:schemeClr val="dk1"/>
                </a:solidFill>
                <a:latin typeface="Roboto"/>
                <a:ea typeface="Roboto"/>
                <a:cs typeface="Roboto"/>
                <a:sym typeface="Roboto"/>
              </a:rPr>
              <a:t>D. To confirm receipt of an application </a:t>
            </a:r>
            <a:endParaRPr/>
          </a:p>
          <a:p>
            <a:pPr marL="0" marR="0" lvl="0" indent="0" algn="l" rtl="0">
              <a:lnSpc>
                <a:spcPct val="150000"/>
              </a:lnSpc>
              <a:spcBef>
                <a:spcPts val="0"/>
              </a:spcBef>
              <a:spcAft>
                <a:spcPts val="0"/>
              </a:spcAft>
              <a:buNone/>
            </a:pPr>
            <a:r>
              <a:rPr lang="en-US" sz="2400" b="1" i="0" strike="noStrike" cap="none">
                <a:solidFill>
                  <a:srgbClr val="018345"/>
                </a:solidFill>
                <a:latin typeface="Roboto"/>
                <a:ea typeface="Roboto"/>
                <a:cs typeface="Roboto"/>
                <a:sym typeface="Roboto"/>
              </a:rPr>
              <a:t>Question 8: Who is the speaker? </a:t>
            </a:r>
            <a:endParaRPr>
              <a:solidFill>
                <a:srgbClr val="018345"/>
              </a:solidFill>
            </a:endParaRPr>
          </a:p>
          <a:p>
            <a:pPr marL="0" marR="0" lvl="0" indent="0" algn="l" rtl="0">
              <a:lnSpc>
                <a:spcPct val="150000"/>
              </a:lnSpc>
              <a:spcBef>
                <a:spcPts val="0"/>
              </a:spcBef>
              <a:spcAft>
                <a:spcPts val="0"/>
              </a:spcAft>
              <a:buNone/>
            </a:pPr>
            <a:r>
              <a:rPr lang="en-US" sz="2400" b="0" i="0" strike="noStrike" cap="none">
                <a:solidFill>
                  <a:schemeClr val="dk1"/>
                </a:solidFill>
                <a:latin typeface="Roboto"/>
                <a:ea typeface="Roboto"/>
                <a:cs typeface="Roboto"/>
                <a:sym typeface="Roboto"/>
              </a:rPr>
              <a:t>A. A new employee 						 	         B. The founder </a:t>
            </a:r>
            <a:endParaRPr/>
          </a:p>
          <a:p>
            <a:pPr marL="0" marR="0" lvl="0" indent="0" algn="l" rtl="0">
              <a:lnSpc>
                <a:spcPct val="150000"/>
              </a:lnSpc>
              <a:spcBef>
                <a:spcPts val="0"/>
              </a:spcBef>
              <a:spcAft>
                <a:spcPts val="0"/>
              </a:spcAft>
              <a:buNone/>
            </a:pPr>
            <a:r>
              <a:rPr lang="en-US" sz="2400" b="0" i="0" strike="noStrike" cap="none">
                <a:solidFill>
                  <a:schemeClr val="dk1"/>
                </a:solidFill>
                <a:latin typeface="Roboto"/>
                <a:ea typeface="Roboto"/>
                <a:cs typeface="Roboto"/>
                <a:sym typeface="Roboto"/>
              </a:rPr>
              <a:t>C. The chairman of the board 				         D. The personnel director</a:t>
            </a:r>
            <a:endParaRPr/>
          </a:p>
        </p:txBody>
      </p:sp>
      <p:cxnSp>
        <p:nvCxnSpPr>
          <p:cNvPr id="1110" name="Google Shape;1110;p51"/>
          <p:cNvCxnSpPr/>
          <p:nvPr/>
        </p:nvCxnSpPr>
        <p:spPr>
          <a:xfrm>
            <a:off x="-249883" y="5125235"/>
            <a:ext cx="5303400" cy="0"/>
          </a:xfrm>
          <a:prstGeom prst="straightConnector1">
            <a:avLst/>
          </a:prstGeom>
          <a:noFill/>
          <a:ln w="38100" cap="flat" cmpd="sng">
            <a:solidFill>
              <a:srgbClr val="FFFFFF"/>
            </a:solidFill>
            <a:prstDash val="solid"/>
            <a:round/>
            <a:headEnd type="none" w="sm" len="sm"/>
            <a:tailEnd type="none" w="sm" len="sm"/>
          </a:ln>
        </p:spPr>
      </p:cxnSp>
      <p:grpSp>
        <p:nvGrpSpPr>
          <p:cNvPr id="1111" name="Google Shape;1111;p51"/>
          <p:cNvGrpSpPr/>
          <p:nvPr/>
        </p:nvGrpSpPr>
        <p:grpSpPr>
          <a:xfrm rot="10800000">
            <a:off x="15044545" y="-741632"/>
            <a:ext cx="7681773" cy="4261259"/>
            <a:chOff x="0" y="-38100"/>
            <a:chExt cx="406400" cy="225405"/>
          </a:xfrm>
        </p:grpSpPr>
        <p:sp>
          <p:nvSpPr>
            <p:cNvPr id="1112" name="Google Shape;1112;p51"/>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113" name="Google Shape;1113;p51"/>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14" name="Google Shape;1114;p51"/>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sp>
        <p:nvSpPr>
          <p:cNvPr id="1115" name="Google Shape;1115;p51"/>
          <p:cNvSpPr/>
          <p:nvPr/>
        </p:nvSpPr>
        <p:spPr>
          <a:xfrm>
            <a:off x="2380602" y="489786"/>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4">
              <a:alphaModFix/>
            </a:blip>
            <a:stretch>
              <a:fillRect/>
            </a:stretch>
          </a:blipFill>
          <a:ln>
            <a:noFill/>
          </a:ln>
        </p:spPr>
      </p:sp>
      <p:sp>
        <p:nvSpPr>
          <p:cNvPr id="1116" name="Google Shape;1116;p51"/>
          <p:cNvSpPr txBox="1"/>
          <p:nvPr/>
        </p:nvSpPr>
        <p:spPr>
          <a:xfrm>
            <a:off x="2522651" y="1650225"/>
            <a:ext cx="4183800" cy="4617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3000" b="1" i="0" u="none" strike="noStrike" cap="none">
                <a:solidFill>
                  <a:srgbClr val="018345"/>
                </a:solidFill>
                <a:latin typeface="Roboto"/>
                <a:ea typeface="Roboto"/>
                <a:cs typeface="Roboto"/>
                <a:sym typeface="Roboto"/>
              </a:rPr>
              <a:t>PART 1: Questions </a:t>
            </a:r>
            <a:r>
              <a:rPr lang="en-US" sz="3000" b="1">
                <a:solidFill>
                  <a:srgbClr val="018345"/>
                </a:solidFill>
                <a:latin typeface="Roboto"/>
                <a:ea typeface="Roboto"/>
                <a:cs typeface="Roboto"/>
                <a:sym typeface="Roboto"/>
              </a:rPr>
              <a:t>5</a:t>
            </a:r>
            <a:r>
              <a:rPr lang="en-US" sz="3000" b="1" i="0" u="none" strike="noStrike" cap="none">
                <a:solidFill>
                  <a:srgbClr val="018345"/>
                </a:solidFill>
                <a:latin typeface="Roboto"/>
                <a:ea typeface="Roboto"/>
                <a:cs typeface="Roboto"/>
                <a:sym typeface="Roboto"/>
              </a:rPr>
              <a:t>-8 </a:t>
            </a:r>
            <a:endParaRPr/>
          </a:p>
        </p:txBody>
      </p:sp>
      <p:grpSp>
        <p:nvGrpSpPr>
          <p:cNvPr id="1117" name="Google Shape;1117;p51"/>
          <p:cNvGrpSpPr/>
          <p:nvPr/>
        </p:nvGrpSpPr>
        <p:grpSpPr>
          <a:xfrm>
            <a:off x="-2718010" y="9275955"/>
            <a:ext cx="7950378" cy="1707451"/>
            <a:chOff x="0" y="-384760"/>
            <a:chExt cx="10600504" cy="2276297"/>
          </a:xfrm>
        </p:grpSpPr>
        <p:grpSp>
          <p:nvGrpSpPr>
            <p:cNvPr id="1118" name="Google Shape;1118;p51"/>
            <p:cNvGrpSpPr/>
            <p:nvPr/>
          </p:nvGrpSpPr>
          <p:grpSpPr>
            <a:xfrm>
              <a:off x="0" y="-384760"/>
              <a:ext cx="10600504" cy="2276297"/>
              <a:chOff x="0" y="-38100"/>
              <a:chExt cx="1049690" cy="225405"/>
            </a:xfrm>
          </p:grpSpPr>
          <p:sp>
            <p:nvSpPr>
              <p:cNvPr id="1119" name="Google Shape;1119;p51"/>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120" name="Google Shape;1120;p51"/>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21" name="Google Shape;1121;p51"/>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122" name="Google Shape;1122;p51" title="05. Question 5.mp3">
            <a:hlinkClick r:id="rId5"/>
          </p:cNvPr>
          <p:cNvPicPr preferRelativeResize="0"/>
          <p:nvPr/>
        </p:nvPicPr>
        <p:blipFill>
          <a:blip r:embed="rId6">
            <a:alphaModFix/>
          </a:blip>
          <a:stretch>
            <a:fillRect/>
          </a:stretch>
        </p:blipFill>
        <p:spPr>
          <a:xfrm>
            <a:off x="1243924" y="2219035"/>
            <a:ext cx="865150" cy="865150"/>
          </a:xfrm>
          <a:prstGeom prst="rect">
            <a:avLst/>
          </a:prstGeom>
          <a:noFill/>
          <a:ln>
            <a:noFill/>
          </a:ln>
        </p:spPr>
      </p:pic>
      <p:pic>
        <p:nvPicPr>
          <p:cNvPr id="1123" name="Google Shape;1123;p51" title="06. Question 6.mp3">
            <a:hlinkClick r:id="rId7"/>
          </p:cNvPr>
          <p:cNvPicPr preferRelativeResize="0"/>
          <p:nvPr/>
        </p:nvPicPr>
        <p:blipFill>
          <a:blip r:embed="rId6">
            <a:alphaModFix/>
          </a:blip>
          <a:stretch>
            <a:fillRect/>
          </a:stretch>
        </p:blipFill>
        <p:spPr>
          <a:xfrm>
            <a:off x="1228500" y="5536225"/>
            <a:ext cx="865150" cy="865150"/>
          </a:xfrm>
          <a:prstGeom prst="rect">
            <a:avLst/>
          </a:prstGeom>
          <a:noFill/>
          <a:ln>
            <a:noFill/>
          </a:ln>
        </p:spPr>
      </p:pic>
      <p:pic>
        <p:nvPicPr>
          <p:cNvPr id="1124" name="Google Shape;1124;p51" title="07. Question 7.mp3">
            <a:hlinkClick r:id="rId8"/>
          </p:cNvPr>
          <p:cNvPicPr preferRelativeResize="0"/>
          <p:nvPr/>
        </p:nvPicPr>
        <p:blipFill>
          <a:blip r:embed="rId6">
            <a:alphaModFix/>
          </a:blip>
          <a:stretch>
            <a:fillRect/>
          </a:stretch>
        </p:blipFill>
        <p:spPr>
          <a:xfrm>
            <a:off x="1152300" y="3915725"/>
            <a:ext cx="865150" cy="865150"/>
          </a:xfrm>
          <a:prstGeom prst="rect">
            <a:avLst/>
          </a:prstGeom>
          <a:noFill/>
          <a:ln>
            <a:noFill/>
          </a:ln>
        </p:spPr>
      </p:pic>
      <p:pic>
        <p:nvPicPr>
          <p:cNvPr id="1125" name="Google Shape;1125;p51" title="08. Question 8.mp3">
            <a:hlinkClick r:id="rId9"/>
          </p:cNvPr>
          <p:cNvPicPr preferRelativeResize="0"/>
          <p:nvPr/>
        </p:nvPicPr>
        <p:blipFill>
          <a:blip r:embed="rId6">
            <a:alphaModFix/>
          </a:blip>
          <a:stretch>
            <a:fillRect/>
          </a:stretch>
        </p:blipFill>
        <p:spPr>
          <a:xfrm>
            <a:off x="1238525" y="7197450"/>
            <a:ext cx="865150" cy="865150"/>
          </a:xfrm>
          <a:prstGeom prst="rect">
            <a:avLst/>
          </a:prstGeom>
          <a:noFill/>
          <a:ln>
            <a:noFill/>
          </a:ln>
        </p:spPr>
      </p:pic>
      <p:sp>
        <p:nvSpPr>
          <p:cNvPr id="1126" name="Google Shape;1126;p51"/>
          <p:cNvSpPr/>
          <p:nvPr/>
        </p:nvSpPr>
        <p:spPr>
          <a:xfrm>
            <a:off x="2380600" y="3519625"/>
            <a:ext cx="502200" cy="487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27" name="Google Shape;1127;p51"/>
          <p:cNvSpPr/>
          <p:nvPr/>
        </p:nvSpPr>
        <p:spPr>
          <a:xfrm>
            <a:off x="2380600" y="5125225"/>
            <a:ext cx="502200" cy="487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28" name="Google Shape;1128;p51"/>
          <p:cNvSpPr/>
          <p:nvPr/>
        </p:nvSpPr>
        <p:spPr>
          <a:xfrm>
            <a:off x="2380600" y="6243625"/>
            <a:ext cx="502200" cy="487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29" name="Google Shape;1129;p51"/>
          <p:cNvSpPr/>
          <p:nvPr/>
        </p:nvSpPr>
        <p:spPr>
          <a:xfrm>
            <a:off x="8552400" y="7900850"/>
            <a:ext cx="502200" cy="487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30" name="Google Shape;1130;p51"/>
          <p:cNvSpPr txBox="1"/>
          <p:nvPr/>
        </p:nvSpPr>
        <p:spPr>
          <a:xfrm>
            <a:off x="3698800" y="495225"/>
            <a:ext cx="107613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18345"/>
                </a:solidFill>
                <a:latin typeface="Montserrat"/>
                <a:ea typeface="Montserrat"/>
                <a:cs typeface="Montserrat"/>
                <a:sym typeface="Montserrat"/>
              </a:rPr>
              <a:t>05. </a:t>
            </a:r>
            <a:r>
              <a:rPr lang="en-US" sz="4504" b="1" i="0" u="none" strike="noStrike" cap="none">
                <a:solidFill>
                  <a:srgbClr val="018345"/>
                </a:solidFill>
                <a:latin typeface="Montserrat"/>
                <a:ea typeface="Montserrat"/>
                <a:cs typeface="Montserrat"/>
                <a:sym typeface="Montserrat"/>
              </a:rPr>
              <a:t>Listening P</a:t>
            </a:r>
            <a:r>
              <a:rPr lang="en-US" sz="4504" b="1">
                <a:solidFill>
                  <a:srgbClr val="018345"/>
                </a:solidFill>
                <a:latin typeface="Montserrat"/>
                <a:ea typeface="Montserrat"/>
                <a:cs typeface="Montserrat"/>
                <a:sym typeface="Montserrat"/>
              </a:rPr>
              <a:t>ractice: P</a:t>
            </a:r>
            <a:r>
              <a:rPr lang="en-US" sz="4504" b="1" i="0" u="none" strike="noStrike" cap="none">
                <a:solidFill>
                  <a:srgbClr val="018345"/>
                </a:solidFill>
                <a:latin typeface="Montserrat"/>
                <a:ea typeface="Montserrat"/>
                <a:cs typeface="Montserrat"/>
                <a:sym typeface="Montserrat"/>
              </a:rPr>
              <a:t>art 1</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16"/>
                                        </p:tgtEl>
                                        <p:attrNameLst>
                                          <p:attrName>style.visibility</p:attrName>
                                        </p:attrNameLst>
                                      </p:cBhvr>
                                      <p:to>
                                        <p:strVal val="visible"/>
                                      </p:to>
                                    </p:set>
                                    <p:anim calcmode="lin" valueType="num">
                                      <p:cBhvr additive="base">
                                        <p:cTn id="7" dur="500"/>
                                        <p:tgtEl>
                                          <p:spTgt spid="1116"/>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109"/>
                                        </p:tgtEl>
                                        <p:attrNameLst>
                                          <p:attrName>style.visibility</p:attrName>
                                        </p:attrNameLst>
                                      </p:cBhvr>
                                      <p:to>
                                        <p:strVal val="visible"/>
                                      </p:to>
                                    </p:set>
                                    <p:animEffect transition="in" filter="fade">
                                      <p:cBhvr>
                                        <p:cTn id="11" dur="500"/>
                                        <p:tgtEl>
                                          <p:spTgt spid="110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12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12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12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1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4"/>
        <p:cNvGrpSpPr/>
        <p:nvPr/>
      </p:nvGrpSpPr>
      <p:grpSpPr>
        <a:xfrm>
          <a:off x="0" y="0"/>
          <a:ext cx="0" cy="0"/>
          <a:chOff x="0" y="0"/>
          <a:chExt cx="0" cy="0"/>
        </a:xfrm>
      </p:grpSpPr>
      <p:grpSp>
        <p:nvGrpSpPr>
          <p:cNvPr id="1135" name="Google Shape;1135;p52"/>
          <p:cNvGrpSpPr/>
          <p:nvPr/>
        </p:nvGrpSpPr>
        <p:grpSpPr>
          <a:xfrm rot="10800000">
            <a:off x="15044545" y="-741632"/>
            <a:ext cx="7681773" cy="4261259"/>
            <a:chOff x="0" y="-38100"/>
            <a:chExt cx="406400" cy="225405"/>
          </a:xfrm>
        </p:grpSpPr>
        <p:sp>
          <p:nvSpPr>
            <p:cNvPr id="1136" name="Google Shape;1136;p52"/>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137" name="Google Shape;1137;p52"/>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38" name="Google Shape;1138;p52"/>
          <p:cNvSpPr txBox="1"/>
          <p:nvPr/>
        </p:nvSpPr>
        <p:spPr>
          <a:xfrm>
            <a:off x="1967125" y="565975"/>
            <a:ext cx="122103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18345"/>
                </a:solidFill>
                <a:latin typeface="Montserrat"/>
                <a:ea typeface="Montserrat"/>
                <a:cs typeface="Montserrat"/>
                <a:sym typeface="Montserrat"/>
              </a:rPr>
              <a:t>06. </a:t>
            </a:r>
            <a:r>
              <a:rPr lang="en-US" sz="4504" b="1" i="0" u="none" strike="noStrike" cap="none">
                <a:solidFill>
                  <a:srgbClr val="018345"/>
                </a:solidFill>
                <a:latin typeface="Montserrat"/>
                <a:ea typeface="Montserrat"/>
                <a:cs typeface="Montserrat"/>
                <a:sym typeface="Montserrat"/>
              </a:rPr>
              <a:t>Listening Practice: P</a:t>
            </a:r>
            <a:r>
              <a:rPr lang="en-US" sz="4504" b="1">
                <a:solidFill>
                  <a:srgbClr val="018345"/>
                </a:solidFill>
                <a:latin typeface="Montserrat"/>
                <a:ea typeface="Montserrat"/>
                <a:cs typeface="Montserrat"/>
                <a:sym typeface="Montserrat"/>
              </a:rPr>
              <a:t>art 2</a:t>
            </a:r>
            <a:endParaRPr/>
          </a:p>
        </p:txBody>
      </p:sp>
      <p:sp>
        <p:nvSpPr>
          <p:cNvPr id="1139" name="Google Shape;1139;p52" descr="Books with solid fill"/>
          <p:cNvSpPr/>
          <p:nvPr/>
        </p:nvSpPr>
        <p:spPr>
          <a:xfrm>
            <a:off x="3241317" y="7155698"/>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1140" name="Google Shape;1140;p52"/>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1141" name="Google Shape;1141;p52"/>
          <p:cNvSpPr/>
          <p:nvPr/>
        </p:nvSpPr>
        <p:spPr>
          <a:xfrm>
            <a:off x="1002202" y="489786"/>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5">
              <a:alphaModFix/>
            </a:blip>
            <a:stretch>
              <a:fillRect/>
            </a:stretch>
          </a:blipFill>
          <a:ln>
            <a:noFill/>
          </a:ln>
        </p:spPr>
      </p:sp>
      <p:sp>
        <p:nvSpPr>
          <p:cNvPr id="1142" name="Google Shape;1142;p52"/>
          <p:cNvSpPr txBox="1"/>
          <p:nvPr/>
        </p:nvSpPr>
        <p:spPr>
          <a:xfrm>
            <a:off x="1002204" y="1540700"/>
            <a:ext cx="15378900" cy="431100"/>
          </a:xfrm>
          <a:prstGeom prst="rect">
            <a:avLst/>
          </a:prstGeom>
          <a:noFill/>
          <a:ln>
            <a:noFill/>
          </a:ln>
        </p:spPr>
        <p:txBody>
          <a:bodyPr spcFirstLastPara="1" wrap="square" lIns="0" tIns="0" rIns="0" bIns="0" anchor="t" anchorCtr="0">
            <a:spAutoFit/>
          </a:bodyPr>
          <a:lstStyle/>
          <a:p>
            <a:pPr marL="0" marR="0" lvl="0" indent="0" algn="just" rtl="0">
              <a:lnSpc>
                <a:spcPct val="128571"/>
              </a:lnSpc>
              <a:spcBef>
                <a:spcPts val="0"/>
              </a:spcBef>
              <a:spcAft>
                <a:spcPts val="0"/>
              </a:spcAft>
              <a:buNone/>
            </a:pPr>
            <a:r>
              <a:rPr lang="en-US" sz="2800" b="1" i="0" u="none" strike="noStrike" cap="none">
                <a:solidFill>
                  <a:srgbClr val="018345"/>
                </a:solidFill>
                <a:latin typeface="Roboto"/>
                <a:ea typeface="Roboto"/>
                <a:cs typeface="Roboto"/>
                <a:sym typeface="Roboto"/>
              </a:rPr>
              <a:t>PART 2: You will hear a journalist interviewing Geoff Thompson, a British sportsman. </a:t>
            </a:r>
            <a:endParaRPr/>
          </a:p>
        </p:txBody>
      </p:sp>
      <p:grpSp>
        <p:nvGrpSpPr>
          <p:cNvPr id="1143" name="Google Shape;1143;p52"/>
          <p:cNvGrpSpPr/>
          <p:nvPr/>
        </p:nvGrpSpPr>
        <p:grpSpPr>
          <a:xfrm>
            <a:off x="-2718010" y="9580755"/>
            <a:ext cx="7950378" cy="1707451"/>
            <a:chOff x="0" y="-384760"/>
            <a:chExt cx="10600504" cy="2276297"/>
          </a:xfrm>
        </p:grpSpPr>
        <p:grpSp>
          <p:nvGrpSpPr>
            <p:cNvPr id="1144" name="Google Shape;1144;p52"/>
            <p:cNvGrpSpPr/>
            <p:nvPr/>
          </p:nvGrpSpPr>
          <p:grpSpPr>
            <a:xfrm>
              <a:off x="0" y="-384760"/>
              <a:ext cx="10600504" cy="2276297"/>
              <a:chOff x="0" y="-38100"/>
              <a:chExt cx="1049690" cy="225405"/>
            </a:xfrm>
          </p:grpSpPr>
          <p:sp>
            <p:nvSpPr>
              <p:cNvPr id="1145" name="Google Shape;1145;p52"/>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146" name="Google Shape;1146;p52"/>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47" name="Google Shape;1147;p52"/>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148" name="Google Shape;1148;p52"/>
          <p:cNvPicPr preferRelativeResize="0"/>
          <p:nvPr/>
        </p:nvPicPr>
        <p:blipFill>
          <a:blip r:embed="rId6">
            <a:alphaModFix/>
          </a:blip>
          <a:stretch>
            <a:fillRect/>
          </a:stretch>
        </p:blipFill>
        <p:spPr>
          <a:xfrm>
            <a:off x="1043000" y="2379587"/>
            <a:ext cx="8162875" cy="6080850"/>
          </a:xfrm>
          <a:prstGeom prst="rect">
            <a:avLst/>
          </a:prstGeom>
          <a:noFill/>
          <a:ln>
            <a:noFill/>
          </a:ln>
        </p:spPr>
      </p:pic>
      <p:sp>
        <p:nvSpPr>
          <p:cNvPr id="1149" name="Google Shape;1149;p52"/>
          <p:cNvSpPr/>
          <p:nvPr/>
        </p:nvSpPr>
        <p:spPr>
          <a:xfrm>
            <a:off x="10640825" y="2369300"/>
            <a:ext cx="4577700" cy="922800"/>
          </a:xfrm>
          <a:prstGeom prst="homePlate">
            <a:avLst>
              <a:gd name="adj" fmla="val 50000"/>
            </a:avLst>
          </a:prstGeom>
          <a:solidFill>
            <a:srgbClr val="A4C2F4"/>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Roboto"/>
                <a:ea typeface="Roboto"/>
                <a:cs typeface="Roboto"/>
                <a:sym typeface="Roboto"/>
              </a:rPr>
              <a:t>Conversation 1 thường dễ hơn Conversation 2-3</a:t>
            </a:r>
            <a:endParaRPr sz="2100">
              <a:latin typeface="Roboto"/>
              <a:ea typeface="Roboto"/>
              <a:cs typeface="Roboto"/>
              <a:sym typeface="Roboto"/>
            </a:endParaRPr>
          </a:p>
        </p:txBody>
      </p:sp>
      <p:sp>
        <p:nvSpPr>
          <p:cNvPr id="1150" name="Google Shape;1150;p52"/>
          <p:cNvSpPr/>
          <p:nvPr/>
        </p:nvSpPr>
        <p:spPr>
          <a:xfrm>
            <a:off x="10640825" y="3677125"/>
            <a:ext cx="4577700" cy="922800"/>
          </a:xfrm>
          <a:prstGeom prst="homePlate">
            <a:avLst>
              <a:gd name="adj" fmla="val 50000"/>
            </a:avLst>
          </a:prstGeom>
          <a:solidFill>
            <a:srgbClr val="FFF2CC"/>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Roboto"/>
                <a:ea typeface="Roboto"/>
                <a:cs typeface="Roboto"/>
                <a:sym typeface="Roboto"/>
              </a:rPr>
              <a:t>Áp dụng đúng các chiến lược trước-trong-sau khi nghe </a:t>
            </a:r>
            <a:endParaRPr sz="2100">
              <a:latin typeface="Roboto"/>
              <a:ea typeface="Roboto"/>
              <a:cs typeface="Roboto"/>
              <a:sym typeface="Roboto"/>
            </a:endParaRPr>
          </a:p>
        </p:txBody>
      </p:sp>
      <p:sp>
        <p:nvSpPr>
          <p:cNvPr id="1151" name="Google Shape;1151;p52"/>
          <p:cNvSpPr/>
          <p:nvPr/>
        </p:nvSpPr>
        <p:spPr>
          <a:xfrm>
            <a:off x="10640825" y="5149150"/>
            <a:ext cx="6030000" cy="1169700"/>
          </a:xfrm>
          <a:prstGeom prst="homePlate">
            <a:avLst>
              <a:gd name="adj" fmla="val 50000"/>
            </a:avLst>
          </a:prstGeom>
          <a:solidFill>
            <a:srgbClr val="EAD1DC"/>
          </a:solidFill>
          <a:ln w="9525" cap="flat" cmpd="sng">
            <a:solidFill>
              <a:srgbClr val="EA99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Roboto"/>
                <a:ea typeface="Roboto"/>
                <a:cs typeface="Roboto"/>
                <a:sym typeface="Roboto"/>
              </a:rPr>
              <a:t>Vì bài nghe dài nên học viên chú ý đến các dấu hiệu chuyển câu, nếu miss câu ➨ bỏ qua để chuyển sang câu tiếp theo</a:t>
            </a:r>
            <a:endParaRPr sz="2100">
              <a:latin typeface="Roboto"/>
              <a:ea typeface="Roboto"/>
              <a:cs typeface="Roboto"/>
              <a:sym typeface="Roboto"/>
            </a:endParaRPr>
          </a:p>
        </p:txBody>
      </p:sp>
      <p:sp>
        <p:nvSpPr>
          <p:cNvPr id="1152" name="Google Shape;1152;p52"/>
          <p:cNvSpPr/>
          <p:nvPr/>
        </p:nvSpPr>
        <p:spPr>
          <a:xfrm>
            <a:off x="10640825" y="6868075"/>
            <a:ext cx="6030000" cy="1116300"/>
          </a:xfrm>
          <a:prstGeom prst="homePlate">
            <a:avLst>
              <a:gd name="adj" fmla="val 50000"/>
            </a:avLst>
          </a:prstGeom>
          <a:solidFill>
            <a:srgbClr val="D9EAD3"/>
          </a:solidFill>
          <a:ln w="9525" cap="flat" cmpd="sng">
            <a:solidFill>
              <a:srgbClr val="B6D7A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Roboto"/>
                <a:ea typeface="Roboto"/>
                <a:cs typeface="Roboto"/>
                <a:sym typeface="Roboto"/>
              </a:rPr>
              <a:t>Để đạt điểm cao ở Part 2, học viên cần làm đi làm lại bài và học từ mới trong quá trình học</a:t>
            </a:r>
            <a:endParaRPr sz="21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38"/>
                                        </p:tgtEl>
                                        <p:attrNameLst>
                                          <p:attrName>style.visibility</p:attrName>
                                        </p:attrNameLst>
                                      </p:cBhvr>
                                      <p:to>
                                        <p:strVal val="visible"/>
                                      </p:to>
                                    </p:set>
                                    <p:animEffect transition="in" filter="fade">
                                      <p:cBhvr>
                                        <p:cTn id="7" dur="500"/>
                                        <p:tgtEl>
                                          <p:spTgt spid="113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42"/>
                                        </p:tgtEl>
                                        <p:attrNameLst>
                                          <p:attrName>style.visibility</p:attrName>
                                        </p:attrNameLst>
                                      </p:cBhvr>
                                      <p:to>
                                        <p:strVal val="visible"/>
                                      </p:to>
                                    </p:set>
                                    <p:anim calcmode="lin" valueType="num">
                                      <p:cBhvr additive="base">
                                        <p:cTn id="12" dur="500"/>
                                        <p:tgtEl>
                                          <p:spTgt spid="1142"/>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4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5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5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56"/>
        <p:cNvGrpSpPr/>
        <p:nvPr/>
      </p:nvGrpSpPr>
      <p:grpSpPr>
        <a:xfrm>
          <a:off x="0" y="0"/>
          <a:ext cx="0" cy="0"/>
          <a:chOff x="0" y="0"/>
          <a:chExt cx="0" cy="0"/>
        </a:xfrm>
      </p:grpSpPr>
      <p:grpSp>
        <p:nvGrpSpPr>
          <p:cNvPr id="1157" name="Google Shape;1157;p53"/>
          <p:cNvGrpSpPr/>
          <p:nvPr/>
        </p:nvGrpSpPr>
        <p:grpSpPr>
          <a:xfrm rot="10800000">
            <a:off x="15044545" y="-741632"/>
            <a:ext cx="7681773" cy="4261259"/>
            <a:chOff x="0" y="-38100"/>
            <a:chExt cx="406400" cy="225405"/>
          </a:xfrm>
        </p:grpSpPr>
        <p:sp>
          <p:nvSpPr>
            <p:cNvPr id="1158" name="Google Shape;1158;p53"/>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159" name="Google Shape;1159;p53"/>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60" name="Google Shape;1160;p53"/>
          <p:cNvSpPr txBox="1"/>
          <p:nvPr/>
        </p:nvSpPr>
        <p:spPr>
          <a:xfrm>
            <a:off x="1967125" y="565975"/>
            <a:ext cx="122103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18345"/>
                </a:solidFill>
                <a:latin typeface="Montserrat"/>
                <a:ea typeface="Montserrat"/>
                <a:cs typeface="Montserrat"/>
                <a:sym typeface="Montserrat"/>
              </a:rPr>
              <a:t>06. </a:t>
            </a:r>
            <a:r>
              <a:rPr lang="en-US" sz="4504" b="1" i="0" u="none" strike="noStrike" cap="none">
                <a:solidFill>
                  <a:srgbClr val="018345"/>
                </a:solidFill>
                <a:latin typeface="Montserrat"/>
                <a:ea typeface="Montserrat"/>
                <a:cs typeface="Montserrat"/>
                <a:sym typeface="Montserrat"/>
              </a:rPr>
              <a:t>Listening Practice: P</a:t>
            </a:r>
            <a:r>
              <a:rPr lang="en-US" sz="4504" b="1">
                <a:solidFill>
                  <a:srgbClr val="018345"/>
                </a:solidFill>
                <a:latin typeface="Montserrat"/>
                <a:ea typeface="Montserrat"/>
                <a:cs typeface="Montserrat"/>
                <a:sym typeface="Montserrat"/>
              </a:rPr>
              <a:t>art 2</a:t>
            </a:r>
            <a:endParaRPr/>
          </a:p>
        </p:txBody>
      </p:sp>
      <p:sp>
        <p:nvSpPr>
          <p:cNvPr id="1161" name="Google Shape;1161;p53" descr="Books with solid fill"/>
          <p:cNvSpPr/>
          <p:nvPr/>
        </p:nvSpPr>
        <p:spPr>
          <a:xfrm>
            <a:off x="3241317" y="7155698"/>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1162" name="Google Shape;1162;p53"/>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1163" name="Google Shape;1163;p53"/>
          <p:cNvSpPr/>
          <p:nvPr/>
        </p:nvSpPr>
        <p:spPr>
          <a:xfrm>
            <a:off x="1002202" y="489786"/>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5">
              <a:alphaModFix/>
            </a:blip>
            <a:stretch>
              <a:fillRect/>
            </a:stretch>
          </a:blipFill>
          <a:ln>
            <a:noFill/>
          </a:ln>
        </p:spPr>
      </p:sp>
      <p:sp>
        <p:nvSpPr>
          <p:cNvPr id="1164" name="Google Shape;1164;p53"/>
          <p:cNvSpPr txBox="1"/>
          <p:nvPr/>
        </p:nvSpPr>
        <p:spPr>
          <a:xfrm>
            <a:off x="966797" y="2277350"/>
            <a:ext cx="7599900" cy="2031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400" b="1" i="0" strike="noStrike" cap="none">
                <a:solidFill>
                  <a:srgbClr val="018345"/>
                </a:solidFill>
                <a:latin typeface="Roboto"/>
                <a:ea typeface="Roboto"/>
                <a:cs typeface="Roboto"/>
                <a:sym typeface="Roboto"/>
              </a:rPr>
              <a:t>9. Where was Geoff Thompson born?</a:t>
            </a:r>
            <a:endParaRPr>
              <a:solidFill>
                <a:srgbClr val="018345"/>
              </a:solidFill>
            </a:endParaRPr>
          </a:p>
          <a:p>
            <a:pPr marL="0" marR="0" lvl="0" indent="0" algn="l" rtl="0">
              <a:lnSpc>
                <a:spcPct val="150000"/>
              </a:lnSpc>
              <a:spcBef>
                <a:spcPts val="0"/>
              </a:spcBef>
              <a:spcAft>
                <a:spcPts val="0"/>
              </a:spcAft>
              <a:buNone/>
            </a:pPr>
            <a:r>
              <a:rPr lang="en-US" sz="2400" b="0" i="0" strike="noStrike" cap="none">
                <a:solidFill>
                  <a:srgbClr val="414041"/>
                </a:solidFill>
                <a:latin typeface="Roboto"/>
                <a:ea typeface="Roboto"/>
                <a:cs typeface="Roboto"/>
                <a:sym typeface="Roboto"/>
              </a:rPr>
              <a:t>A. In London					B. In the North of England</a:t>
            </a:r>
            <a:endParaRPr/>
          </a:p>
          <a:p>
            <a:pPr marL="0" marR="0" lvl="0" indent="0" algn="l" rtl="0">
              <a:lnSpc>
                <a:spcPct val="150000"/>
              </a:lnSpc>
              <a:spcBef>
                <a:spcPts val="0"/>
              </a:spcBef>
              <a:spcAft>
                <a:spcPts val="0"/>
              </a:spcAft>
              <a:buNone/>
            </a:pPr>
            <a:r>
              <a:rPr lang="en-US" sz="2400" b="0" i="0" strike="noStrike" cap="none">
                <a:solidFill>
                  <a:srgbClr val="414041"/>
                </a:solidFill>
                <a:latin typeface="Roboto"/>
                <a:ea typeface="Roboto"/>
                <a:cs typeface="Roboto"/>
                <a:sym typeface="Roboto"/>
              </a:rPr>
              <a:t>C. In the South of London	D. In Britain</a:t>
            </a:r>
            <a:endParaRPr sz="2400" b="1" i="0" strike="noStrike" cap="none">
              <a:solidFill>
                <a:schemeClr val="dk1"/>
              </a:solidFill>
              <a:latin typeface="Roboto"/>
              <a:ea typeface="Roboto"/>
              <a:cs typeface="Roboto"/>
              <a:sym typeface="Roboto"/>
            </a:endParaRPr>
          </a:p>
          <a:p>
            <a:pPr marL="0" marR="0" lvl="0" indent="0" algn="l" rtl="0">
              <a:lnSpc>
                <a:spcPct val="150000"/>
              </a:lnSpc>
              <a:spcBef>
                <a:spcPts val="0"/>
              </a:spcBef>
              <a:spcAft>
                <a:spcPts val="0"/>
              </a:spcAft>
              <a:buNone/>
            </a:pPr>
            <a:endParaRPr sz="2400" b="0" i="0" u="none" strike="noStrike" cap="none">
              <a:solidFill>
                <a:srgbClr val="414041"/>
              </a:solidFill>
              <a:latin typeface="Roboto"/>
              <a:ea typeface="Roboto"/>
              <a:cs typeface="Roboto"/>
              <a:sym typeface="Roboto"/>
            </a:endParaRPr>
          </a:p>
        </p:txBody>
      </p:sp>
      <p:sp>
        <p:nvSpPr>
          <p:cNvPr id="1165" name="Google Shape;1165;p53"/>
          <p:cNvSpPr txBox="1"/>
          <p:nvPr/>
        </p:nvSpPr>
        <p:spPr>
          <a:xfrm>
            <a:off x="1002204" y="1540700"/>
            <a:ext cx="15378900" cy="431100"/>
          </a:xfrm>
          <a:prstGeom prst="rect">
            <a:avLst/>
          </a:prstGeom>
          <a:noFill/>
          <a:ln>
            <a:noFill/>
          </a:ln>
        </p:spPr>
        <p:txBody>
          <a:bodyPr spcFirstLastPara="1" wrap="square" lIns="0" tIns="0" rIns="0" bIns="0" anchor="t" anchorCtr="0">
            <a:spAutoFit/>
          </a:bodyPr>
          <a:lstStyle/>
          <a:p>
            <a:pPr marL="0" marR="0" lvl="0" indent="0" algn="just" rtl="0">
              <a:lnSpc>
                <a:spcPct val="128571"/>
              </a:lnSpc>
              <a:spcBef>
                <a:spcPts val="0"/>
              </a:spcBef>
              <a:spcAft>
                <a:spcPts val="0"/>
              </a:spcAft>
              <a:buNone/>
            </a:pPr>
            <a:r>
              <a:rPr lang="en-US" sz="2800" b="1" i="0" u="none" strike="noStrike" cap="none">
                <a:solidFill>
                  <a:srgbClr val="018345"/>
                </a:solidFill>
                <a:latin typeface="Roboto"/>
                <a:ea typeface="Roboto"/>
                <a:cs typeface="Roboto"/>
                <a:sym typeface="Roboto"/>
              </a:rPr>
              <a:t>PART 2: You will hear a journalist interviewing Geoff Thompson, a British sportsman. </a:t>
            </a:r>
            <a:endParaRPr/>
          </a:p>
        </p:txBody>
      </p:sp>
      <p:grpSp>
        <p:nvGrpSpPr>
          <p:cNvPr id="1166" name="Google Shape;1166;p53"/>
          <p:cNvGrpSpPr/>
          <p:nvPr/>
        </p:nvGrpSpPr>
        <p:grpSpPr>
          <a:xfrm>
            <a:off x="-2597272" y="9382680"/>
            <a:ext cx="7950378" cy="1707451"/>
            <a:chOff x="0" y="-384760"/>
            <a:chExt cx="10600504" cy="2276297"/>
          </a:xfrm>
        </p:grpSpPr>
        <p:grpSp>
          <p:nvGrpSpPr>
            <p:cNvPr id="1167" name="Google Shape;1167;p53"/>
            <p:cNvGrpSpPr/>
            <p:nvPr/>
          </p:nvGrpSpPr>
          <p:grpSpPr>
            <a:xfrm>
              <a:off x="0" y="-384760"/>
              <a:ext cx="10600504" cy="2276297"/>
              <a:chOff x="0" y="-38100"/>
              <a:chExt cx="1049690" cy="225405"/>
            </a:xfrm>
          </p:grpSpPr>
          <p:sp>
            <p:nvSpPr>
              <p:cNvPr id="1168" name="Google Shape;1168;p53"/>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169" name="Google Shape;1169;p53"/>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70" name="Google Shape;1170;p53"/>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71" name="Google Shape;1171;p53"/>
          <p:cNvSpPr/>
          <p:nvPr/>
        </p:nvSpPr>
        <p:spPr>
          <a:xfrm>
            <a:off x="5203425" y="2217375"/>
            <a:ext cx="916500" cy="431100"/>
          </a:xfrm>
          <a:prstGeom prst="rect">
            <a:avLst/>
          </a:prstGeom>
          <a:noFill/>
          <a:ln w="28575" cap="flat" cmpd="sng">
            <a:solidFill>
              <a:srgbClr val="EA222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72" name="Google Shape;1172;p53"/>
          <p:cNvSpPr/>
          <p:nvPr/>
        </p:nvSpPr>
        <p:spPr>
          <a:xfrm>
            <a:off x="2207175" y="2253225"/>
            <a:ext cx="647100" cy="431100"/>
          </a:xfrm>
          <a:prstGeom prst="rect">
            <a:avLst/>
          </a:prstGeom>
          <a:noFill/>
          <a:ln w="28575" cap="flat" cmpd="sng">
            <a:solidFill>
              <a:srgbClr val="EA222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173" name="Google Shape;1173;p53"/>
          <p:cNvSpPr txBox="1"/>
          <p:nvPr/>
        </p:nvSpPr>
        <p:spPr>
          <a:xfrm>
            <a:off x="1016175" y="5145100"/>
            <a:ext cx="8481000" cy="3829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100" b="1" i="1">
                <a:solidFill>
                  <a:srgbClr val="EA222A"/>
                </a:solidFill>
                <a:latin typeface="Roboto"/>
                <a:ea typeface="Roboto"/>
                <a:cs typeface="Roboto"/>
                <a:sym typeface="Roboto"/>
              </a:rPr>
              <a:t>Phân tích ngữ cảnh</a:t>
            </a:r>
            <a:endParaRPr sz="2100" b="1" i="1">
              <a:solidFill>
                <a:srgbClr val="EA222A"/>
              </a:solidFill>
              <a:latin typeface="Roboto"/>
              <a:ea typeface="Roboto"/>
              <a:cs typeface="Roboto"/>
              <a:sym typeface="Roboto"/>
            </a:endParaRPr>
          </a:p>
          <a:p>
            <a:pPr marL="0" lvl="0" indent="0" algn="l" rtl="0">
              <a:lnSpc>
                <a:spcPct val="115000"/>
              </a:lnSpc>
              <a:spcBef>
                <a:spcPts val="0"/>
              </a:spcBef>
              <a:spcAft>
                <a:spcPts val="0"/>
              </a:spcAft>
              <a:buNone/>
            </a:pPr>
            <a:r>
              <a:rPr lang="en-US" sz="2100" i="1">
                <a:solidFill>
                  <a:schemeClr val="dk1"/>
                </a:solidFill>
                <a:latin typeface="Roboto"/>
                <a:ea typeface="Roboto"/>
                <a:cs typeface="Roboto"/>
                <a:sym typeface="Roboto"/>
              </a:rPr>
              <a:t>Khi được hỏi về nơi sinh ra (hometown, birthplace) hoặc lớn lên (brought up, raised …), người trả lời sẽ có xu hướng nói về một số thông tin như:</a:t>
            </a:r>
            <a:endParaRPr sz="2100" i="1">
              <a:solidFill>
                <a:schemeClr val="dk1"/>
              </a:solidFill>
              <a:latin typeface="Roboto"/>
              <a:ea typeface="Roboto"/>
              <a:cs typeface="Roboto"/>
              <a:sym typeface="Roboto"/>
            </a:endParaRPr>
          </a:p>
          <a:p>
            <a:pPr marL="457200" lvl="0" indent="-361950" algn="l" rtl="0">
              <a:lnSpc>
                <a:spcPct val="115000"/>
              </a:lnSpc>
              <a:spcBef>
                <a:spcPts val="1000"/>
              </a:spcBef>
              <a:spcAft>
                <a:spcPts val="0"/>
              </a:spcAft>
              <a:buClr>
                <a:schemeClr val="dk1"/>
              </a:buClr>
              <a:buSzPts val="2100"/>
              <a:buFont typeface="Roboto"/>
              <a:buChar char="●"/>
            </a:pPr>
            <a:r>
              <a:rPr lang="en-US" sz="2100" i="1">
                <a:solidFill>
                  <a:schemeClr val="dk1"/>
                </a:solidFill>
                <a:latin typeface="Roboto"/>
                <a:ea typeface="Roboto"/>
                <a:cs typeface="Roboto"/>
                <a:sym typeface="Roboto"/>
              </a:rPr>
              <a:t>Bố mẹ đến từ đâu</a:t>
            </a:r>
            <a:endParaRPr sz="2100" i="1">
              <a:solidFill>
                <a:schemeClr val="dk1"/>
              </a:solidFill>
              <a:latin typeface="Roboto"/>
              <a:ea typeface="Roboto"/>
              <a:cs typeface="Roboto"/>
              <a:sym typeface="Roboto"/>
            </a:endParaRPr>
          </a:p>
          <a:p>
            <a:pPr marL="457200" lvl="0" indent="-361950" algn="l" rtl="0">
              <a:lnSpc>
                <a:spcPct val="115000"/>
              </a:lnSpc>
              <a:spcBef>
                <a:spcPts val="0"/>
              </a:spcBef>
              <a:spcAft>
                <a:spcPts val="0"/>
              </a:spcAft>
              <a:buClr>
                <a:schemeClr val="dk1"/>
              </a:buClr>
              <a:buSzPts val="2100"/>
              <a:buFont typeface="Roboto"/>
              <a:buChar char="●"/>
            </a:pPr>
            <a:r>
              <a:rPr lang="en-US" sz="2100" i="1">
                <a:solidFill>
                  <a:schemeClr val="dk1"/>
                </a:solidFill>
                <a:latin typeface="Roboto"/>
                <a:ea typeface="Roboto"/>
                <a:cs typeface="Roboto"/>
                <a:sym typeface="Roboto"/>
              </a:rPr>
              <a:t>Nơi người đó được sinh ra (</a:t>
            </a:r>
            <a:r>
              <a:rPr lang="en-US" sz="2100" i="1">
                <a:latin typeface="Roboto"/>
                <a:ea typeface="Roboto"/>
                <a:cs typeface="Roboto"/>
                <a:sym typeface="Roboto"/>
              </a:rPr>
              <a:t>was born in = was originally from)</a:t>
            </a:r>
            <a:endParaRPr sz="2100" i="1">
              <a:solidFill>
                <a:schemeClr val="dk1"/>
              </a:solidFill>
              <a:latin typeface="Roboto"/>
              <a:ea typeface="Roboto"/>
              <a:cs typeface="Roboto"/>
              <a:sym typeface="Roboto"/>
            </a:endParaRPr>
          </a:p>
          <a:p>
            <a:pPr marL="457200" lvl="0" indent="-361950" algn="l" rtl="0">
              <a:lnSpc>
                <a:spcPct val="115000"/>
              </a:lnSpc>
              <a:spcBef>
                <a:spcPts val="0"/>
              </a:spcBef>
              <a:spcAft>
                <a:spcPts val="0"/>
              </a:spcAft>
              <a:buClr>
                <a:schemeClr val="dk1"/>
              </a:buClr>
              <a:buSzPts val="2100"/>
              <a:buFont typeface="Roboto"/>
              <a:buChar char="●"/>
            </a:pPr>
            <a:r>
              <a:rPr lang="en-US" sz="2100" i="1">
                <a:solidFill>
                  <a:schemeClr val="dk1"/>
                </a:solidFill>
                <a:latin typeface="Roboto"/>
                <a:ea typeface="Roboto"/>
                <a:cs typeface="Roboto"/>
                <a:sym typeface="Roboto"/>
              </a:rPr>
              <a:t>Những địa điểm họ đã chuyển đến (moved to) và sinh sống sau đó</a:t>
            </a:r>
            <a:endParaRPr sz="2100" i="1">
              <a:solidFill>
                <a:schemeClr val="dk1"/>
              </a:solidFill>
              <a:latin typeface="Roboto"/>
              <a:ea typeface="Roboto"/>
              <a:cs typeface="Roboto"/>
              <a:sym typeface="Roboto"/>
            </a:endParaRPr>
          </a:p>
          <a:p>
            <a:pPr marL="0" lvl="0" indent="0" algn="l" rtl="0">
              <a:spcBef>
                <a:spcPts val="1000"/>
              </a:spcBef>
              <a:spcAft>
                <a:spcPts val="0"/>
              </a:spcAft>
              <a:buNone/>
            </a:pPr>
            <a:r>
              <a:rPr lang="en-US" sz="2100" i="1">
                <a:solidFill>
                  <a:schemeClr val="dk1"/>
                </a:solidFill>
                <a:latin typeface="Roboto"/>
                <a:ea typeface="Roboto"/>
                <a:cs typeface="Roboto"/>
                <a:sym typeface="Roboto"/>
              </a:rPr>
              <a:t>➨ Cần xác định địa điểm nào gắn với thông tin nào ➨  loại bỏ các thông tin gây nhiễu (distractor) đó.</a:t>
            </a:r>
            <a:endParaRPr sz="2100" i="1">
              <a:solidFill>
                <a:schemeClr val="dk1"/>
              </a:solidFill>
              <a:latin typeface="Roboto"/>
              <a:ea typeface="Roboto"/>
              <a:cs typeface="Roboto"/>
              <a:sym typeface="Roboto"/>
            </a:endParaRPr>
          </a:p>
        </p:txBody>
      </p:sp>
      <p:pic>
        <p:nvPicPr>
          <p:cNvPr id="1174" name="Google Shape;1174;p53" title="01. Question 9">
            <a:hlinkClick r:id="rId6"/>
          </p:cNvPr>
          <p:cNvPicPr preferRelativeResize="0"/>
          <p:nvPr/>
        </p:nvPicPr>
        <p:blipFill>
          <a:blip r:embed="rId7">
            <a:alphaModFix/>
          </a:blip>
          <a:stretch>
            <a:fillRect/>
          </a:stretch>
        </p:blipFill>
        <p:spPr>
          <a:xfrm>
            <a:off x="3990100" y="4034124"/>
            <a:ext cx="857175" cy="857175"/>
          </a:xfrm>
          <a:prstGeom prst="rect">
            <a:avLst/>
          </a:prstGeom>
          <a:noFill/>
          <a:ln>
            <a:noFill/>
          </a:ln>
        </p:spPr>
      </p:pic>
      <p:sp>
        <p:nvSpPr>
          <p:cNvPr id="1175" name="Google Shape;1175;p53"/>
          <p:cNvSpPr txBox="1"/>
          <p:nvPr/>
        </p:nvSpPr>
        <p:spPr>
          <a:xfrm>
            <a:off x="966800" y="4210663"/>
            <a:ext cx="28446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latin typeface="Montserrat"/>
                <a:ea typeface="Montserrat"/>
                <a:cs typeface="Montserrat"/>
                <a:sym typeface="Montserrat"/>
              </a:rPr>
              <a:t>Question 9 audio: </a:t>
            </a:r>
            <a:endParaRPr sz="4200">
              <a:latin typeface="Roboto"/>
              <a:ea typeface="Roboto"/>
              <a:cs typeface="Roboto"/>
              <a:sym typeface="Roboto"/>
            </a:endParaRPr>
          </a:p>
        </p:txBody>
      </p:sp>
      <p:sp>
        <p:nvSpPr>
          <p:cNvPr id="1176" name="Google Shape;1176;p53"/>
          <p:cNvSpPr/>
          <p:nvPr/>
        </p:nvSpPr>
        <p:spPr>
          <a:xfrm>
            <a:off x="10008975" y="2236300"/>
            <a:ext cx="4972800" cy="857100"/>
          </a:xfrm>
          <a:prstGeom prst="homePlate">
            <a:avLst>
              <a:gd name="adj" fmla="val 50000"/>
            </a:avLst>
          </a:prstGeom>
          <a:solidFill>
            <a:srgbClr val="D9EAD3"/>
          </a:solidFill>
          <a:ln w="9525" cap="flat" cmpd="sng">
            <a:solidFill>
              <a:srgbClr val="A4C2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solidFill>
                  <a:srgbClr val="0000FF"/>
                </a:solidFill>
                <a:latin typeface="Roboto Medium"/>
                <a:ea typeface="Roboto Medium"/>
                <a:cs typeface="Roboto Medium"/>
                <a:sym typeface="Roboto Medium"/>
              </a:rPr>
              <a:t>THỨ TỰ PHƯƠNG ÁN TRONG AUDIO</a:t>
            </a:r>
            <a:endParaRPr sz="2100">
              <a:solidFill>
                <a:srgbClr val="0000FF"/>
              </a:solidFill>
              <a:latin typeface="Roboto Medium"/>
              <a:ea typeface="Roboto Medium"/>
              <a:cs typeface="Roboto Medium"/>
              <a:sym typeface="Roboto Medium"/>
            </a:endParaRPr>
          </a:p>
        </p:txBody>
      </p:sp>
      <p:sp>
        <p:nvSpPr>
          <p:cNvPr id="1177" name="Google Shape;1177;p53"/>
          <p:cNvSpPr/>
          <p:nvPr/>
        </p:nvSpPr>
        <p:spPr>
          <a:xfrm>
            <a:off x="10356625" y="3387650"/>
            <a:ext cx="3815700" cy="804900"/>
          </a:xfrm>
          <a:prstGeom prst="chevron">
            <a:avLst>
              <a:gd name="adj" fmla="val 50000"/>
            </a:avLst>
          </a:prstGeom>
          <a:solidFill>
            <a:srgbClr val="CFE2F3"/>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Roboto"/>
                <a:ea typeface="Roboto"/>
                <a:cs typeface="Roboto"/>
                <a:sym typeface="Roboto"/>
              </a:rPr>
              <a:t>B - North of England</a:t>
            </a:r>
            <a:endParaRPr sz="2100">
              <a:latin typeface="Roboto"/>
              <a:ea typeface="Roboto"/>
              <a:cs typeface="Roboto"/>
              <a:sym typeface="Roboto"/>
            </a:endParaRPr>
          </a:p>
        </p:txBody>
      </p:sp>
      <p:sp>
        <p:nvSpPr>
          <p:cNvPr id="1178" name="Google Shape;1178;p53"/>
          <p:cNvSpPr/>
          <p:nvPr/>
        </p:nvSpPr>
        <p:spPr>
          <a:xfrm>
            <a:off x="13941200" y="3387650"/>
            <a:ext cx="2316900" cy="804900"/>
          </a:xfrm>
          <a:prstGeom prst="chevron">
            <a:avLst>
              <a:gd name="adj" fmla="val 47719"/>
            </a:avLst>
          </a:prstGeom>
          <a:solidFill>
            <a:srgbClr val="EAD1D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latin typeface="Roboto"/>
                <a:ea typeface="Roboto"/>
                <a:cs typeface="Roboto"/>
                <a:sym typeface="Roboto"/>
              </a:rPr>
              <a:t>was born</a:t>
            </a:r>
            <a:endParaRPr sz="2100" b="1">
              <a:latin typeface="Roboto"/>
              <a:ea typeface="Roboto"/>
              <a:cs typeface="Roboto"/>
              <a:sym typeface="Roboto"/>
            </a:endParaRPr>
          </a:p>
        </p:txBody>
      </p:sp>
      <p:sp>
        <p:nvSpPr>
          <p:cNvPr id="1179" name="Google Shape;1179;p53"/>
          <p:cNvSpPr/>
          <p:nvPr/>
        </p:nvSpPr>
        <p:spPr>
          <a:xfrm>
            <a:off x="10008975" y="3360250"/>
            <a:ext cx="916500" cy="857100"/>
          </a:xfrm>
          <a:prstGeom prst="ellipse">
            <a:avLst/>
          </a:prstGeom>
          <a:solidFill>
            <a:srgbClr val="FFF2C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500" b="1">
                <a:solidFill>
                  <a:srgbClr val="0000FF"/>
                </a:solidFill>
                <a:latin typeface="Roboto"/>
                <a:ea typeface="Roboto"/>
                <a:cs typeface="Roboto"/>
                <a:sym typeface="Roboto"/>
              </a:rPr>
              <a:t>01</a:t>
            </a:r>
            <a:endParaRPr sz="2500" b="1">
              <a:solidFill>
                <a:srgbClr val="0000FF"/>
              </a:solidFill>
              <a:latin typeface="Roboto"/>
              <a:ea typeface="Roboto"/>
              <a:cs typeface="Roboto"/>
              <a:sym typeface="Roboto"/>
            </a:endParaRPr>
          </a:p>
        </p:txBody>
      </p:sp>
      <p:sp>
        <p:nvSpPr>
          <p:cNvPr id="1180" name="Google Shape;1180;p53"/>
          <p:cNvSpPr/>
          <p:nvPr/>
        </p:nvSpPr>
        <p:spPr>
          <a:xfrm>
            <a:off x="10356625" y="4648000"/>
            <a:ext cx="2516100" cy="804900"/>
          </a:xfrm>
          <a:prstGeom prst="chevron">
            <a:avLst>
              <a:gd name="adj" fmla="val 50000"/>
            </a:avLst>
          </a:prstGeom>
          <a:solidFill>
            <a:srgbClr val="CFE2F3"/>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Roboto"/>
                <a:ea typeface="Roboto"/>
                <a:cs typeface="Roboto"/>
                <a:sym typeface="Roboto"/>
              </a:rPr>
              <a:t>D - Britain</a:t>
            </a:r>
            <a:endParaRPr sz="2100">
              <a:latin typeface="Roboto"/>
              <a:ea typeface="Roboto"/>
              <a:cs typeface="Roboto"/>
              <a:sym typeface="Roboto"/>
            </a:endParaRPr>
          </a:p>
        </p:txBody>
      </p:sp>
      <p:sp>
        <p:nvSpPr>
          <p:cNvPr id="1181" name="Google Shape;1181;p53"/>
          <p:cNvSpPr/>
          <p:nvPr/>
        </p:nvSpPr>
        <p:spPr>
          <a:xfrm>
            <a:off x="12643675" y="4646700"/>
            <a:ext cx="5232600" cy="804900"/>
          </a:xfrm>
          <a:prstGeom prst="chevron">
            <a:avLst>
              <a:gd name="adj" fmla="val 47719"/>
            </a:avLst>
          </a:prstGeom>
          <a:solidFill>
            <a:srgbClr val="EAD1D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latin typeface="Roboto"/>
                <a:ea typeface="Roboto"/>
                <a:cs typeface="Roboto"/>
                <a:sym typeface="Roboto"/>
              </a:rPr>
              <a:t>parents came to live…after the war</a:t>
            </a:r>
            <a:endParaRPr sz="2100" b="1">
              <a:latin typeface="Roboto"/>
              <a:ea typeface="Roboto"/>
              <a:cs typeface="Roboto"/>
              <a:sym typeface="Roboto"/>
            </a:endParaRPr>
          </a:p>
        </p:txBody>
      </p:sp>
      <p:sp>
        <p:nvSpPr>
          <p:cNvPr id="1182" name="Google Shape;1182;p53"/>
          <p:cNvSpPr/>
          <p:nvPr/>
        </p:nvSpPr>
        <p:spPr>
          <a:xfrm>
            <a:off x="10008975" y="4620588"/>
            <a:ext cx="916500" cy="857100"/>
          </a:xfrm>
          <a:prstGeom prst="ellipse">
            <a:avLst/>
          </a:prstGeom>
          <a:solidFill>
            <a:srgbClr val="FFF2C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500" b="1">
                <a:solidFill>
                  <a:srgbClr val="0000FF"/>
                </a:solidFill>
                <a:latin typeface="Roboto"/>
                <a:ea typeface="Roboto"/>
                <a:cs typeface="Roboto"/>
                <a:sym typeface="Roboto"/>
              </a:rPr>
              <a:t>02</a:t>
            </a:r>
            <a:endParaRPr sz="2500" b="1">
              <a:solidFill>
                <a:srgbClr val="0000FF"/>
              </a:solidFill>
              <a:latin typeface="Roboto"/>
              <a:ea typeface="Roboto"/>
              <a:cs typeface="Roboto"/>
              <a:sym typeface="Roboto"/>
            </a:endParaRPr>
          </a:p>
        </p:txBody>
      </p:sp>
      <p:sp>
        <p:nvSpPr>
          <p:cNvPr id="1183" name="Google Shape;1183;p53"/>
          <p:cNvSpPr/>
          <p:nvPr/>
        </p:nvSpPr>
        <p:spPr>
          <a:xfrm>
            <a:off x="10450800" y="7184200"/>
            <a:ext cx="3590700" cy="804900"/>
          </a:xfrm>
          <a:prstGeom prst="chevron">
            <a:avLst>
              <a:gd name="adj" fmla="val 50000"/>
            </a:avLst>
          </a:prstGeom>
          <a:solidFill>
            <a:srgbClr val="CFE2F3"/>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Roboto"/>
                <a:ea typeface="Roboto"/>
                <a:cs typeface="Roboto"/>
                <a:sym typeface="Roboto"/>
              </a:rPr>
              <a:t>C - South of London</a:t>
            </a:r>
            <a:endParaRPr sz="2100">
              <a:latin typeface="Roboto"/>
              <a:ea typeface="Roboto"/>
              <a:cs typeface="Roboto"/>
              <a:sym typeface="Roboto"/>
            </a:endParaRPr>
          </a:p>
        </p:txBody>
      </p:sp>
      <p:sp>
        <p:nvSpPr>
          <p:cNvPr id="1184" name="Google Shape;1184;p53"/>
          <p:cNvSpPr/>
          <p:nvPr/>
        </p:nvSpPr>
        <p:spPr>
          <a:xfrm>
            <a:off x="13787000" y="7182900"/>
            <a:ext cx="4183500" cy="804900"/>
          </a:xfrm>
          <a:prstGeom prst="chevron">
            <a:avLst>
              <a:gd name="adj" fmla="val 47719"/>
            </a:avLst>
          </a:prstGeom>
          <a:solidFill>
            <a:srgbClr val="EAD1D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2100" b="1">
                <a:solidFill>
                  <a:schemeClr val="lt2"/>
                </a:solidFill>
                <a:latin typeface="Roboto"/>
                <a:ea typeface="Roboto"/>
                <a:cs typeface="Roboto"/>
                <a:sym typeface="Roboto"/>
              </a:rPr>
              <a:t> Không được nhắc đến </a:t>
            </a:r>
            <a:endParaRPr sz="2100" b="1">
              <a:solidFill>
                <a:schemeClr val="lt2"/>
              </a:solidFill>
              <a:latin typeface="Roboto"/>
              <a:ea typeface="Roboto"/>
              <a:cs typeface="Roboto"/>
              <a:sym typeface="Roboto"/>
            </a:endParaRPr>
          </a:p>
        </p:txBody>
      </p:sp>
      <p:sp>
        <p:nvSpPr>
          <p:cNvPr id="1185" name="Google Shape;1185;p53"/>
          <p:cNvSpPr/>
          <p:nvPr/>
        </p:nvSpPr>
        <p:spPr>
          <a:xfrm>
            <a:off x="10103150" y="7156788"/>
            <a:ext cx="916500" cy="857100"/>
          </a:xfrm>
          <a:prstGeom prst="ellipse">
            <a:avLst/>
          </a:prstGeom>
          <a:solidFill>
            <a:srgbClr val="FFF2C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500" b="1">
                <a:solidFill>
                  <a:schemeClr val="lt2"/>
                </a:solidFill>
                <a:latin typeface="Roboto"/>
                <a:ea typeface="Roboto"/>
                <a:cs typeface="Roboto"/>
                <a:sym typeface="Roboto"/>
              </a:rPr>
              <a:t>X</a:t>
            </a:r>
            <a:endParaRPr sz="2500" b="1">
              <a:solidFill>
                <a:schemeClr val="lt2"/>
              </a:solidFill>
              <a:latin typeface="Roboto"/>
              <a:ea typeface="Roboto"/>
              <a:cs typeface="Roboto"/>
              <a:sym typeface="Roboto"/>
            </a:endParaRPr>
          </a:p>
        </p:txBody>
      </p:sp>
      <p:sp>
        <p:nvSpPr>
          <p:cNvPr id="1186" name="Google Shape;1186;p53"/>
          <p:cNvSpPr/>
          <p:nvPr/>
        </p:nvSpPr>
        <p:spPr>
          <a:xfrm>
            <a:off x="10356625" y="5916113"/>
            <a:ext cx="3590700" cy="804900"/>
          </a:xfrm>
          <a:prstGeom prst="chevron">
            <a:avLst>
              <a:gd name="adj" fmla="val 50000"/>
            </a:avLst>
          </a:prstGeom>
          <a:solidFill>
            <a:srgbClr val="CFE2F3"/>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Roboto"/>
                <a:ea typeface="Roboto"/>
                <a:cs typeface="Roboto"/>
                <a:sym typeface="Roboto"/>
              </a:rPr>
              <a:t>A -  London</a:t>
            </a:r>
            <a:endParaRPr sz="2100">
              <a:latin typeface="Roboto"/>
              <a:ea typeface="Roboto"/>
              <a:cs typeface="Roboto"/>
              <a:sym typeface="Roboto"/>
            </a:endParaRPr>
          </a:p>
        </p:txBody>
      </p:sp>
      <p:sp>
        <p:nvSpPr>
          <p:cNvPr id="1187" name="Google Shape;1187;p53"/>
          <p:cNvSpPr/>
          <p:nvPr/>
        </p:nvSpPr>
        <p:spPr>
          <a:xfrm>
            <a:off x="13692825" y="5914813"/>
            <a:ext cx="3590700" cy="804900"/>
          </a:xfrm>
          <a:prstGeom prst="chevron">
            <a:avLst>
              <a:gd name="adj" fmla="val 47719"/>
            </a:avLst>
          </a:prstGeom>
          <a:solidFill>
            <a:srgbClr val="EAD1D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chemeClr val="dk1"/>
                </a:solidFill>
                <a:latin typeface="Roboto"/>
                <a:ea typeface="Roboto"/>
                <a:cs typeface="Roboto"/>
                <a:sym typeface="Roboto"/>
              </a:rPr>
              <a:t>moved to</a:t>
            </a:r>
            <a:endParaRPr sz="2100" b="1">
              <a:solidFill>
                <a:schemeClr val="dk1"/>
              </a:solidFill>
              <a:latin typeface="Roboto"/>
              <a:ea typeface="Roboto"/>
              <a:cs typeface="Roboto"/>
              <a:sym typeface="Roboto"/>
            </a:endParaRPr>
          </a:p>
        </p:txBody>
      </p:sp>
      <p:sp>
        <p:nvSpPr>
          <p:cNvPr id="1188" name="Google Shape;1188;p53"/>
          <p:cNvSpPr/>
          <p:nvPr/>
        </p:nvSpPr>
        <p:spPr>
          <a:xfrm>
            <a:off x="10008975" y="5888700"/>
            <a:ext cx="916500" cy="857100"/>
          </a:xfrm>
          <a:prstGeom prst="ellipse">
            <a:avLst/>
          </a:prstGeom>
          <a:solidFill>
            <a:srgbClr val="FFF2C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500" b="1">
                <a:solidFill>
                  <a:srgbClr val="0000FF"/>
                </a:solidFill>
                <a:latin typeface="Roboto"/>
                <a:ea typeface="Roboto"/>
                <a:cs typeface="Roboto"/>
                <a:sym typeface="Roboto"/>
              </a:rPr>
              <a:t>03</a:t>
            </a:r>
            <a:endParaRPr sz="2500" b="1">
              <a:solidFill>
                <a:srgbClr val="0000FF"/>
              </a:solidFill>
              <a:latin typeface="Roboto"/>
              <a:ea typeface="Roboto"/>
              <a:cs typeface="Roboto"/>
              <a:sym typeface="Roboto"/>
            </a:endParaRPr>
          </a:p>
        </p:txBody>
      </p:sp>
      <p:sp>
        <p:nvSpPr>
          <p:cNvPr id="1189" name="Google Shape;1189;p53"/>
          <p:cNvSpPr txBox="1"/>
          <p:nvPr/>
        </p:nvSpPr>
        <p:spPr>
          <a:xfrm>
            <a:off x="16549750" y="3326850"/>
            <a:ext cx="916500" cy="800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4000" b="1" i="1">
                <a:solidFill>
                  <a:srgbClr val="00BF63"/>
                </a:solidFill>
                <a:latin typeface="Roboto"/>
                <a:ea typeface="Roboto"/>
                <a:cs typeface="Roboto"/>
                <a:sym typeface="Roboto"/>
              </a:rPr>
              <a:t>✔</a:t>
            </a:r>
            <a:endParaRPr sz="4000" b="1">
              <a:solidFill>
                <a:srgbClr val="00BF63"/>
              </a:solidFill>
              <a:latin typeface="Roboto"/>
              <a:ea typeface="Roboto"/>
              <a:cs typeface="Roboto"/>
              <a:sym typeface="Roboto"/>
            </a:endParaRPr>
          </a:p>
        </p:txBody>
      </p:sp>
      <p:sp>
        <p:nvSpPr>
          <p:cNvPr id="1190" name="Google Shape;1190;p53"/>
          <p:cNvSpPr/>
          <p:nvPr/>
        </p:nvSpPr>
        <p:spPr>
          <a:xfrm>
            <a:off x="4431875" y="2749463"/>
            <a:ext cx="517200" cy="5070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60"/>
                                        </p:tgtEl>
                                        <p:attrNameLst>
                                          <p:attrName>style.visibility</p:attrName>
                                        </p:attrNameLst>
                                      </p:cBhvr>
                                      <p:to>
                                        <p:strVal val="visible"/>
                                      </p:to>
                                    </p:set>
                                    <p:animEffect transition="in" filter="fade">
                                      <p:cBhvr>
                                        <p:cTn id="7" dur="500"/>
                                        <p:tgtEl>
                                          <p:spTgt spid="116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65"/>
                                        </p:tgtEl>
                                        <p:attrNameLst>
                                          <p:attrName>style.visibility</p:attrName>
                                        </p:attrNameLst>
                                      </p:cBhvr>
                                      <p:to>
                                        <p:strVal val="visible"/>
                                      </p:to>
                                    </p:set>
                                    <p:anim calcmode="lin" valueType="num">
                                      <p:cBhvr additive="base">
                                        <p:cTn id="12" dur="500"/>
                                        <p:tgtEl>
                                          <p:spTgt spid="1165"/>
                                        </p:tgtEl>
                                        <p:attrNameLst>
                                          <p:attrName>ppt_y</p:attrName>
                                        </p:attrNameLst>
                                      </p:cBhvr>
                                      <p:tavLst>
                                        <p:tav tm="0">
                                          <p:val>
                                            <p:strVal val="#ppt_y+1"/>
                                          </p:val>
                                        </p:tav>
                                        <p:tav tm="100000">
                                          <p:val>
                                            <p:strVal val="#ppt_y"/>
                                          </p:val>
                                        </p:tav>
                                      </p:tavLst>
                                    </p:anim>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164"/>
                                        </p:tgtEl>
                                        <p:attrNameLst>
                                          <p:attrName>style.visibility</p:attrName>
                                        </p:attrNameLst>
                                      </p:cBhvr>
                                      <p:to>
                                        <p:strVal val="visible"/>
                                      </p:to>
                                    </p:set>
                                    <p:animEffect transition="in" filter="fade">
                                      <p:cBhvr>
                                        <p:cTn id="16" dur="500"/>
                                        <p:tgtEl>
                                          <p:spTgt spid="116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7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7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7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7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7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17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7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7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8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8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18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18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18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8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18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18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18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18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1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4"/>
        <p:cNvGrpSpPr/>
        <p:nvPr/>
      </p:nvGrpSpPr>
      <p:grpSpPr>
        <a:xfrm>
          <a:off x="0" y="0"/>
          <a:ext cx="0" cy="0"/>
          <a:chOff x="0" y="0"/>
          <a:chExt cx="0" cy="0"/>
        </a:xfrm>
      </p:grpSpPr>
      <p:sp>
        <p:nvSpPr>
          <p:cNvPr id="1195" name="Google Shape;1195;p54"/>
          <p:cNvSpPr txBox="1"/>
          <p:nvPr/>
        </p:nvSpPr>
        <p:spPr>
          <a:xfrm>
            <a:off x="1637025" y="565975"/>
            <a:ext cx="122103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18345"/>
                </a:solidFill>
                <a:latin typeface="Montserrat"/>
                <a:ea typeface="Montserrat"/>
                <a:cs typeface="Montserrat"/>
                <a:sym typeface="Montserrat"/>
              </a:rPr>
              <a:t>06. </a:t>
            </a:r>
            <a:r>
              <a:rPr lang="en-US" sz="4504" b="1" i="0" u="none" strike="noStrike" cap="none">
                <a:solidFill>
                  <a:srgbClr val="018345"/>
                </a:solidFill>
                <a:latin typeface="Montserrat"/>
                <a:ea typeface="Montserrat"/>
                <a:cs typeface="Montserrat"/>
                <a:sym typeface="Montserrat"/>
              </a:rPr>
              <a:t>Listening Practice: P</a:t>
            </a:r>
            <a:r>
              <a:rPr lang="en-US" sz="4504" b="1">
                <a:solidFill>
                  <a:srgbClr val="018345"/>
                </a:solidFill>
                <a:latin typeface="Montserrat"/>
                <a:ea typeface="Montserrat"/>
                <a:cs typeface="Montserrat"/>
                <a:sym typeface="Montserrat"/>
              </a:rPr>
              <a:t>art 2</a:t>
            </a:r>
            <a:endParaRPr/>
          </a:p>
        </p:txBody>
      </p:sp>
      <p:sp>
        <p:nvSpPr>
          <p:cNvPr id="1196" name="Google Shape;1196;p54"/>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sp>
        <p:nvSpPr>
          <p:cNvPr id="1197" name="Google Shape;1197;p54"/>
          <p:cNvSpPr/>
          <p:nvPr/>
        </p:nvSpPr>
        <p:spPr>
          <a:xfrm>
            <a:off x="667277" y="510249"/>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4">
              <a:alphaModFix/>
            </a:blip>
            <a:stretch>
              <a:fillRect/>
            </a:stretch>
          </a:blipFill>
          <a:ln>
            <a:noFill/>
          </a:ln>
        </p:spPr>
      </p:sp>
      <p:grpSp>
        <p:nvGrpSpPr>
          <p:cNvPr id="1198" name="Google Shape;1198;p54"/>
          <p:cNvGrpSpPr/>
          <p:nvPr/>
        </p:nvGrpSpPr>
        <p:grpSpPr>
          <a:xfrm>
            <a:off x="-1842522" y="8547605"/>
            <a:ext cx="7950378" cy="1707451"/>
            <a:chOff x="0" y="-384760"/>
            <a:chExt cx="10600504" cy="2276297"/>
          </a:xfrm>
        </p:grpSpPr>
        <p:grpSp>
          <p:nvGrpSpPr>
            <p:cNvPr id="1199" name="Google Shape;1199;p54"/>
            <p:cNvGrpSpPr/>
            <p:nvPr/>
          </p:nvGrpSpPr>
          <p:grpSpPr>
            <a:xfrm>
              <a:off x="0" y="-384760"/>
              <a:ext cx="10600504" cy="2276297"/>
              <a:chOff x="0" y="-38100"/>
              <a:chExt cx="1049690" cy="225405"/>
            </a:xfrm>
          </p:grpSpPr>
          <p:sp>
            <p:nvSpPr>
              <p:cNvPr id="1200" name="Google Shape;1200;p54"/>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201" name="Google Shape;1201;p54"/>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02" name="Google Shape;1202;p54"/>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203" name="Google Shape;1203;p54"/>
          <p:cNvPicPr preferRelativeResize="0"/>
          <p:nvPr/>
        </p:nvPicPr>
        <p:blipFill>
          <a:blip r:embed="rId5">
            <a:alphaModFix/>
          </a:blip>
          <a:stretch>
            <a:fillRect/>
          </a:stretch>
        </p:blipFill>
        <p:spPr>
          <a:xfrm>
            <a:off x="6945850" y="3015675"/>
            <a:ext cx="10803426" cy="4695225"/>
          </a:xfrm>
          <a:prstGeom prst="rect">
            <a:avLst/>
          </a:prstGeom>
          <a:noFill/>
          <a:ln>
            <a:noFill/>
          </a:ln>
        </p:spPr>
      </p:pic>
      <p:sp>
        <p:nvSpPr>
          <p:cNvPr id="1204" name="Google Shape;1204;p54"/>
          <p:cNvSpPr/>
          <p:nvPr/>
        </p:nvSpPr>
        <p:spPr>
          <a:xfrm>
            <a:off x="10549425" y="1770099"/>
            <a:ext cx="3297900" cy="804900"/>
          </a:xfrm>
          <a:prstGeom prst="round2DiagRect">
            <a:avLst>
              <a:gd name="adj1" fmla="val 50000"/>
              <a:gd name="adj2" fmla="val 0"/>
            </a:avLst>
          </a:prstGeom>
          <a:solidFill>
            <a:srgbClr val="FFF2CC"/>
          </a:solidFill>
          <a:ln w="9525" cap="flat" cmpd="sng">
            <a:solidFill>
              <a:srgbClr val="FFE5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600" b="1">
                <a:solidFill>
                  <a:srgbClr val="0000FF"/>
                </a:solidFill>
                <a:latin typeface="Roboto"/>
                <a:ea typeface="Roboto"/>
                <a:cs typeface="Roboto"/>
                <a:sym typeface="Roboto"/>
              </a:rPr>
              <a:t>TRANSCRIPT</a:t>
            </a:r>
            <a:endParaRPr sz="2600" b="1">
              <a:solidFill>
                <a:srgbClr val="0000FF"/>
              </a:solidFill>
              <a:latin typeface="Roboto"/>
              <a:ea typeface="Roboto"/>
              <a:cs typeface="Roboto"/>
              <a:sym typeface="Roboto"/>
            </a:endParaRPr>
          </a:p>
        </p:txBody>
      </p:sp>
      <p:sp>
        <p:nvSpPr>
          <p:cNvPr id="1205" name="Google Shape;1205;p54"/>
          <p:cNvSpPr/>
          <p:nvPr/>
        </p:nvSpPr>
        <p:spPr>
          <a:xfrm>
            <a:off x="14885700" y="3875225"/>
            <a:ext cx="2545200" cy="571500"/>
          </a:xfrm>
          <a:prstGeom prst="rect">
            <a:avLst/>
          </a:prstGeom>
          <a:noFill/>
          <a:ln w="28575" cap="flat" cmpd="sng">
            <a:solidFill>
              <a:srgbClr val="45B15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206" name="Google Shape;1206;p54"/>
          <p:cNvSpPr/>
          <p:nvPr/>
        </p:nvSpPr>
        <p:spPr>
          <a:xfrm>
            <a:off x="13199375" y="4869025"/>
            <a:ext cx="3237600" cy="480300"/>
          </a:xfrm>
          <a:prstGeom prst="rect">
            <a:avLst/>
          </a:prstGeom>
          <a:noFill/>
          <a:ln w="28575" cap="flat" cmpd="sng">
            <a:solidFill>
              <a:srgbClr val="45B15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207" name="Google Shape;1207;p54"/>
          <p:cNvSpPr/>
          <p:nvPr/>
        </p:nvSpPr>
        <p:spPr>
          <a:xfrm>
            <a:off x="10065650" y="4869025"/>
            <a:ext cx="2175900" cy="480300"/>
          </a:xfrm>
          <a:prstGeom prst="rect">
            <a:avLst/>
          </a:prstGeom>
          <a:noFill/>
          <a:ln w="28575" cap="flat" cmpd="sng">
            <a:solidFill>
              <a:srgbClr val="45B15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208" name="Google Shape;1208;p54"/>
          <p:cNvCxnSpPr/>
          <p:nvPr/>
        </p:nvCxnSpPr>
        <p:spPr>
          <a:xfrm rot="10800000" flipH="1">
            <a:off x="7074800" y="5720400"/>
            <a:ext cx="3297900" cy="9300"/>
          </a:xfrm>
          <a:prstGeom prst="straightConnector1">
            <a:avLst/>
          </a:prstGeom>
          <a:noFill/>
          <a:ln w="28575" cap="flat" cmpd="sng">
            <a:solidFill>
              <a:srgbClr val="9900FF"/>
            </a:solidFill>
            <a:prstDash val="solid"/>
            <a:round/>
            <a:headEnd type="none" w="med" len="med"/>
            <a:tailEnd type="none" w="med" len="med"/>
          </a:ln>
        </p:spPr>
      </p:cxnSp>
      <p:cxnSp>
        <p:nvCxnSpPr>
          <p:cNvPr id="1209" name="Google Shape;1209;p54"/>
          <p:cNvCxnSpPr/>
          <p:nvPr/>
        </p:nvCxnSpPr>
        <p:spPr>
          <a:xfrm>
            <a:off x="9710600" y="6680050"/>
            <a:ext cx="2886000" cy="0"/>
          </a:xfrm>
          <a:prstGeom prst="straightConnector1">
            <a:avLst/>
          </a:prstGeom>
          <a:noFill/>
          <a:ln w="28575" cap="flat" cmpd="sng">
            <a:solidFill>
              <a:srgbClr val="9900FF"/>
            </a:solidFill>
            <a:prstDash val="solid"/>
            <a:round/>
            <a:headEnd type="none" w="med" len="med"/>
            <a:tailEnd type="none" w="med" len="med"/>
          </a:ln>
        </p:spPr>
      </p:cxnSp>
      <p:sp>
        <p:nvSpPr>
          <p:cNvPr id="1210" name="Google Shape;1210;p54"/>
          <p:cNvSpPr/>
          <p:nvPr/>
        </p:nvSpPr>
        <p:spPr>
          <a:xfrm>
            <a:off x="15528250" y="5877475"/>
            <a:ext cx="1666800" cy="352500"/>
          </a:xfrm>
          <a:prstGeom prst="wedgeRoundRectCallout">
            <a:avLst>
              <a:gd name="adj1" fmla="val -20833"/>
              <a:gd name="adj2" fmla="val 62500"/>
              <a:gd name="adj3" fmla="val 0"/>
            </a:avLst>
          </a:prstGeom>
          <a:solidFill>
            <a:srgbClr val="FFF2CC"/>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i="1">
                <a:solidFill>
                  <a:srgbClr val="FF0000"/>
                </a:solidFill>
                <a:latin typeface="Roboto"/>
                <a:ea typeface="Roboto"/>
                <a:cs typeface="Roboto"/>
                <a:sym typeface="Roboto"/>
              </a:rPr>
              <a:t>không xu dính túi</a:t>
            </a:r>
            <a:endParaRPr b="1" i="1">
              <a:solidFill>
                <a:srgbClr val="FF0000"/>
              </a:solidFill>
              <a:latin typeface="Roboto"/>
              <a:ea typeface="Roboto"/>
              <a:cs typeface="Roboto"/>
              <a:sym typeface="Roboto"/>
            </a:endParaRPr>
          </a:p>
        </p:txBody>
      </p:sp>
      <p:cxnSp>
        <p:nvCxnSpPr>
          <p:cNvPr id="1211" name="Google Shape;1211;p54"/>
          <p:cNvCxnSpPr/>
          <p:nvPr/>
        </p:nvCxnSpPr>
        <p:spPr>
          <a:xfrm rot="10800000" flipH="1">
            <a:off x="7613900" y="7121125"/>
            <a:ext cx="2096700" cy="23700"/>
          </a:xfrm>
          <a:prstGeom prst="straightConnector1">
            <a:avLst/>
          </a:prstGeom>
          <a:noFill/>
          <a:ln w="28575" cap="flat" cmpd="sng">
            <a:solidFill>
              <a:schemeClr val="lt2"/>
            </a:solidFill>
            <a:prstDash val="solid"/>
            <a:round/>
            <a:headEnd type="none" w="med" len="med"/>
            <a:tailEnd type="none" w="med" len="med"/>
          </a:ln>
        </p:spPr>
      </p:cxnSp>
      <p:sp>
        <p:nvSpPr>
          <p:cNvPr id="1212" name="Google Shape;1212;p54"/>
          <p:cNvSpPr/>
          <p:nvPr/>
        </p:nvSpPr>
        <p:spPr>
          <a:xfrm>
            <a:off x="7492725" y="6560950"/>
            <a:ext cx="1752600" cy="238200"/>
          </a:xfrm>
          <a:prstGeom prst="wedgeRoundRectCallout">
            <a:avLst>
              <a:gd name="adj1" fmla="val -20109"/>
              <a:gd name="adj2" fmla="val 101828"/>
              <a:gd name="adj3" fmla="val 0"/>
            </a:avLst>
          </a:prstGeom>
          <a:solidFill>
            <a:srgbClr val="FFF2CC"/>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i="1">
                <a:solidFill>
                  <a:srgbClr val="FF0000"/>
                </a:solidFill>
                <a:latin typeface="Roboto"/>
                <a:ea typeface="Roboto"/>
                <a:cs typeface="Roboto"/>
                <a:sym typeface="Roboto"/>
              </a:rPr>
              <a:t>đủ loại việc lặt vặt</a:t>
            </a:r>
            <a:endParaRPr b="1" i="1">
              <a:solidFill>
                <a:srgbClr val="FF0000"/>
              </a:solidFill>
              <a:latin typeface="Roboto"/>
              <a:ea typeface="Roboto"/>
              <a:cs typeface="Roboto"/>
              <a:sym typeface="Roboto"/>
            </a:endParaRPr>
          </a:p>
        </p:txBody>
      </p:sp>
      <p:cxnSp>
        <p:nvCxnSpPr>
          <p:cNvPr id="1213" name="Google Shape;1213;p54"/>
          <p:cNvCxnSpPr/>
          <p:nvPr/>
        </p:nvCxnSpPr>
        <p:spPr>
          <a:xfrm>
            <a:off x="14975800" y="6675400"/>
            <a:ext cx="1986000" cy="9300"/>
          </a:xfrm>
          <a:prstGeom prst="straightConnector1">
            <a:avLst/>
          </a:prstGeom>
          <a:noFill/>
          <a:ln w="28575" cap="flat" cmpd="sng">
            <a:solidFill>
              <a:schemeClr val="lt2"/>
            </a:solidFill>
            <a:prstDash val="solid"/>
            <a:round/>
            <a:headEnd type="none" w="med" len="med"/>
            <a:tailEnd type="none" w="med" len="med"/>
          </a:ln>
        </p:spPr>
      </p:cxnSp>
      <p:pic>
        <p:nvPicPr>
          <p:cNvPr id="1214" name="Google Shape;1214;p54"/>
          <p:cNvPicPr preferRelativeResize="0"/>
          <p:nvPr/>
        </p:nvPicPr>
        <p:blipFill>
          <a:blip r:embed="rId6">
            <a:alphaModFix/>
          </a:blip>
          <a:stretch>
            <a:fillRect/>
          </a:stretch>
        </p:blipFill>
        <p:spPr>
          <a:xfrm>
            <a:off x="6945850" y="7793725"/>
            <a:ext cx="7098035" cy="571500"/>
          </a:xfrm>
          <a:prstGeom prst="rect">
            <a:avLst/>
          </a:prstGeom>
          <a:noFill/>
          <a:ln>
            <a:noFill/>
          </a:ln>
        </p:spPr>
      </p:pic>
      <p:sp>
        <p:nvSpPr>
          <p:cNvPr id="1215" name="Google Shape;1215;p54"/>
          <p:cNvSpPr/>
          <p:nvPr/>
        </p:nvSpPr>
        <p:spPr>
          <a:xfrm>
            <a:off x="9294125" y="7839325"/>
            <a:ext cx="4429200" cy="480300"/>
          </a:xfrm>
          <a:prstGeom prst="rect">
            <a:avLst/>
          </a:prstGeom>
          <a:noFill/>
          <a:ln w="28575" cap="flat" cmpd="sng">
            <a:solidFill>
              <a:srgbClr val="45B15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216" name="Google Shape;1216;p54"/>
          <p:cNvSpPr/>
          <p:nvPr/>
        </p:nvSpPr>
        <p:spPr>
          <a:xfrm>
            <a:off x="13989950" y="7903225"/>
            <a:ext cx="390600" cy="352500"/>
          </a:xfrm>
          <a:prstGeom prst="rightArrow">
            <a:avLst>
              <a:gd name="adj1" fmla="val 50000"/>
              <a:gd name="adj2" fmla="val 50000"/>
            </a:avLst>
          </a:prstGeom>
          <a:solidFill>
            <a:srgbClr val="45B15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217" name="Google Shape;1217;p54"/>
          <p:cNvSpPr/>
          <p:nvPr/>
        </p:nvSpPr>
        <p:spPr>
          <a:xfrm>
            <a:off x="14647175" y="7660725"/>
            <a:ext cx="1986000" cy="847800"/>
          </a:xfrm>
          <a:prstGeom prst="roundRect">
            <a:avLst>
              <a:gd name="adj" fmla="val 16667"/>
            </a:avLst>
          </a:prstGeom>
          <a:solidFill>
            <a:srgbClr val="FFF2CC"/>
          </a:solidFill>
          <a:ln w="9525" cap="flat" cmpd="sng">
            <a:solidFill>
              <a:srgbClr val="FFE5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rgbClr val="0000FF"/>
                </a:solidFill>
                <a:latin typeface="Roboto"/>
                <a:ea typeface="Roboto"/>
                <a:cs typeface="Roboto"/>
                <a:sym typeface="Roboto"/>
              </a:rPr>
              <a:t>CHUYỂN SANG CÂU 10</a:t>
            </a:r>
            <a:endParaRPr sz="2100" b="1">
              <a:solidFill>
                <a:srgbClr val="0000FF"/>
              </a:solidFill>
              <a:latin typeface="Roboto"/>
              <a:ea typeface="Roboto"/>
              <a:cs typeface="Roboto"/>
              <a:sym typeface="Roboto"/>
            </a:endParaRPr>
          </a:p>
        </p:txBody>
      </p:sp>
      <p:sp>
        <p:nvSpPr>
          <p:cNvPr id="1218" name="Google Shape;1218;p54"/>
          <p:cNvSpPr/>
          <p:nvPr/>
        </p:nvSpPr>
        <p:spPr>
          <a:xfrm>
            <a:off x="102500" y="1826025"/>
            <a:ext cx="5874000" cy="832500"/>
          </a:xfrm>
          <a:prstGeom prst="homePlate">
            <a:avLst>
              <a:gd name="adj" fmla="val 50000"/>
            </a:avLst>
          </a:prstGeom>
          <a:solidFill>
            <a:srgbClr val="D9EAD3"/>
          </a:solidFill>
          <a:ln w="9525" cap="flat" cmpd="sng">
            <a:solidFill>
              <a:srgbClr val="A4C2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500" b="1">
                <a:solidFill>
                  <a:srgbClr val="0000FF"/>
                </a:solidFill>
                <a:latin typeface="Roboto"/>
                <a:ea typeface="Roboto"/>
                <a:cs typeface="Roboto"/>
                <a:sym typeface="Roboto"/>
              </a:rPr>
              <a:t>THỨ TỰ PHƯƠNG ÁN TRONG AUDIO</a:t>
            </a:r>
            <a:endParaRPr sz="2500" b="1">
              <a:solidFill>
                <a:srgbClr val="0000FF"/>
              </a:solidFill>
              <a:latin typeface="Roboto"/>
              <a:ea typeface="Roboto"/>
              <a:cs typeface="Roboto"/>
              <a:sym typeface="Roboto"/>
            </a:endParaRPr>
          </a:p>
        </p:txBody>
      </p:sp>
      <p:sp>
        <p:nvSpPr>
          <p:cNvPr id="1219" name="Google Shape;1219;p54"/>
          <p:cNvSpPr/>
          <p:nvPr/>
        </p:nvSpPr>
        <p:spPr>
          <a:xfrm>
            <a:off x="450850" y="3284350"/>
            <a:ext cx="2710800" cy="781800"/>
          </a:xfrm>
          <a:prstGeom prst="chevron">
            <a:avLst>
              <a:gd name="adj" fmla="val 50000"/>
            </a:avLst>
          </a:prstGeom>
          <a:solidFill>
            <a:srgbClr val="CFE2F3"/>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Roboto"/>
                <a:ea typeface="Roboto"/>
                <a:cs typeface="Roboto"/>
                <a:sym typeface="Roboto"/>
              </a:rPr>
              <a:t>B - North of England</a:t>
            </a:r>
            <a:endParaRPr sz="2100">
              <a:latin typeface="Roboto"/>
              <a:ea typeface="Roboto"/>
              <a:cs typeface="Roboto"/>
              <a:sym typeface="Roboto"/>
            </a:endParaRPr>
          </a:p>
        </p:txBody>
      </p:sp>
      <p:sp>
        <p:nvSpPr>
          <p:cNvPr id="1220" name="Google Shape;1220;p54"/>
          <p:cNvSpPr/>
          <p:nvPr/>
        </p:nvSpPr>
        <p:spPr>
          <a:xfrm>
            <a:off x="2890833" y="3284340"/>
            <a:ext cx="1938300" cy="781800"/>
          </a:xfrm>
          <a:prstGeom prst="chevron">
            <a:avLst>
              <a:gd name="adj" fmla="val 47719"/>
            </a:avLst>
          </a:prstGeom>
          <a:solidFill>
            <a:srgbClr val="EAD1D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latin typeface="Roboto"/>
                <a:ea typeface="Roboto"/>
                <a:cs typeface="Roboto"/>
                <a:sym typeface="Roboto"/>
              </a:rPr>
              <a:t>was born</a:t>
            </a:r>
            <a:endParaRPr sz="2100" b="1">
              <a:latin typeface="Roboto"/>
              <a:ea typeface="Roboto"/>
              <a:cs typeface="Roboto"/>
              <a:sym typeface="Roboto"/>
            </a:endParaRPr>
          </a:p>
        </p:txBody>
      </p:sp>
      <p:sp>
        <p:nvSpPr>
          <p:cNvPr id="1221" name="Google Shape;1221;p54"/>
          <p:cNvSpPr/>
          <p:nvPr/>
        </p:nvSpPr>
        <p:spPr>
          <a:xfrm>
            <a:off x="102500" y="3242401"/>
            <a:ext cx="910200" cy="847800"/>
          </a:xfrm>
          <a:prstGeom prst="ellipse">
            <a:avLst/>
          </a:prstGeom>
          <a:solidFill>
            <a:srgbClr val="FFF2C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500" b="1">
                <a:solidFill>
                  <a:srgbClr val="0000FF"/>
                </a:solidFill>
                <a:latin typeface="Roboto"/>
                <a:ea typeface="Roboto"/>
                <a:cs typeface="Roboto"/>
                <a:sym typeface="Roboto"/>
              </a:rPr>
              <a:t>01</a:t>
            </a:r>
            <a:endParaRPr sz="2500" b="1">
              <a:solidFill>
                <a:srgbClr val="0000FF"/>
              </a:solidFill>
              <a:latin typeface="Roboto"/>
              <a:ea typeface="Roboto"/>
              <a:cs typeface="Roboto"/>
              <a:sym typeface="Roboto"/>
            </a:endParaRPr>
          </a:p>
        </p:txBody>
      </p:sp>
      <p:sp>
        <p:nvSpPr>
          <p:cNvPr id="1222" name="Google Shape;1222;p54"/>
          <p:cNvSpPr/>
          <p:nvPr/>
        </p:nvSpPr>
        <p:spPr>
          <a:xfrm>
            <a:off x="536675" y="4508725"/>
            <a:ext cx="2499600" cy="781800"/>
          </a:xfrm>
          <a:prstGeom prst="chevron">
            <a:avLst>
              <a:gd name="adj" fmla="val 50000"/>
            </a:avLst>
          </a:prstGeom>
          <a:solidFill>
            <a:srgbClr val="CFE2F3"/>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Roboto"/>
                <a:ea typeface="Roboto"/>
                <a:cs typeface="Roboto"/>
                <a:sym typeface="Roboto"/>
              </a:rPr>
              <a:t>D - Britain</a:t>
            </a:r>
            <a:endParaRPr sz="2100">
              <a:latin typeface="Roboto"/>
              <a:ea typeface="Roboto"/>
              <a:cs typeface="Roboto"/>
              <a:sym typeface="Roboto"/>
            </a:endParaRPr>
          </a:p>
        </p:txBody>
      </p:sp>
      <p:sp>
        <p:nvSpPr>
          <p:cNvPr id="1223" name="Google Shape;1223;p54"/>
          <p:cNvSpPr/>
          <p:nvPr/>
        </p:nvSpPr>
        <p:spPr>
          <a:xfrm>
            <a:off x="2755288" y="4511075"/>
            <a:ext cx="3824700" cy="781800"/>
          </a:xfrm>
          <a:prstGeom prst="chevron">
            <a:avLst>
              <a:gd name="adj" fmla="val 47719"/>
            </a:avLst>
          </a:prstGeom>
          <a:solidFill>
            <a:srgbClr val="EAD1D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latin typeface="Roboto"/>
                <a:ea typeface="Roboto"/>
                <a:cs typeface="Roboto"/>
                <a:sym typeface="Roboto"/>
              </a:rPr>
              <a:t>parents came to live … after the war</a:t>
            </a:r>
            <a:endParaRPr sz="2100" b="1">
              <a:latin typeface="Roboto"/>
              <a:ea typeface="Roboto"/>
              <a:cs typeface="Roboto"/>
              <a:sym typeface="Roboto"/>
            </a:endParaRPr>
          </a:p>
        </p:txBody>
      </p:sp>
      <p:sp>
        <p:nvSpPr>
          <p:cNvPr id="1224" name="Google Shape;1224;p54"/>
          <p:cNvSpPr/>
          <p:nvPr/>
        </p:nvSpPr>
        <p:spPr>
          <a:xfrm>
            <a:off x="102450" y="4446725"/>
            <a:ext cx="910200" cy="867900"/>
          </a:xfrm>
          <a:prstGeom prst="ellipse">
            <a:avLst/>
          </a:prstGeom>
          <a:solidFill>
            <a:srgbClr val="FFF2C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500" b="1">
                <a:solidFill>
                  <a:srgbClr val="0000FF"/>
                </a:solidFill>
                <a:latin typeface="Roboto"/>
                <a:ea typeface="Roboto"/>
                <a:cs typeface="Roboto"/>
                <a:sym typeface="Roboto"/>
              </a:rPr>
              <a:t>02</a:t>
            </a:r>
            <a:endParaRPr sz="2500" b="1">
              <a:solidFill>
                <a:srgbClr val="0000FF"/>
              </a:solidFill>
              <a:latin typeface="Roboto"/>
              <a:ea typeface="Roboto"/>
              <a:cs typeface="Roboto"/>
              <a:sym typeface="Roboto"/>
            </a:endParaRPr>
          </a:p>
        </p:txBody>
      </p:sp>
      <p:sp>
        <p:nvSpPr>
          <p:cNvPr id="1225" name="Google Shape;1225;p54"/>
          <p:cNvSpPr txBox="1"/>
          <p:nvPr/>
        </p:nvSpPr>
        <p:spPr>
          <a:xfrm>
            <a:off x="4936411" y="3275050"/>
            <a:ext cx="766800" cy="800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4000" b="1" i="1">
                <a:solidFill>
                  <a:srgbClr val="00BF63"/>
                </a:solidFill>
                <a:latin typeface="Roboto"/>
                <a:ea typeface="Roboto"/>
                <a:cs typeface="Roboto"/>
                <a:sym typeface="Roboto"/>
              </a:rPr>
              <a:t>✔</a:t>
            </a:r>
            <a:endParaRPr sz="4000" b="1">
              <a:solidFill>
                <a:srgbClr val="00BF63"/>
              </a:solidFill>
              <a:latin typeface="Roboto"/>
              <a:ea typeface="Roboto"/>
              <a:cs typeface="Roboto"/>
              <a:sym typeface="Roboto"/>
            </a:endParaRPr>
          </a:p>
        </p:txBody>
      </p:sp>
      <p:sp>
        <p:nvSpPr>
          <p:cNvPr id="1226" name="Google Shape;1226;p54"/>
          <p:cNvSpPr/>
          <p:nvPr/>
        </p:nvSpPr>
        <p:spPr>
          <a:xfrm>
            <a:off x="450100" y="6869338"/>
            <a:ext cx="3590700" cy="804900"/>
          </a:xfrm>
          <a:prstGeom prst="chevron">
            <a:avLst>
              <a:gd name="adj" fmla="val 50000"/>
            </a:avLst>
          </a:prstGeom>
          <a:solidFill>
            <a:srgbClr val="CFE2F3"/>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Roboto"/>
                <a:ea typeface="Roboto"/>
                <a:cs typeface="Roboto"/>
                <a:sym typeface="Roboto"/>
              </a:rPr>
              <a:t>C - South of London</a:t>
            </a:r>
            <a:endParaRPr sz="2100">
              <a:latin typeface="Roboto"/>
              <a:ea typeface="Roboto"/>
              <a:cs typeface="Roboto"/>
              <a:sym typeface="Roboto"/>
            </a:endParaRPr>
          </a:p>
        </p:txBody>
      </p:sp>
      <p:sp>
        <p:nvSpPr>
          <p:cNvPr id="1227" name="Google Shape;1227;p54"/>
          <p:cNvSpPr/>
          <p:nvPr/>
        </p:nvSpPr>
        <p:spPr>
          <a:xfrm>
            <a:off x="3786300" y="6868050"/>
            <a:ext cx="2886000" cy="804900"/>
          </a:xfrm>
          <a:prstGeom prst="chevron">
            <a:avLst>
              <a:gd name="adj" fmla="val 47719"/>
            </a:avLst>
          </a:prstGeom>
          <a:solidFill>
            <a:srgbClr val="EAD1D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2100" b="1">
                <a:solidFill>
                  <a:schemeClr val="lt2"/>
                </a:solidFill>
                <a:latin typeface="Roboto"/>
                <a:ea typeface="Roboto"/>
                <a:cs typeface="Roboto"/>
                <a:sym typeface="Roboto"/>
              </a:rPr>
              <a:t> Không được nhắc đến </a:t>
            </a:r>
            <a:endParaRPr sz="2100" b="1">
              <a:solidFill>
                <a:schemeClr val="lt2"/>
              </a:solidFill>
              <a:latin typeface="Roboto"/>
              <a:ea typeface="Roboto"/>
              <a:cs typeface="Roboto"/>
              <a:sym typeface="Roboto"/>
            </a:endParaRPr>
          </a:p>
        </p:txBody>
      </p:sp>
      <p:sp>
        <p:nvSpPr>
          <p:cNvPr id="1228" name="Google Shape;1228;p54"/>
          <p:cNvSpPr/>
          <p:nvPr/>
        </p:nvSpPr>
        <p:spPr>
          <a:xfrm>
            <a:off x="102450" y="6841925"/>
            <a:ext cx="916500" cy="857100"/>
          </a:xfrm>
          <a:prstGeom prst="ellipse">
            <a:avLst/>
          </a:prstGeom>
          <a:solidFill>
            <a:srgbClr val="FFF2C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500" b="1">
                <a:solidFill>
                  <a:schemeClr val="lt2"/>
                </a:solidFill>
                <a:latin typeface="Roboto"/>
                <a:ea typeface="Roboto"/>
                <a:cs typeface="Roboto"/>
                <a:sym typeface="Roboto"/>
              </a:rPr>
              <a:t>X</a:t>
            </a:r>
            <a:endParaRPr sz="2500" b="1">
              <a:solidFill>
                <a:schemeClr val="lt2"/>
              </a:solidFill>
              <a:latin typeface="Roboto"/>
              <a:ea typeface="Roboto"/>
              <a:cs typeface="Roboto"/>
              <a:sym typeface="Roboto"/>
            </a:endParaRPr>
          </a:p>
        </p:txBody>
      </p:sp>
      <p:sp>
        <p:nvSpPr>
          <p:cNvPr id="1229" name="Google Shape;1229;p54"/>
          <p:cNvSpPr/>
          <p:nvPr/>
        </p:nvSpPr>
        <p:spPr>
          <a:xfrm>
            <a:off x="494625" y="5677138"/>
            <a:ext cx="3590700" cy="804900"/>
          </a:xfrm>
          <a:prstGeom prst="chevron">
            <a:avLst>
              <a:gd name="adj" fmla="val 50000"/>
            </a:avLst>
          </a:prstGeom>
          <a:solidFill>
            <a:srgbClr val="CFE2F3"/>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Roboto"/>
                <a:ea typeface="Roboto"/>
                <a:cs typeface="Roboto"/>
                <a:sym typeface="Roboto"/>
              </a:rPr>
              <a:t>A -  London</a:t>
            </a:r>
            <a:endParaRPr sz="2100">
              <a:latin typeface="Roboto"/>
              <a:ea typeface="Roboto"/>
              <a:cs typeface="Roboto"/>
              <a:sym typeface="Roboto"/>
            </a:endParaRPr>
          </a:p>
        </p:txBody>
      </p:sp>
      <p:sp>
        <p:nvSpPr>
          <p:cNvPr id="1230" name="Google Shape;1230;p54"/>
          <p:cNvSpPr/>
          <p:nvPr/>
        </p:nvSpPr>
        <p:spPr>
          <a:xfrm>
            <a:off x="3830825" y="5675850"/>
            <a:ext cx="2710800" cy="804900"/>
          </a:xfrm>
          <a:prstGeom prst="chevron">
            <a:avLst>
              <a:gd name="adj" fmla="val 47719"/>
            </a:avLst>
          </a:prstGeom>
          <a:solidFill>
            <a:srgbClr val="EAD1D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chemeClr val="dk1"/>
                </a:solidFill>
                <a:latin typeface="Roboto"/>
                <a:ea typeface="Roboto"/>
                <a:cs typeface="Roboto"/>
                <a:sym typeface="Roboto"/>
              </a:rPr>
              <a:t>moved to</a:t>
            </a:r>
            <a:endParaRPr sz="2100" b="1">
              <a:solidFill>
                <a:schemeClr val="dk1"/>
              </a:solidFill>
              <a:latin typeface="Roboto"/>
              <a:ea typeface="Roboto"/>
              <a:cs typeface="Roboto"/>
              <a:sym typeface="Roboto"/>
            </a:endParaRPr>
          </a:p>
        </p:txBody>
      </p:sp>
      <p:sp>
        <p:nvSpPr>
          <p:cNvPr id="1231" name="Google Shape;1231;p54"/>
          <p:cNvSpPr/>
          <p:nvPr/>
        </p:nvSpPr>
        <p:spPr>
          <a:xfrm>
            <a:off x="146975" y="5649725"/>
            <a:ext cx="916500" cy="857100"/>
          </a:xfrm>
          <a:prstGeom prst="ellipse">
            <a:avLst/>
          </a:prstGeom>
          <a:solidFill>
            <a:srgbClr val="FFF2C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500" b="1">
                <a:solidFill>
                  <a:srgbClr val="0000FF"/>
                </a:solidFill>
                <a:latin typeface="Roboto"/>
                <a:ea typeface="Roboto"/>
                <a:cs typeface="Roboto"/>
                <a:sym typeface="Roboto"/>
              </a:rPr>
              <a:t>03</a:t>
            </a:r>
            <a:endParaRPr sz="2500" b="1">
              <a:solidFill>
                <a:srgbClr val="0000F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95"/>
                                        </p:tgtEl>
                                        <p:attrNameLst>
                                          <p:attrName>style.visibility</p:attrName>
                                        </p:attrNameLst>
                                      </p:cBhvr>
                                      <p:to>
                                        <p:strVal val="visible"/>
                                      </p:to>
                                    </p:set>
                                    <p:animEffect transition="in" filter="fade">
                                      <p:cBhvr>
                                        <p:cTn id="7" dur="500"/>
                                        <p:tgtEl>
                                          <p:spTgt spid="119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218"/>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219"/>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220"/>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221"/>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22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223"/>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224"/>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22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20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20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20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20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20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208"/>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20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121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1210"/>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1212"/>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1211"/>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1214"/>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1215"/>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1216"/>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12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35"/>
        <p:cNvGrpSpPr/>
        <p:nvPr/>
      </p:nvGrpSpPr>
      <p:grpSpPr>
        <a:xfrm>
          <a:off x="0" y="0"/>
          <a:ext cx="0" cy="0"/>
          <a:chOff x="0" y="0"/>
          <a:chExt cx="0" cy="0"/>
        </a:xfrm>
      </p:grpSpPr>
      <p:grpSp>
        <p:nvGrpSpPr>
          <p:cNvPr id="1236" name="Google Shape;1236;p55"/>
          <p:cNvGrpSpPr/>
          <p:nvPr/>
        </p:nvGrpSpPr>
        <p:grpSpPr>
          <a:xfrm rot="10800000">
            <a:off x="15044545" y="-741632"/>
            <a:ext cx="7681773" cy="4261259"/>
            <a:chOff x="0" y="-38100"/>
            <a:chExt cx="406400" cy="225405"/>
          </a:xfrm>
        </p:grpSpPr>
        <p:sp>
          <p:nvSpPr>
            <p:cNvPr id="1237" name="Google Shape;1237;p55"/>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238" name="Google Shape;1238;p55"/>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39" name="Google Shape;1239;p55"/>
          <p:cNvSpPr txBox="1"/>
          <p:nvPr/>
        </p:nvSpPr>
        <p:spPr>
          <a:xfrm>
            <a:off x="1967125" y="565975"/>
            <a:ext cx="122103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18345"/>
                </a:solidFill>
                <a:latin typeface="Montserrat"/>
                <a:ea typeface="Montserrat"/>
                <a:cs typeface="Montserrat"/>
                <a:sym typeface="Montserrat"/>
              </a:rPr>
              <a:t>06. </a:t>
            </a:r>
            <a:r>
              <a:rPr lang="en-US" sz="4504" b="1" i="0" u="none" strike="noStrike" cap="none">
                <a:solidFill>
                  <a:srgbClr val="018345"/>
                </a:solidFill>
                <a:latin typeface="Montserrat"/>
                <a:ea typeface="Montserrat"/>
                <a:cs typeface="Montserrat"/>
                <a:sym typeface="Montserrat"/>
              </a:rPr>
              <a:t>Listening Practice: P</a:t>
            </a:r>
            <a:r>
              <a:rPr lang="en-US" sz="4504" b="1">
                <a:solidFill>
                  <a:srgbClr val="018345"/>
                </a:solidFill>
                <a:latin typeface="Montserrat"/>
                <a:ea typeface="Montserrat"/>
                <a:cs typeface="Montserrat"/>
                <a:sym typeface="Montserrat"/>
              </a:rPr>
              <a:t>art 2</a:t>
            </a:r>
            <a:endParaRPr/>
          </a:p>
        </p:txBody>
      </p:sp>
      <p:sp>
        <p:nvSpPr>
          <p:cNvPr id="1240" name="Google Shape;1240;p55" descr="Books with solid fill"/>
          <p:cNvSpPr/>
          <p:nvPr/>
        </p:nvSpPr>
        <p:spPr>
          <a:xfrm>
            <a:off x="3241317" y="7155698"/>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1241" name="Google Shape;1241;p55"/>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1242" name="Google Shape;1242;p55"/>
          <p:cNvSpPr/>
          <p:nvPr/>
        </p:nvSpPr>
        <p:spPr>
          <a:xfrm>
            <a:off x="1002202" y="489786"/>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5">
              <a:alphaModFix/>
            </a:blip>
            <a:stretch>
              <a:fillRect/>
            </a:stretch>
          </a:blipFill>
          <a:ln>
            <a:noFill/>
          </a:ln>
        </p:spPr>
      </p:sp>
      <p:sp>
        <p:nvSpPr>
          <p:cNvPr id="1243" name="Google Shape;1243;p55"/>
          <p:cNvSpPr txBox="1"/>
          <p:nvPr/>
        </p:nvSpPr>
        <p:spPr>
          <a:xfrm>
            <a:off x="966797" y="2277350"/>
            <a:ext cx="7599900" cy="3694200"/>
          </a:xfrm>
          <a:prstGeom prst="rect">
            <a:avLst/>
          </a:prstGeom>
          <a:noFill/>
          <a:ln>
            <a:noFill/>
          </a:ln>
        </p:spPr>
        <p:txBody>
          <a:bodyPr spcFirstLastPara="1" wrap="square" lIns="0" tIns="0" rIns="0" bIns="0" anchor="t" anchorCtr="0">
            <a:spAutoFit/>
          </a:bodyPr>
          <a:lstStyle/>
          <a:p>
            <a:pPr marL="0" lvl="0" indent="0" algn="l" rtl="0">
              <a:lnSpc>
                <a:spcPct val="150000"/>
              </a:lnSpc>
              <a:spcBef>
                <a:spcPts val="0"/>
              </a:spcBef>
              <a:spcAft>
                <a:spcPts val="0"/>
              </a:spcAft>
              <a:buNone/>
            </a:pPr>
            <a:r>
              <a:rPr lang="en-US" sz="2400" b="1">
                <a:solidFill>
                  <a:srgbClr val="018345"/>
                </a:solidFill>
                <a:latin typeface="Roboto"/>
                <a:ea typeface="Roboto"/>
                <a:cs typeface="Roboto"/>
                <a:sym typeface="Roboto"/>
              </a:rPr>
              <a:t>10. How did he know about karate?</a:t>
            </a:r>
            <a:endParaRPr>
              <a:solidFill>
                <a:srgbClr val="018345"/>
              </a:solidFill>
            </a:endParaRPr>
          </a:p>
          <a:p>
            <a:pPr marL="0" lvl="0" indent="0" algn="l" rtl="0">
              <a:lnSpc>
                <a:spcPct val="150000"/>
              </a:lnSpc>
              <a:spcBef>
                <a:spcPts val="0"/>
              </a:spcBef>
              <a:spcAft>
                <a:spcPts val="0"/>
              </a:spcAft>
              <a:buNone/>
            </a:pPr>
            <a:r>
              <a:rPr lang="en-US" sz="2400">
                <a:solidFill>
                  <a:schemeClr val="dk1"/>
                </a:solidFill>
                <a:latin typeface="Roboto"/>
                <a:ea typeface="Roboto"/>
                <a:cs typeface="Roboto"/>
                <a:sym typeface="Roboto"/>
              </a:rPr>
              <a:t>A. He discovered karate by himself.				</a:t>
            </a:r>
            <a:endParaRPr/>
          </a:p>
          <a:p>
            <a:pPr marL="0" lvl="0" indent="0" algn="l" rtl="0">
              <a:lnSpc>
                <a:spcPct val="150000"/>
              </a:lnSpc>
              <a:spcBef>
                <a:spcPts val="0"/>
              </a:spcBef>
              <a:spcAft>
                <a:spcPts val="0"/>
              </a:spcAft>
              <a:buNone/>
            </a:pPr>
            <a:r>
              <a:rPr lang="en-US" sz="2400">
                <a:solidFill>
                  <a:schemeClr val="dk1"/>
                </a:solidFill>
                <a:latin typeface="Roboto"/>
                <a:ea typeface="Roboto"/>
                <a:cs typeface="Roboto"/>
                <a:sym typeface="Roboto"/>
              </a:rPr>
              <a:t>B. He’s interested in karate owning to a sports center during a school visit.</a:t>
            </a:r>
            <a:endParaRPr/>
          </a:p>
          <a:p>
            <a:pPr marL="0" lvl="0" indent="0" algn="l" rtl="0">
              <a:lnSpc>
                <a:spcPct val="150000"/>
              </a:lnSpc>
              <a:spcBef>
                <a:spcPts val="0"/>
              </a:spcBef>
              <a:spcAft>
                <a:spcPts val="0"/>
              </a:spcAft>
              <a:buNone/>
            </a:pPr>
            <a:r>
              <a:rPr lang="en-US" sz="2400">
                <a:solidFill>
                  <a:schemeClr val="dk1"/>
                </a:solidFill>
                <a:latin typeface="Roboto"/>
                <a:ea typeface="Roboto"/>
                <a:cs typeface="Roboto"/>
                <a:sym typeface="Roboto"/>
              </a:rPr>
              <a:t>C. His friend introduced it to him.			</a:t>
            </a:r>
            <a:endParaRPr/>
          </a:p>
          <a:p>
            <a:pPr marL="0" lvl="0" indent="0" algn="l" rtl="0">
              <a:lnSpc>
                <a:spcPct val="150000"/>
              </a:lnSpc>
              <a:spcBef>
                <a:spcPts val="0"/>
              </a:spcBef>
              <a:spcAft>
                <a:spcPts val="0"/>
              </a:spcAft>
              <a:buNone/>
            </a:pPr>
            <a:r>
              <a:rPr lang="en-US" sz="2400">
                <a:solidFill>
                  <a:schemeClr val="dk1"/>
                </a:solidFill>
                <a:latin typeface="Roboto"/>
                <a:ea typeface="Roboto"/>
                <a:cs typeface="Roboto"/>
                <a:sym typeface="Roboto"/>
              </a:rPr>
              <a:t>D. He knew it when moving to London.</a:t>
            </a:r>
            <a:endParaRPr sz="2400" b="1">
              <a:solidFill>
                <a:srgbClr val="018345"/>
              </a:solidFill>
              <a:latin typeface="Roboto"/>
              <a:ea typeface="Roboto"/>
              <a:cs typeface="Roboto"/>
              <a:sym typeface="Roboto"/>
            </a:endParaRPr>
          </a:p>
          <a:p>
            <a:pPr marL="0" marR="0" lvl="0" indent="0" algn="l" rtl="0">
              <a:lnSpc>
                <a:spcPct val="150000"/>
              </a:lnSpc>
              <a:spcBef>
                <a:spcPts val="0"/>
              </a:spcBef>
              <a:spcAft>
                <a:spcPts val="0"/>
              </a:spcAft>
              <a:buNone/>
            </a:pPr>
            <a:endParaRPr sz="2400" b="0" i="0" u="none" strike="noStrike" cap="none">
              <a:solidFill>
                <a:srgbClr val="414041"/>
              </a:solidFill>
              <a:latin typeface="Roboto"/>
              <a:ea typeface="Roboto"/>
              <a:cs typeface="Roboto"/>
              <a:sym typeface="Roboto"/>
            </a:endParaRPr>
          </a:p>
        </p:txBody>
      </p:sp>
      <p:sp>
        <p:nvSpPr>
          <p:cNvPr id="1244" name="Google Shape;1244;p55"/>
          <p:cNvSpPr txBox="1"/>
          <p:nvPr/>
        </p:nvSpPr>
        <p:spPr>
          <a:xfrm>
            <a:off x="1002204" y="1540700"/>
            <a:ext cx="15378900" cy="431100"/>
          </a:xfrm>
          <a:prstGeom prst="rect">
            <a:avLst/>
          </a:prstGeom>
          <a:noFill/>
          <a:ln>
            <a:noFill/>
          </a:ln>
        </p:spPr>
        <p:txBody>
          <a:bodyPr spcFirstLastPara="1" wrap="square" lIns="0" tIns="0" rIns="0" bIns="0" anchor="t" anchorCtr="0">
            <a:spAutoFit/>
          </a:bodyPr>
          <a:lstStyle/>
          <a:p>
            <a:pPr marL="0" marR="0" lvl="0" indent="0" algn="just" rtl="0">
              <a:lnSpc>
                <a:spcPct val="128571"/>
              </a:lnSpc>
              <a:spcBef>
                <a:spcPts val="0"/>
              </a:spcBef>
              <a:spcAft>
                <a:spcPts val="0"/>
              </a:spcAft>
              <a:buNone/>
            </a:pPr>
            <a:r>
              <a:rPr lang="en-US" sz="2800" b="1" i="0" u="none" strike="noStrike" cap="none">
                <a:solidFill>
                  <a:srgbClr val="018345"/>
                </a:solidFill>
                <a:latin typeface="Roboto"/>
                <a:ea typeface="Roboto"/>
                <a:cs typeface="Roboto"/>
                <a:sym typeface="Roboto"/>
              </a:rPr>
              <a:t>PART 2: You will hear a journalist interviewing Geoff Thompson, a British sportsman. </a:t>
            </a:r>
            <a:endParaRPr/>
          </a:p>
        </p:txBody>
      </p:sp>
      <p:grpSp>
        <p:nvGrpSpPr>
          <p:cNvPr id="1245" name="Google Shape;1245;p55"/>
          <p:cNvGrpSpPr/>
          <p:nvPr/>
        </p:nvGrpSpPr>
        <p:grpSpPr>
          <a:xfrm>
            <a:off x="-2470272" y="9471580"/>
            <a:ext cx="7950378" cy="1707451"/>
            <a:chOff x="0" y="-384760"/>
            <a:chExt cx="10600504" cy="2276297"/>
          </a:xfrm>
        </p:grpSpPr>
        <p:grpSp>
          <p:nvGrpSpPr>
            <p:cNvPr id="1246" name="Google Shape;1246;p55"/>
            <p:cNvGrpSpPr/>
            <p:nvPr/>
          </p:nvGrpSpPr>
          <p:grpSpPr>
            <a:xfrm>
              <a:off x="0" y="-384760"/>
              <a:ext cx="10600504" cy="2276297"/>
              <a:chOff x="0" y="-38100"/>
              <a:chExt cx="1049690" cy="225405"/>
            </a:xfrm>
          </p:grpSpPr>
          <p:sp>
            <p:nvSpPr>
              <p:cNvPr id="1247" name="Google Shape;1247;p55"/>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248" name="Google Shape;1248;p55"/>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49" name="Google Shape;1249;p55"/>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50" name="Google Shape;1250;p55"/>
          <p:cNvSpPr/>
          <p:nvPr/>
        </p:nvSpPr>
        <p:spPr>
          <a:xfrm>
            <a:off x="4741100" y="2217375"/>
            <a:ext cx="1123800" cy="431100"/>
          </a:xfrm>
          <a:prstGeom prst="rect">
            <a:avLst/>
          </a:prstGeom>
          <a:noFill/>
          <a:ln w="28575" cap="flat" cmpd="sng">
            <a:solidFill>
              <a:srgbClr val="EA222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251" name="Google Shape;1251;p55"/>
          <p:cNvSpPr/>
          <p:nvPr/>
        </p:nvSpPr>
        <p:spPr>
          <a:xfrm>
            <a:off x="1474250" y="2253225"/>
            <a:ext cx="647100" cy="431100"/>
          </a:xfrm>
          <a:prstGeom prst="rect">
            <a:avLst/>
          </a:prstGeom>
          <a:noFill/>
          <a:ln w="28575" cap="flat" cmpd="sng">
            <a:solidFill>
              <a:srgbClr val="EA222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252" name="Google Shape;1252;p55"/>
          <p:cNvSpPr txBox="1"/>
          <p:nvPr/>
        </p:nvSpPr>
        <p:spPr>
          <a:xfrm>
            <a:off x="852500" y="6337625"/>
            <a:ext cx="6942300" cy="2679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100" b="1" i="1">
                <a:solidFill>
                  <a:srgbClr val="EA222A"/>
                </a:solidFill>
                <a:latin typeface="Roboto"/>
                <a:ea typeface="Roboto"/>
                <a:cs typeface="Roboto"/>
                <a:sym typeface="Roboto"/>
              </a:rPr>
              <a:t>Phân tích ngữ cảnh</a:t>
            </a:r>
            <a:endParaRPr sz="2100" b="1" i="1">
              <a:solidFill>
                <a:srgbClr val="EA222A"/>
              </a:solidFill>
              <a:latin typeface="Roboto"/>
              <a:ea typeface="Roboto"/>
              <a:cs typeface="Roboto"/>
              <a:sym typeface="Roboto"/>
            </a:endParaRPr>
          </a:p>
          <a:p>
            <a:pPr marL="0" lvl="0" indent="0" algn="l" rtl="0">
              <a:lnSpc>
                <a:spcPct val="115000"/>
              </a:lnSpc>
              <a:spcBef>
                <a:spcPts val="0"/>
              </a:spcBef>
              <a:spcAft>
                <a:spcPts val="0"/>
              </a:spcAft>
              <a:buNone/>
            </a:pPr>
            <a:r>
              <a:rPr lang="en-US" sz="2100" i="1">
                <a:solidFill>
                  <a:schemeClr val="dk1"/>
                </a:solidFill>
                <a:latin typeface="Roboto"/>
                <a:ea typeface="Roboto"/>
                <a:cs typeface="Roboto"/>
                <a:sym typeface="Roboto"/>
              </a:rPr>
              <a:t>Câu hỏi: làm cách nào Geoff biết đến karate </a:t>
            </a:r>
            <a:endParaRPr sz="2100" i="1">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n-US" sz="2100" i="1">
                <a:solidFill>
                  <a:schemeClr val="dk1"/>
                </a:solidFill>
                <a:latin typeface="Roboto"/>
                <a:ea typeface="Roboto"/>
                <a:cs typeface="Roboto"/>
                <a:sym typeface="Roboto"/>
              </a:rPr>
              <a:t>➨ người nói có xu hướng đưa ra các thông tin như</a:t>
            </a:r>
            <a:endParaRPr sz="2100" i="1">
              <a:solidFill>
                <a:schemeClr val="dk1"/>
              </a:solidFill>
              <a:latin typeface="Roboto"/>
              <a:ea typeface="Roboto"/>
              <a:cs typeface="Roboto"/>
              <a:sym typeface="Roboto"/>
            </a:endParaRPr>
          </a:p>
          <a:p>
            <a:pPr marL="457200" lvl="0" indent="-361950" algn="l" rtl="0">
              <a:lnSpc>
                <a:spcPct val="115000"/>
              </a:lnSpc>
              <a:spcBef>
                <a:spcPts val="1000"/>
              </a:spcBef>
              <a:spcAft>
                <a:spcPts val="0"/>
              </a:spcAft>
              <a:buClr>
                <a:schemeClr val="dk1"/>
              </a:buClr>
              <a:buSzPts val="2100"/>
              <a:buFont typeface="Roboto"/>
              <a:buChar char="●"/>
            </a:pPr>
            <a:r>
              <a:rPr lang="en-US" sz="2100" i="1">
                <a:solidFill>
                  <a:schemeClr val="dk1"/>
                </a:solidFill>
                <a:latin typeface="Roboto"/>
                <a:ea typeface="Roboto"/>
                <a:cs typeface="Roboto"/>
                <a:sym typeface="Roboto"/>
              </a:rPr>
              <a:t>Nguyên nhân (because, as, since hoặc </a:t>
            </a:r>
            <a:endParaRPr sz="2100" i="1">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n-US" sz="2100" i="1">
                <a:solidFill>
                  <a:schemeClr val="dk1"/>
                </a:solidFill>
                <a:latin typeface="Roboto"/>
                <a:ea typeface="Roboto"/>
                <a:cs typeface="Roboto"/>
                <a:sym typeface="Roboto"/>
              </a:rPr>
              <a:t>because of, due to, owing to)</a:t>
            </a:r>
            <a:endParaRPr sz="2100" i="1">
              <a:solidFill>
                <a:schemeClr val="dk1"/>
              </a:solidFill>
              <a:latin typeface="Roboto"/>
              <a:ea typeface="Roboto"/>
              <a:cs typeface="Roboto"/>
              <a:sym typeface="Roboto"/>
            </a:endParaRPr>
          </a:p>
          <a:p>
            <a:pPr marL="457200" lvl="0" indent="-361950" algn="l" rtl="0">
              <a:lnSpc>
                <a:spcPct val="115000"/>
              </a:lnSpc>
              <a:spcBef>
                <a:spcPts val="1000"/>
              </a:spcBef>
              <a:spcAft>
                <a:spcPts val="0"/>
              </a:spcAft>
              <a:buClr>
                <a:schemeClr val="dk1"/>
              </a:buClr>
              <a:buSzPts val="2100"/>
              <a:buFont typeface="Roboto"/>
              <a:buChar char="●"/>
            </a:pPr>
            <a:r>
              <a:rPr lang="en-US" sz="2100" i="1">
                <a:solidFill>
                  <a:schemeClr val="dk1"/>
                </a:solidFill>
                <a:latin typeface="Roboto"/>
                <a:ea typeface="Roboto"/>
                <a:cs typeface="Roboto"/>
                <a:sym typeface="Roboto"/>
              </a:rPr>
              <a:t>Thời gian - địa điểm </a:t>
            </a:r>
            <a:endParaRPr sz="2100" i="1">
              <a:solidFill>
                <a:schemeClr val="dk1"/>
              </a:solidFill>
              <a:latin typeface="Roboto"/>
              <a:ea typeface="Roboto"/>
              <a:cs typeface="Roboto"/>
              <a:sym typeface="Roboto"/>
            </a:endParaRPr>
          </a:p>
          <a:p>
            <a:pPr marL="457200" lvl="0" indent="-361950" algn="l" rtl="0">
              <a:lnSpc>
                <a:spcPct val="115000"/>
              </a:lnSpc>
              <a:spcBef>
                <a:spcPts val="0"/>
              </a:spcBef>
              <a:spcAft>
                <a:spcPts val="0"/>
              </a:spcAft>
              <a:buClr>
                <a:schemeClr val="dk1"/>
              </a:buClr>
              <a:buSzPts val="2100"/>
              <a:buFont typeface="Roboto"/>
              <a:buChar char="●"/>
            </a:pPr>
            <a:r>
              <a:rPr lang="en-US" sz="2100" i="1">
                <a:solidFill>
                  <a:schemeClr val="dk1"/>
                </a:solidFill>
                <a:latin typeface="Roboto"/>
                <a:ea typeface="Roboto"/>
                <a:cs typeface="Roboto"/>
                <a:sym typeface="Roboto"/>
              </a:rPr>
              <a:t>Người liên quan</a:t>
            </a:r>
            <a:endParaRPr sz="2100" i="1">
              <a:solidFill>
                <a:schemeClr val="dk1"/>
              </a:solidFill>
              <a:latin typeface="Roboto"/>
              <a:ea typeface="Roboto"/>
              <a:cs typeface="Roboto"/>
              <a:sym typeface="Roboto"/>
            </a:endParaRPr>
          </a:p>
          <a:p>
            <a:pPr marL="0" lvl="0" indent="0" algn="l" rtl="0">
              <a:spcBef>
                <a:spcPts val="1000"/>
              </a:spcBef>
              <a:spcAft>
                <a:spcPts val="0"/>
              </a:spcAft>
              <a:buNone/>
            </a:pPr>
            <a:endParaRPr sz="2100" i="1">
              <a:solidFill>
                <a:schemeClr val="dk1"/>
              </a:solidFill>
              <a:latin typeface="Roboto"/>
              <a:ea typeface="Roboto"/>
              <a:cs typeface="Roboto"/>
              <a:sym typeface="Roboto"/>
            </a:endParaRPr>
          </a:p>
        </p:txBody>
      </p:sp>
      <p:sp>
        <p:nvSpPr>
          <p:cNvPr id="1253" name="Google Shape;1253;p55"/>
          <p:cNvSpPr txBox="1"/>
          <p:nvPr/>
        </p:nvSpPr>
        <p:spPr>
          <a:xfrm>
            <a:off x="852500" y="5647575"/>
            <a:ext cx="31470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latin typeface="Montserrat"/>
                <a:ea typeface="Montserrat"/>
                <a:cs typeface="Montserrat"/>
                <a:sym typeface="Montserrat"/>
              </a:rPr>
              <a:t>Question 10 audio: </a:t>
            </a:r>
            <a:endParaRPr sz="4200">
              <a:latin typeface="Roboto"/>
              <a:ea typeface="Roboto"/>
              <a:cs typeface="Roboto"/>
              <a:sym typeface="Roboto"/>
            </a:endParaRPr>
          </a:p>
        </p:txBody>
      </p:sp>
      <p:sp>
        <p:nvSpPr>
          <p:cNvPr id="1254" name="Google Shape;1254;p55"/>
          <p:cNvSpPr/>
          <p:nvPr/>
        </p:nvSpPr>
        <p:spPr>
          <a:xfrm>
            <a:off x="3064425" y="2253225"/>
            <a:ext cx="797100" cy="431100"/>
          </a:xfrm>
          <a:prstGeom prst="rect">
            <a:avLst/>
          </a:prstGeom>
          <a:noFill/>
          <a:ln w="28575" cap="flat" cmpd="sng">
            <a:solidFill>
              <a:srgbClr val="EA222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255" name="Google Shape;1255;p55"/>
          <p:cNvSpPr/>
          <p:nvPr/>
        </p:nvSpPr>
        <p:spPr>
          <a:xfrm>
            <a:off x="8911200" y="2648475"/>
            <a:ext cx="7599900" cy="1644900"/>
          </a:xfrm>
          <a:prstGeom prst="roundRect">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256" name="Google Shape;1256;p55"/>
          <p:cNvSpPr txBox="1"/>
          <p:nvPr/>
        </p:nvSpPr>
        <p:spPr>
          <a:xfrm>
            <a:off x="9144000" y="3178050"/>
            <a:ext cx="7134300" cy="94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i="1">
                <a:latin typeface="Roboto"/>
                <a:ea typeface="Roboto"/>
                <a:cs typeface="Roboto"/>
                <a:sym typeface="Roboto"/>
              </a:rPr>
              <a:t>There was a school trip, nothing special really, but we went to this sports centre. And I just thought, that's for me. </a:t>
            </a:r>
            <a:endParaRPr sz="2100" i="1">
              <a:solidFill>
                <a:schemeClr val="dk1"/>
              </a:solidFill>
              <a:latin typeface="Roboto"/>
              <a:ea typeface="Roboto"/>
              <a:cs typeface="Roboto"/>
              <a:sym typeface="Roboto"/>
            </a:endParaRPr>
          </a:p>
        </p:txBody>
      </p:sp>
      <p:sp>
        <p:nvSpPr>
          <p:cNvPr id="1257" name="Google Shape;1257;p55"/>
          <p:cNvSpPr/>
          <p:nvPr/>
        </p:nvSpPr>
        <p:spPr>
          <a:xfrm>
            <a:off x="8810725" y="2304150"/>
            <a:ext cx="3924300" cy="870300"/>
          </a:xfrm>
          <a:prstGeom prst="doubleWave">
            <a:avLst>
              <a:gd name="adj1" fmla="val 6250"/>
              <a:gd name="adj2" fmla="val 0"/>
            </a:avLst>
          </a:prstGeom>
          <a:solidFill>
            <a:srgbClr val="D9EAD3"/>
          </a:solidFill>
          <a:ln w="9525" cap="flat" cmpd="sng">
            <a:solidFill>
              <a:srgbClr val="A4C2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rgbClr val="0000FF"/>
                </a:solidFill>
                <a:latin typeface="Roboto"/>
                <a:ea typeface="Roboto"/>
                <a:cs typeface="Roboto"/>
                <a:sym typeface="Roboto"/>
              </a:rPr>
              <a:t>PHƯƠNG ÁN TRONG AUDIO</a:t>
            </a:r>
            <a:endParaRPr b="1">
              <a:latin typeface="Roboto"/>
              <a:ea typeface="Roboto"/>
              <a:cs typeface="Roboto"/>
              <a:sym typeface="Roboto"/>
            </a:endParaRPr>
          </a:p>
        </p:txBody>
      </p:sp>
      <p:sp>
        <p:nvSpPr>
          <p:cNvPr id="1258" name="Google Shape;1258;p55"/>
          <p:cNvSpPr/>
          <p:nvPr/>
        </p:nvSpPr>
        <p:spPr>
          <a:xfrm>
            <a:off x="12354025" y="4462300"/>
            <a:ext cx="797100" cy="596400"/>
          </a:xfrm>
          <a:prstGeom prst="downArrow">
            <a:avLst>
              <a:gd name="adj1" fmla="val 50000"/>
              <a:gd name="adj2" fmla="val 50000"/>
            </a:avLst>
          </a:prstGeom>
          <a:solidFill>
            <a:srgbClr val="45B15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259" name="Google Shape;1259;p55"/>
          <p:cNvSpPr txBox="1"/>
          <p:nvPr/>
        </p:nvSpPr>
        <p:spPr>
          <a:xfrm>
            <a:off x="9264113" y="5122125"/>
            <a:ext cx="80487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rgbClr val="9900FF"/>
                </a:solidFill>
                <a:latin typeface="Roboto"/>
                <a:ea typeface="Roboto"/>
                <a:cs typeface="Roboto"/>
                <a:sym typeface="Roboto"/>
              </a:rPr>
              <a:t>CHỈ NHẮC ĐẾN PHƯƠNG ÁN B </a:t>
            </a:r>
            <a:r>
              <a:rPr lang="en-US" sz="2700" b="1" i="1">
                <a:solidFill>
                  <a:srgbClr val="9900FF"/>
                </a:solidFill>
                <a:latin typeface="Roboto"/>
                <a:ea typeface="Roboto"/>
                <a:cs typeface="Roboto"/>
                <a:sym typeface="Roboto"/>
              </a:rPr>
              <a:t>➨ </a:t>
            </a:r>
            <a:r>
              <a:rPr lang="en-US" sz="2800" b="1">
                <a:solidFill>
                  <a:srgbClr val="9900FF"/>
                </a:solidFill>
                <a:latin typeface="Roboto"/>
                <a:ea typeface="Roboto"/>
                <a:cs typeface="Roboto"/>
                <a:sym typeface="Roboto"/>
              </a:rPr>
              <a:t>CHỌN B</a:t>
            </a:r>
            <a:endParaRPr sz="2800" b="1">
              <a:solidFill>
                <a:srgbClr val="9900FF"/>
              </a:solidFill>
              <a:latin typeface="Roboto"/>
              <a:ea typeface="Roboto"/>
              <a:cs typeface="Roboto"/>
              <a:sym typeface="Roboto"/>
            </a:endParaRPr>
          </a:p>
        </p:txBody>
      </p:sp>
      <p:sp>
        <p:nvSpPr>
          <p:cNvPr id="1260" name="Google Shape;1260;p55"/>
          <p:cNvSpPr/>
          <p:nvPr/>
        </p:nvSpPr>
        <p:spPr>
          <a:xfrm>
            <a:off x="11617425" y="5965225"/>
            <a:ext cx="2828100" cy="647400"/>
          </a:xfrm>
          <a:prstGeom prst="round2DiagRect">
            <a:avLst>
              <a:gd name="adj1" fmla="val 50000"/>
              <a:gd name="adj2" fmla="val 0"/>
            </a:avLst>
          </a:prstGeom>
          <a:solidFill>
            <a:srgbClr val="FFF2CC"/>
          </a:solidFill>
          <a:ln w="9525" cap="flat" cmpd="sng">
            <a:solidFill>
              <a:srgbClr val="FFE5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rgbClr val="0000FF"/>
                </a:solidFill>
                <a:latin typeface="Roboto"/>
                <a:ea typeface="Roboto"/>
                <a:cs typeface="Roboto"/>
                <a:sym typeface="Roboto"/>
              </a:rPr>
              <a:t>TRANSCRIPT</a:t>
            </a:r>
            <a:endParaRPr sz="2100" b="1">
              <a:solidFill>
                <a:srgbClr val="0000FF"/>
              </a:solidFill>
              <a:latin typeface="Roboto"/>
              <a:ea typeface="Roboto"/>
              <a:cs typeface="Roboto"/>
              <a:sym typeface="Roboto"/>
            </a:endParaRPr>
          </a:p>
        </p:txBody>
      </p:sp>
      <p:pic>
        <p:nvPicPr>
          <p:cNvPr id="1261" name="Google Shape;1261;p55"/>
          <p:cNvPicPr preferRelativeResize="0"/>
          <p:nvPr/>
        </p:nvPicPr>
        <p:blipFill>
          <a:blip r:embed="rId6">
            <a:alphaModFix/>
          </a:blip>
          <a:stretch>
            <a:fillRect/>
          </a:stretch>
        </p:blipFill>
        <p:spPr>
          <a:xfrm>
            <a:off x="7388325" y="6859325"/>
            <a:ext cx="10899674" cy="2451100"/>
          </a:xfrm>
          <a:prstGeom prst="rect">
            <a:avLst/>
          </a:prstGeom>
          <a:noFill/>
          <a:ln>
            <a:noFill/>
          </a:ln>
        </p:spPr>
      </p:pic>
      <p:sp>
        <p:nvSpPr>
          <p:cNvPr id="1262" name="Google Shape;1262;p55"/>
          <p:cNvSpPr/>
          <p:nvPr/>
        </p:nvSpPr>
        <p:spPr>
          <a:xfrm>
            <a:off x="11184850" y="8105100"/>
            <a:ext cx="2020200" cy="352500"/>
          </a:xfrm>
          <a:prstGeom prst="wedgeRoundRectCallout">
            <a:avLst>
              <a:gd name="adj1" fmla="val -20833"/>
              <a:gd name="adj2" fmla="val 62500"/>
              <a:gd name="adj3" fmla="val 0"/>
            </a:avLst>
          </a:prstGeom>
          <a:solidFill>
            <a:srgbClr val="FFF2CC"/>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i="1">
                <a:solidFill>
                  <a:srgbClr val="FF0000"/>
                </a:solidFill>
                <a:latin typeface="Roboto"/>
                <a:ea typeface="Roboto"/>
                <a:cs typeface="Roboto"/>
                <a:sym typeface="Roboto"/>
              </a:rPr>
              <a:t>đó là dành cho mình</a:t>
            </a:r>
            <a:endParaRPr b="1" i="1">
              <a:solidFill>
                <a:srgbClr val="FF0000"/>
              </a:solidFill>
              <a:latin typeface="Roboto"/>
              <a:ea typeface="Roboto"/>
              <a:cs typeface="Roboto"/>
              <a:sym typeface="Roboto"/>
            </a:endParaRPr>
          </a:p>
        </p:txBody>
      </p:sp>
      <p:cxnSp>
        <p:nvCxnSpPr>
          <p:cNvPr id="1263" name="Google Shape;1263;p55"/>
          <p:cNvCxnSpPr/>
          <p:nvPr/>
        </p:nvCxnSpPr>
        <p:spPr>
          <a:xfrm rot="10800000" flipH="1">
            <a:off x="10632400" y="8738325"/>
            <a:ext cx="1607400" cy="12300"/>
          </a:xfrm>
          <a:prstGeom prst="straightConnector1">
            <a:avLst/>
          </a:prstGeom>
          <a:noFill/>
          <a:ln w="28575" cap="flat" cmpd="sng">
            <a:solidFill>
              <a:schemeClr val="lt2"/>
            </a:solidFill>
            <a:prstDash val="solid"/>
            <a:round/>
            <a:headEnd type="none" w="med" len="med"/>
            <a:tailEnd type="none" w="med" len="med"/>
          </a:ln>
        </p:spPr>
      </p:cxnSp>
      <p:pic>
        <p:nvPicPr>
          <p:cNvPr id="1264" name="Google Shape;1264;p55" title="02. Question 10.mp3">
            <a:hlinkClick r:id="rId7"/>
          </p:cNvPr>
          <p:cNvPicPr preferRelativeResize="0"/>
          <p:nvPr/>
        </p:nvPicPr>
        <p:blipFill>
          <a:blip r:embed="rId8">
            <a:alphaModFix/>
          </a:blip>
          <a:stretch>
            <a:fillRect/>
          </a:stretch>
        </p:blipFill>
        <p:spPr>
          <a:xfrm>
            <a:off x="4038318" y="5392025"/>
            <a:ext cx="945600" cy="945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39"/>
                                        </p:tgtEl>
                                        <p:attrNameLst>
                                          <p:attrName>style.visibility</p:attrName>
                                        </p:attrNameLst>
                                      </p:cBhvr>
                                      <p:to>
                                        <p:strVal val="visible"/>
                                      </p:to>
                                    </p:set>
                                    <p:animEffect transition="in" filter="fade">
                                      <p:cBhvr>
                                        <p:cTn id="7" dur="500"/>
                                        <p:tgtEl>
                                          <p:spTgt spid="123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44"/>
                                        </p:tgtEl>
                                        <p:attrNameLst>
                                          <p:attrName>style.visibility</p:attrName>
                                        </p:attrNameLst>
                                      </p:cBhvr>
                                      <p:to>
                                        <p:strVal val="visible"/>
                                      </p:to>
                                    </p:set>
                                    <p:anim calcmode="lin" valueType="num">
                                      <p:cBhvr additive="base">
                                        <p:cTn id="12" dur="500"/>
                                        <p:tgtEl>
                                          <p:spTgt spid="1244"/>
                                        </p:tgtEl>
                                        <p:attrNameLst>
                                          <p:attrName>ppt_y</p:attrName>
                                        </p:attrNameLst>
                                      </p:cBhvr>
                                      <p:tavLst>
                                        <p:tav tm="0">
                                          <p:val>
                                            <p:strVal val="#ppt_y+1"/>
                                          </p:val>
                                        </p:tav>
                                        <p:tav tm="100000">
                                          <p:val>
                                            <p:strVal val="#ppt_y"/>
                                          </p:val>
                                        </p:tav>
                                      </p:tavLst>
                                    </p:anim>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243"/>
                                        </p:tgtEl>
                                        <p:attrNameLst>
                                          <p:attrName>style.visibility</p:attrName>
                                        </p:attrNameLst>
                                      </p:cBhvr>
                                      <p:to>
                                        <p:strVal val="visible"/>
                                      </p:to>
                                    </p:set>
                                    <p:animEffect transition="in" filter="fade">
                                      <p:cBhvr>
                                        <p:cTn id="16" dur="500"/>
                                        <p:tgtEl>
                                          <p:spTgt spid="124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5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5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5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5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5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5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5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5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25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25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6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6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6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68"/>
        <p:cNvGrpSpPr/>
        <p:nvPr/>
      </p:nvGrpSpPr>
      <p:grpSpPr>
        <a:xfrm>
          <a:off x="0" y="0"/>
          <a:ext cx="0" cy="0"/>
          <a:chOff x="0" y="0"/>
          <a:chExt cx="0" cy="0"/>
        </a:xfrm>
      </p:grpSpPr>
      <p:grpSp>
        <p:nvGrpSpPr>
          <p:cNvPr id="1269" name="Google Shape;1269;p56"/>
          <p:cNvGrpSpPr/>
          <p:nvPr/>
        </p:nvGrpSpPr>
        <p:grpSpPr>
          <a:xfrm rot="10800000">
            <a:off x="15044545" y="-741632"/>
            <a:ext cx="7681773" cy="4261259"/>
            <a:chOff x="0" y="-38100"/>
            <a:chExt cx="406400" cy="225405"/>
          </a:xfrm>
        </p:grpSpPr>
        <p:sp>
          <p:nvSpPr>
            <p:cNvPr id="1270" name="Google Shape;1270;p56"/>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271" name="Google Shape;1271;p56"/>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72" name="Google Shape;1272;p56"/>
          <p:cNvSpPr txBox="1"/>
          <p:nvPr/>
        </p:nvSpPr>
        <p:spPr>
          <a:xfrm>
            <a:off x="1967125" y="565975"/>
            <a:ext cx="122103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18345"/>
                </a:solidFill>
                <a:latin typeface="Montserrat"/>
                <a:ea typeface="Montserrat"/>
                <a:cs typeface="Montserrat"/>
                <a:sym typeface="Montserrat"/>
              </a:rPr>
              <a:t>06. </a:t>
            </a:r>
            <a:r>
              <a:rPr lang="en-US" sz="4504" b="1" i="0" u="none" strike="noStrike" cap="none">
                <a:solidFill>
                  <a:srgbClr val="018345"/>
                </a:solidFill>
                <a:latin typeface="Montserrat"/>
                <a:ea typeface="Montserrat"/>
                <a:cs typeface="Montserrat"/>
                <a:sym typeface="Montserrat"/>
              </a:rPr>
              <a:t>Listening Practice: P</a:t>
            </a:r>
            <a:r>
              <a:rPr lang="en-US" sz="4504" b="1">
                <a:solidFill>
                  <a:srgbClr val="018345"/>
                </a:solidFill>
                <a:latin typeface="Montserrat"/>
                <a:ea typeface="Montserrat"/>
                <a:cs typeface="Montserrat"/>
                <a:sym typeface="Montserrat"/>
              </a:rPr>
              <a:t>art 2</a:t>
            </a:r>
            <a:endParaRPr/>
          </a:p>
        </p:txBody>
      </p:sp>
      <p:sp>
        <p:nvSpPr>
          <p:cNvPr id="1273" name="Google Shape;1273;p56" descr="Books with solid fill"/>
          <p:cNvSpPr/>
          <p:nvPr/>
        </p:nvSpPr>
        <p:spPr>
          <a:xfrm>
            <a:off x="3241317" y="7155698"/>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1274" name="Google Shape;1274;p56"/>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1275" name="Google Shape;1275;p56"/>
          <p:cNvSpPr/>
          <p:nvPr/>
        </p:nvSpPr>
        <p:spPr>
          <a:xfrm>
            <a:off x="1002202" y="489786"/>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5">
              <a:alphaModFix/>
            </a:blip>
            <a:stretch>
              <a:fillRect/>
            </a:stretch>
          </a:blipFill>
          <a:ln>
            <a:noFill/>
          </a:ln>
        </p:spPr>
      </p:sp>
      <p:sp>
        <p:nvSpPr>
          <p:cNvPr id="1276" name="Google Shape;1276;p56"/>
          <p:cNvSpPr txBox="1"/>
          <p:nvPr/>
        </p:nvSpPr>
        <p:spPr>
          <a:xfrm>
            <a:off x="966800" y="2277350"/>
            <a:ext cx="9114000" cy="2031900"/>
          </a:xfrm>
          <a:prstGeom prst="rect">
            <a:avLst/>
          </a:prstGeom>
          <a:noFill/>
          <a:ln>
            <a:noFill/>
          </a:ln>
        </p:spPr>
        <p:txBody>
          <a:bodyPr spcFirstLastPara="1" wrap="square" lIns="0" tIns="0" rIns="0" bIns="0" anchor="t" anchorCtr="0">
            <a:spAutoFit/>
          </a:bodyPr>
          <a:lstStyle/>
          <a:p>
            <a:pPr marL="0" lvl="0" indent="0" algn="l" rtl="0">
              <a:lnSpc>
                <a:spcPct val="150000"/>
              </a:lnSpc>
              <a:spcBef>
                <a:spcPts val="0"/>
              </a:spcBef>
              <a:spcAft>
                <a:spcPts val="0"/>
              </a:spcAft>
              <a:buNone/>
            </a:pPr>
            <a:r>
              <a:rPr lang="en-US" sz="2400" b="1">
                <a:solidFill>
                  <a:srgbClr val="018345"/>
                </a:solidFill>
                <a:latin typeface="Roboto"/>
                <a:ea typeface="Roboto"/>
                <a:cs typeface="Roboto"/>
                <a:sym typeface="Roboto"/>
              </a:rPr>
              <a:t>11. When did he take part in the World Championships in Taiwan?</a:t>
            </a:r>
            <a:endParaRPr>
              <a:solidFill>
                <a:srgbClr val="018345"/>
              </a:solidFill>
            </a:endParaRPr>
          </a:p>
          <a:p>
            <a:pPr marL="0" lvl="0" indent="0" algn="l" rtl="0">
              <a:lnSpc>
                <a:spcPct val="150000"/>
              </a:lnSpc>
              <a:spcBef>
                <a:spcPts val="0"/>
              </a:spcBef>
              <a:spcAft>
                <a:spcPts val="0"/>
              </a:spcAft>
              <a:buNone/>
            </a:pPr>
            <a:r>
              <a:rPr lang="en-US" sz="2400">
                <a:solidFill>
                  <a:schemeClr val="dk1"/>
                </a:solidFill>
                <a:latin typeface="Roboto"/>
                <a:ea typeface="Roboto"/>
                <a:cs typeface="Roboto"/>
                <a:sym typeface="Roboto"/>
              </a:rPr>
              <a:t>A. In 1972		B. In 1980</a:t>
            </a:r>
            <a:endParaRPr/>
          </a:p>
          <a:p>
            <a:pPr marL="0" lvl="0" indent="0" algn="l" rtl="0">
              <a:lnSpc>
                <a:spcPct val="150000"/>
              </a:lnSpc>
              <a:spcBef>
                <a:spcPts val="0"/>
              </a:spcBef>
              <a:spcAft>
                <a:spcPts val="0"/>
              </a:spcAft>
              <a:buNone/>
            </a:pPr>
            <a:r>
              <a:rPr lang="en-US" sz="2400">
                <a:solidFill>
                  <a:schemeClr val="dk1"/>
                </a:solidFill>
                <a:latin typeface="Roboto"/>
                <a:ea typeface="Roboto"/>
                <a:cs typeface="Roboto"/>
                <a:sym typeface="Roboto"/>
              </a:rPr>
              <a:t>C. In 1982  	D. After starting training with a British coach</a:t>
            </a:r>
            <a:endParaRPr sz="2400" b="1">
              <a:solidFill>
                <a:srgbClr val="018345"/>
              </a:solidFill>
              <a:latin typeface="Roboto"/>
              <a:ea typeface="Roboto"/>
              <a:cs typeface="Roboto"/>
              <a:sym typeface="Roboto"/>
            </a:endParaRPr>
          </a:p>
          <a:p>
            <a:pPr marL="0" marR="0" lvl="0" indent="0" algn="l" rtl="0">
              <a:lnSpc>
                <a:spcPct val="150000"/>
              </a:lnSpc>
              <a:spcBef>
                <a:spcPts val="0"/>
              </a:spcBef>
              <a:spcAft>
                <a:spcPts val="0"/>
              </a:spcAft>
              <a:buNone/>
            </a:pPr>
            <a:endParaRPr sz="2400" b="0" i="0" u="none" strike="noStrike" cap="none">
              <a:solidFill>
                <a:srgbClr val="414041"/>
              </a:solidFill>
              <a:latin typeface="Roboto"/>
              <a:ea typeface="Roboto"/>
              <a:cs typeface="Roboto"/>
              <a:sym typeface="Roboto"/>
            </a:endParaRPr>
          </a:p>
        </p:txBody>
      </p:sp>
      <p:sp>
        <p:nvSpPr>
          <p:cNvPr id="1277" name="Google Shape;1277;p56"/>
          <p:cNvSpPr txBox="1"/>
          <p:nvPr/>
        </p:nvSpPr>
        <p:spPr>
          <a:xfrm>
            <a:off x="1002204" y="1540700"/>
            <a:ext cx="15378900" cy="431100"/>
          </a:xfrm>
          <a:prstGeom prst="rect">
            <a:avLst/>
          </a:prstGeom>
          <a:noFill/>
          <a:ln>
            <a:noFill/>
          </a:ln>
        </p:spPr>
        <p:txBody>
          <a:bodyPr spcFirstLastPara="1" wrap="square" lIns="0" tIns="0" rIns="0" bIns="0" anchor="t" anchorCtr="0">
            <a:spAutoFit/>
          </a:bodyPr>
          <a:lstStyle/>
          <a:p>
            <a:pPr marL="0" marR="0" lvl="0" indent="0" algn="just" rtl="0">
              <a:lnSpc>
                <a:spcPct val="128571"/>
              </a:lnSpc>
              <a:spcBef>
                <a:spcPts val="0"/>
              </a:spcBef>
              <a:spcAft>
                <a:spcPts val="0"/>
              </a:spcAft>
              <a:buNone/>
            </a:pPr>
            <a:r>
              <a:rPr lang="en-US" sz="2800" b="1" i="0" u="none" strike="noStrike" cap="none">
                <a:solidFill>
                  <a:srgbClr val="018345"/>
                </a:solidFill>
                <a:latin typeface="Roboto"/>
                <a:ea typeface="Roboto"/>
                <a:cs typeface="Roboto"/>
                <a:sym typeface="Roboto"/>
              </a:rPr>
              <a:t>PART 2: You will hear a journalist interviewing Geoff Thompson, a British sportsman. </a:t>
            </a:r>
            <a:endParaRPr/>
          </a:p>
        </p:txBody>
      </p:sp>
      <p:grpSp>
        <p:nvGrpSpPr>
          <p:cNvPr id="1278" name="Google Shape;1278;p56"/>
          <p:cNvGrpSpPr/>
          <p:nvPr/>
        </p:nvGrpSpPr>
        <p:grpSpPr>
          <a:xfrm>
            <a:off x="-2470272" y="9471580"/>
            <a:ext cx="7950378" cy="1707451"/>
            <a:chOff x="0" y="-384760"/>
            <a:chExt cx="10600504" cy="2276297"/>
          </a:xfrm>
        </p:grpSpPr>
        <p:grpSp>
          <p:nvGrpSpPr>
            <p:cNvPr id="1279" name="Google Shape;1279;p56"/>
            <p:cNvGrpSpPr/>
            <p:nvPr/>
          </p:nvGrpSpPr>
          <p:grpSpPr>
            <a:xfrm>
              <a:off x="0" y="-384760"/>
              <a:ext cx="10600504" cy="2276297"/>
              <a:chOff x="0" y="-38100"/>
              <a:chExt cx="1049690" cy="225405"/>
            </a:xfrm>
          </p:grpSpPr>
          <p:sp>
            <p:nvSpPr>
              <p:cNvPr id="1280" name="Google Shape;1280;p56"/>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281" name="Google Shape;1281;p56"/>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82" name="Google Shape;1282;p56"/>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83" name="Google Shape;1283;p56"/>
          <p:cNvSpPr txBox="1"/>
          <p:nvPr/>
        </p:nvSpPr>
        <p:spPr>
          <a:xfrm>
            <a:off x="891325" y="4839025"/>
            <a:ext cx="7134300" cy="2679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100" b="1" i="1">
                <a:solidFill>
                  <a:srgbClr val="EA222A"/>
                </a:solidFill>
                <a:latin typeface="Roboto"/>
                <a:ea typeface="Roboto"/>
                <a:cs typeface="Roboto"/>
                <a:sym typeface="Roboto"/>
              </a:rPr>
              <a:t>Phân tích ngữ cảnh</a:t>
            </a:r>
            <a:endParaRPr sz="2100" b="1" i="1">
              <a:solidFill>
                <a:srgbClr val="EA222A"/>
              </a:solidFill>
              <a:latin typeface="Roboto"/>
              <a:ea typeface="Roboto"/>
              <a:cs typeface="Roboto"/>
              <a:sym typeface="Roboto"/>
            </a:endParaRPr>
          </a:p>
          <a:p>
            <a:pPr marL="0" lvl="0" indent="0" algn="l" rtl="0">
              <a:lnSpc>
                <a:spcPct val="115000"/>
              </a:lnSpc>
              <a:spcBef>
                <a:spcPts val="0"/>
              </a:spcBef>
              <a:spcAft>
                <a:spcPts val="0"/>
              </a:spcAft>
              <a:buNone/>
            </a:pPr>
            <a:r>
              <a:rPr lang="en-US" sz="2100" i="1">
                <a:solidFill>
                  <a:schemeClr val="dk1"/>
                </a:solidFill>
                <a:latin typeface="Roboto"/>
                <a:ea typeface="Roboto"/>
                <a:cs typeface="Roboto"/>
                <a:sym typeface="Roboto"/>
              </a:rPr>
              <a:t>Câu hỏi: Anh ta (Geoff) đã tham gia giải thế giới ở Đài Loan khi nào?</a:t>
            </a:r>
            <a:endParaRPr sz="2100" i="1">
              <a:solidFill>
                <a:schemeClr val="dk1"/>
              </a:solidFill>
              <a:latin typeface="Roboto"/>
              <a:ea typeface="Roboto"/>
              <a:cs typeface="Roboto"/>
              <a:sym typeface="Roboto"/>
            </a:endParaRPr>
          </a:p>
          <a:p>
            <a:pPr marL="457200" lvl="0" indent="-361950" algn="l" rtl="0">
              <a:lnSpc>
                <a:spcPct val="115000"/>
              </a:lnSpc>
              <a:spcBef>
                <a:spcPts val="1000"/>
              </a:spcBef>
              <a:spcAft>
                <a:spcPts val="0"/>
              </a:spcAft>
              <a:buClr>
                <a:schemeClr val="dk1"/>
              </a:buClr>
              <a:buSzPts val="2100"/>
              <a:buFont typeface="Roboto"/>
              <a:buChar char="●"/>
            </a:pPr>
            <a:r>
              <a:rPr lang="en-US" sz="2100" i="1">
                <a:solidFill>
                  <a:schemeClr val="dk1"/>
                </a:solidFill>
                <a:latin typeface="Roboto"/>
                <a:ea typeface="Roboto"/>
                <a:cs typeface="Roboto"/>
                <a:sym typeface="Roboto"/>
              </a:rPr>
              <a:t>Chú ý keyword </a:t>
            </a:r>
            <a:r>
              <a:rPr lang="en-US" sz="2100" b="1" i="1">
                <a:solidFill>
                  <a:srgbClr val="FF0000"/>
                </a:solidFill>
                <a:latin typeface="Roboto"/>
                <a:ea typeface="Roboto"/>
                <a:cs typeface="Roboto"/>
                <a:sym typeface="Roboto"/>
              </a:rPr>
              <a:t>World Championships in Taiwan </a:t>
            </a:r>
            <a:r>
              <a:rPr lang="en-US" sz="2100" i="1">
                <a:solidFill>
                  <a:schemeClr val="dk1"/>
                </a:solidFill>
                <a:latin typeface="Roboto"/>
                <a:ea typeface="Roboto"/>
                <a:cs typeface="Roboto"/>
                <a:sym typeface="Roboto"/>
              </a:rPr>
              <a:t>vì đây là keyword khó thay thế ➨ được giữ nguyên trong audio</a:t>
            </a:r>
            <a:endParaRPr sz="2100" i="1">
              <a:solidFill>
                <a:schemeClr val="dk1"/>
              </a:solidFill>
              <a:latin typeface="Roboto"/>
              <a:ea typeface="Roboto"/>
              <a:cs typeface="Roboto"/>
              <a:sym typeface="Roboto"/>
            </a:endParaRPr>
          </a:p>
          <a:p>
            <a:pPr marL="457200" lvl="0" indent="-361950" algn="l" rtl="0">
              <a:lnSpc>
                <a:spcPct val="115000"/>
              </a:lnSpc>
              <a:spcBef>
                <a:spcPts val="0"/>
              </a:spcBef>
              <a:spcAft>
                <a:spcPts val="0"/>
              </a:spcAft>
              <a:buClr>
                <a:schemeClr val="dk1"/>
              </a:buClr>
              <a:buSzPts val="2100"/>
              <a:buFont typeface="Roboto"/>
              <a:buChar char="●"/>
            </a:pPr>
            <a:r>
              <a:rPr lang="en-US" sz="2100" i="1">
                <a:solidFill>
                  <a:schemeClr val="dk1"/>
                </a:solidFill>
                <a:latin typeface="Roboto"/>
                <a:ea typeface="Roboto"/>
                <a:cs typeface="Roboto"/>
                <a:sym typeface="Roboto"/>
              </a:rPr>
              <a:t>Chú ý cách đọc năm trong tiếng Anh: đọc tách riêng hai chữ số đầu và hai chữ số cuối</a:t>
            </a:r>
            <a:endParaRPr sz="2100" i="1">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n-US" sz="2100" i="1">
                <a:solidFill>
                  <a:schemeClr val="dk1"/>
                </a:solidFill>
                <a:latin typeface="Roboto"/>
                <a:ea typeface="Roboto"/>
                <a:cs typeface="Roboto"/>
                <a:sym typeface="Roboto"/>
              </a:rPr>
              <a:t>Ví dụ: 2019 ➨ twenty - nineteen</a:t>
            </a:r>
            <a:endParaRPr sz="2100" i="1">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n-US" sz="2100" i="1">
                <a:solidFill>
                  <a:schemeClr val="dk1"/>
                </a:solidFill>
                <a:latin typeface="Roboto"/>
                <a:ea typeface="Roboto"/>
                <a:cs typeface="Roboto"/>
                <a:sym typeface="Roboto"/>
              </a:rPr>
              <a:t>          1972 ➨ nineteen - seventy two</a:t>
            </a:r>
            <a:endParaRPr sz="2100" i="1">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n-US" sz="2100" i="1">
                <a:solidFill>
                  <a:schemeClr val="dk1"/>
                </a:solidFill>
                <a:latin typeface="Roboto"/>
                <a:ea typeface="Roboto"/>
                <a:cs typeface="Roboto"/>
                <a:sym typeface="Roboto"/>
              </a:rPr>
              <a:t>          1980 ➨ nineteen - eighty</a:t>
            </a:r>
            <a:endParaRPr sz="2100" i="1">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n-US" sz="2100" i="1">
                <a:solidFill>
                  <a:schemeClr val="dk1"/>
                </a:solidFill>
                <a:latin typeface="Roboto"/>
                <a:ea typeface="Roboto"/>
                <a:cs typeface="Roboto"/>
                <a:sym typeface="Roboto"/>
              </a:rPr>
              <a:t>          1982 ➨ nineteen - eighty two</a:t>
            </a:r>
            <a:endParaRPr sz="2100" i="1">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endParaRPr sz="2100" i="1">
              <a:solidFill>
                <a:schemeClr val="dk1"/>
              </a:solidFill>
              <a:latin typeface="Roboto"/>
              <a:ea typeface="Roboto"/>
              <a:cs typeface="Roboto"/>
              <a:sym typeface="Roboto"/>
            </a:endParaRPr>
          </a:p>
          <a:p>
            <a:pPr marL="0" lvl="0" indent="0" algn="l" rtl="0">
              <a:spcBef>
                <a:spcPts val="1000"/>
              </a:spcBef>
              <a:spcAft>
                <a:spcPts val="0"/>
              </a:spcAft>
              <a:buNone/>
            </a:pPr>
            <a:endParaRPr sz="2100" i="1">
              <a:solidFill>
                <a:schemeClr val="dk1"/>
              </a:solidFill>
              <a:latin typeface="Roboto"/>
              <a:ea typeface="Roboto"/>
              <a:cs typeface="Roboto"/>
              <a:sym typeface="Roboto"/>
            </a:endParaRPr>
          </a:p>
        </p:txBody>
      </p:sp>
      <p:sp>
        <p:nvSpPr>
          <p:cNvPr id="1284" name="Google Shape;1284;p56"/>
          <p:cNvSpPr txBox="1"/>
          <p:nvPr/>
        </p:nvSpPr>
        <p:spPr>
          <a:xfrm>
            <a:off x="891325" y="4085050"/>
            <a:ext cx="31470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latin typeface="Montserrat"/>
                <a:ea typeface="Montserrat"/>
                <a:cs typeface="Montserrat"/>
                <a:sym typeface="Montserrat"/>
              </a:rPr>
              <a:t>Question 11 audio: </a:t>
            </a:r>
            <a:endParaRPr sz="4200">
              <a:latin typeface="Roboto"/>
              <a:ea typeface="Roboto"/>
              <a:cs typeface="Roboto"/>
              <a:sym typeface="Roboto"/>
            </a:endParaRPr>
          </a:p>
        </p:txBody>
      </p:sp>
      <p:sp>
        <p:nvSpPr>
          <p:cNvPr id="1285" name="Google Shape;1285;p56"/>
          <p:cNvSpPr/>
          <p:nvPr/>
        </p:nvSpPr>
        <p:spPr>
          <a:xfrm>
            <a:off x="10270775" y="2636975"/>
            <a:ext cx="7734600" cy="1644900"/>
          </a:xfrm>
          <a:prstGeom prst="roundRect">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286" name="Google Shape;1286;p56"/>
          <p:cNvSpPr txBox="1"/>
          <p:nvPr/>
        </p:nvSpPr>
        <p:spPr>
          <a:xfrm>
            <a:off x="10606200" y="3020763"/>
            <a:ext cx="7681800" cy="105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i="1">
                <a:latin typeface="Roboto"/>
                <a:ea typeface="Roboto"/>
                <a:cs typeface="Roboto"/>
                <a:sym typeface="Roboto"/>
              </a:rPr>
              <a:t>I found it came naturally to me and I worked my way up till I found myself in Taiwan for the world championships. That was in 1982.</a:t>
            </a:r>
            <a:endParaRPr sz="2100" i="1">
              <a:solidFill>
                <a:schemeClr val="dk1"/>
              </a:solidFill>
              <a:latin typeface="Roboto"/>
              <a:ea typeface="Roboto"/>
              <a:cs typeface="Roboto"/>
              <a:sym typeface="Roboto"/>
            </a:endParaRPr>
          </a:p>
        </p:txBody>
      </p:sp>
      <p:sp>
        <p:nvSpPr>
          <p:cNvPr id="1287" name="Google Shape;1287;p56"/>
          <p:cNvSpPr/>
          <p:nvPr/>
        </p:nvSpPr>
        <p:spPr>
          <a:xfrm>
            <a:off x="10309325" y="2277350"/>
            <a:ext cx="3924300" cy="870300"/>
          </a:xfrm>
          <a:prstGeom prst="doubleWave">
            <a:avLst>
              <a:gd name="adj1" fmla="val 6250"/>
              <a:gd name="adj2" fmla="val 0"/>
            </a:avLst>
          </a:prstGeom>
          <a:solidFill>
            <a:srgbClr val="D9EAD3"/>
          </a:solidFill>
          <a:ln w="9525" cap="flat" cmpd="sng">
            <a:solidFill>
              <a:srgbClr val="A4C2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rgbClr val="0000FF"/>
                </a:solidFill>
                <a:latin typeface="Roboto"/>
                <a:ea typeface="Roboto"/>
                <a:cs typeface="Roboto"/>
                <a:sym typeface="Roboto"/>
              </a:rPr>
              <a:t>PHƯƠNG ÁN TRONG AUDIO</a:t>
            </a:r>
            <a:endParaRPr b="1">
              <a:latin typeface="Roboto"/>
              <a:ea typeface="Roboto"/>
              <a:cs typeface="Roboto"/>
              <a:sym typeface="Roboto"/>
            </a:endParaRPr>
          </a:p>
        </p:txBody>
      </p:sp>
      <p:sp>
        <p:nvSpPr>
          <p:cNvPr id="1288" name="Google Shape;1288;p56"/>
          <p:cNvSpPr/>
          <p:nvPr/>
        </p:nvSpPr>
        <p:spPr>
          <a:xfrm>
            <a:off x="13616750" y="4373413"/>
            <a:ext cx="797100" cy="596400"/>
          </a:xfrm>
          <a:prstGeom prst="downArrow">
            <a:avLst>
              <a:gd name="adj1" fmla="val 50000"/>
              <a:gd name="adj2" fmla="val 50000"/>
            </a:avLst>
          </a:prstGeom>
          <a:solidFill>
            <a:srgbClr val="45B15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289" name="Google Shape;1289;p56"/>
          <p:cNvSpPr txBox="1"/>
          <p:nvPr/>
        </p:nvSpPr>
        <p:spPr>
          <a:xfrm>
            <a:off x="10461424" y="5150588"/>
            <a:ext cx="73533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rgbClr val="9900FF"/>
                </a:solidFill>
                <a:latin typeface="Roboto"/>
                <a:ea typeface="Roboto"/>
                <a:cs typeface="Roboto"/>
                <a:sym typeface="Roboto"/>
              </a:rPr>
              <a:t>CHỈ NHẮC ĐẾN PHƯƠNG ÁN C </a:t>
            </a:r>
            <a:r>
              <a:rPr lang="en-US" sz="2700" b="1" i="1">
                <a:solidFill>
                  <a:srgbClr val="9900FF"/>
                </a:solidFill>
                <a:latin typeface="Roboto"/>
                <a:ea typeface="Roboto"/>
                <a:cs typeface="Roboto"/>
                <a:sym typeface="Roboto"/>
              </a:rPr>
              <a:t>➨ </a:t>
            </a:r>
            <a:r>
              <a:rPr lang="en-US" sz="2800" b="1">
                <a:solidFill>
                  <a:srgbClr val="9900FF"/>
                </a:solidFill>
                <a:latin typeface="Roboto"/>
                <a:ea typeface="Roboto"/>
                <a:cs typeface="Roboto"/>
                <a:sym typeface="Roboto"/>
              </a:rPr>
              <a:t>CHỌN C</a:t>
            </a:r>
            <a:endParaRPr sz="2800" b="1">
              <a:solidFill>
                <a:srgbClr val="9900FF"/>
              </a:solidFill>
              <a:latin typeface="Roboto"/>
              <a:ea typeface="Roboto"/>
              <a:cs typeface="Roboto"/>
              <a:sym typeface="Roboto"/>
            </a:endParaRPr>
          </a:p>
        </p:txBody>
      </p:sp>
      <p:sp>
        <p:nvSpPr>
          <p:cNvPr id="1290" name="Google Shape;1290;p56"/>
          <p:cNvSpPr/>
          <p:nvPr/>
        </p:nvSpPr>
        <p:spPr>
          <a:xfrm>
            <a:off x="12601250" y="6087125"/>
            <a:ext cx="2828100" cy="647400"/>
          </a:xfrm>
          <a:prstGeom prst="round2DiagRect">
            <a:avLst>
              <a:gd name="adj1" fmla="val 50000"/>
              <a:gd name="adj2" fmla="val 0"/>
            </a:avLst>
          </a:prstGeom>
          <a:solidFill>
            <a:srgbClr val="FFF2CC"/>
          </a:solidFill>
          <a:ln w="9525" cap="flat" cmpd="sng">
            <a:solidFill>
              <a:srgbClr val="FFE5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rgbClr val="0000FF"/>
                </a:solidFill>
                <a:latin typeface="Roboto"/>
                <a:ea typeface="Roboto"/>
                <a:cs typeface="Roboto"/>
                <a:sym typeface="Roboto"/>
              </a:rPr>
              <a:t>TRANSCRIPT</a:t>
            </a:r>
            <a:endParaRPr sz="2100" b="1">
              <a:solidFill>
                <a:srgbClr val="0000FF"/>
              </a:solidFill>
              <a:latin typeface="Roboto"/>
              <a:ea typeface="Roboto"/>
              <a:cs typeface="Roboto"/>
              <a:sym typeface="Roboto"/>
            </a:endParaRPr>
          </a:p>
        </p:txBody>
      </p:sp>
      <p:sp>
        <p:nvSpPr>
          <p:cNvPr id="1291" name="Google Shape;1291;p56"/>
          <p:cNvSpPr/>
          <p:nvPr/>
        </p:nvSpPr>
        <p:spPr>
          <a:xfrm>
            <a:off x="1486950" y="2217950"/>
            <a:ext cx="797100" cy="431100"/>
          </a:xfrm>
          <a:prstGeom prst="rect">
            <a:avLst/>
          </a:prstGeom>
          <a:noFill/>
          <a:ln w="28575" cap="flat" cmpd="sng">
            <a:solidFill>
              <a:srgbClr val="EA222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292" name="Google Shape;1292;p56"/>
          <p:cNvSpPr/>
          <p:nvPr/>
        </p:nvSpPr>
        <p:spPr>
          <a:xfrm>
            <a:off x="3241325" y="2253225"/>
            <a:ext cx="1238700" cy="431100"/>
          </a:xfrm>
          <a:prstGeom prst="rect">
            <a:avLst/>
          </a:prstGeom>
          <a:noFill/>
          <a:ln w="28575" cap="flat" cmpd="sng">
            <a:solidFill>
              <a:srgbClr val="EA222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293" name="Google Shape;1293;p56"/>
          <p:cNvSpPr/>
          <p:nvPr/>
        </p:nvSpPr>
        <p:spPr>
          <a:xfrm>
            <a:off x="5362225" y="2253225"/>
            <a:ext cx="4655100" cy="431100"/>
          </a:xfrm>
          <a:prstGeom prst="rect">
            <a:avLst/>
          </a:prstGeom>
          <a:noFill/>
          <a:ln w="28575" cap="flat" cmpd="sng">
            <a:solidFill>
              <a:srgbClr val="EA222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1294" name="Google Shape;1294;p56" title="03. Question 11.mp3">
            <a:hlinkClick r:id="rId6"/>
          </p:cNvPr>
          <p:cNvPicPr preferRelativeResize="0"/>
          <p:nvPr/>
        </p:nvPicPr>
        <p:blipFill>
          <a:blip r:embed="rId7">
            <a:alphaModFix/>
          </a:blip>
          <a:stretch>
            <a:fillRect/>
          </a:stretch>
        </p:blipFill>
        <p:spPr>
          <a:xfrm>
            <a:off x="3898125" y="3872800"/>
            <a:ext cx="945600" cy="945600"/>
          </a:xfrm>
          <a:prstGeom prst="rect">
            <a:avLst/>
          </a:prstGeom>
          <a:noFill/>
          <a:ln>
            <a:noFill/>
          </a:ln>
        </p:spPr>
      </p:pic>
      <p:pic>
        <p:nvPicPr>
          <p:cNvPr id="1295" name="Google Shape;1295;p56"/>
          <p:cNvPicPr preferRelativeResize="0"/>
          <p:nvPr/>
        </p:nvPicPr>
        <p:blipFill>
          <a:blip r:embed="rId8">
            <a:alphaModFix/>
          </a:blip>
          <a:stretch>
            <a:fillRect/>
          </a:stretch>
        </p:blipFill>
        <p:spPr>
          <a:xfrm>
            <a:off x="9067800" y="7155700"/>
            <a:ext cx="9172575" cy="1952625"/>
          </a:xfrm>
          <a:prstGeom prst="rect">
            <a:avLst/>
          </a:prstGeom>
          <a:noFill/>
          <a:ln>
            <a:noFill/>
          </a:ln>
        </p:spPr>
      </p:pic>
      <p:cxnSp>
        <p:nvCxnSpPr>
          <p:cNvPr id="1296" name="Google Shape;1296;p56"/>
          <p:cNvCxnSpPr/>
          <p:nvPr/>
        </p:nvCxnSpPr>
        <p:spPr>
          <a:xfrm>
            <a:off x="17497575" y="7468500"/>
            <a:ext cx="558900" cy="12600"/>
          </a:xfrm>
          <a:prstGeom prst="straightConnector1">
            <a:avLst/>
          </a:prstGeom>
          <a:noFill/>
          <a:ln w="28575" cap="flat" cmpd="sng">
            <a:solidFill>
              <a:srgbClr val="FF0000"/>
            </a:solidFill>
            <a:prstDash val="solid"/>
            <a:round/>
            <a:headEnd type="none" w="med" len="med"/>
            <a:tailEnd type="none" w="med" len="med"/>
          </a:ln>
        </p:spPr>
      </p:cxnSp>
      <p:cxnSp>
        <p:nvCxnSpPr>
          <p:cNvPr id="1297" name="Google Shape;1297;p56"/>
          <p:cNvCxnSpPr/>
          <p:nvPr/>
        </p:nvCxnSpPr>
        <p:spPr>
          <a:xfrm>
            <a:off x="9191775" y="7900300"/>
            <a:ext cx="1422300" cy="0"/>
          </a:xfrm>
          <a:prstGeom prst="straightConnector1">
            <a:avLst/>
          </a:prstGeom>
          <a:noFill/>
          <a:ln w="28575" cap="flat" cmpd="sng">
            <a:solidFill>
              <a:srgbClr val="FF0000"/>
            </a:solidFill>
            <a:prstDash val="solid"/>
            <a:round/>
            <a:headEnd type="none" w="med" len="med"/>
            <a:tailEnd type="none" w="med" len="med"/>
          </a:ln>
        </p:spPr>
      </p:cxnSp>
      <p:sp>
        <p:nvSpPr>
          <p:cNvPr id="1298" name="Google Shape;1298;p56"/>
          <p:cNvSpPr/>
          <p:nvPr/>
        </p:nvSpPr>
        <p:spPr>
          <a:xfrm>
            <a:off x="8593875" y="7377950"/>
            <a:ext cx="2414100" cy="352500"/>
          </a:xfrm>
          <a:prstGeom prst="wedgeRoundRectCallout">
            <a:avLst>
              <a:gd name="adj1" fmla="val -20833"/>
              <a:gd name="adj2" fmla="val 62500"/>
              <a:gd name="adj3" fmla="val 0"/>
            </a:avLst>
          </a:prstGeom>
          <a:solidFill>
            <a:srgbClr val="FFF2CC"/>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i="1">
                <a:solidFill>
                  <a:srgbClr val="FF0000"/>
                </a:solidFill>
                <a:latin typeface="Roboto"/>
                <a:ea typeface="Roboto"/>
                <a:cs typeface="Roboto"/>
                <a:sym typeface="Roboto"/>
              </a:rPr>
              <a:t>mọi chuyện cứ thế diễn ra</a:t>
            </a:r>
            <a:endParaRPr b="1" i="1">
              <a:solidFill>
                <a:srgbClr val="FF0000"/>
              </a:solidFill>
              <a:latin typeface="Roboto"/>
              <a:ea typeface="Roboto"/>
              <a:cs typeface="Roboto"/>
              <a:sym typeface="Roboto"/>
            </a:endParaRPr>
          </a:p>
        </p:txBody>
      </p:sp>
      <p:cxnSp>
        <p:nvCxnSpPr>
          <p:cNvPr id="1299" name="Google Shape;1299;p56"/>
          <p:cNvCxnSpPr/>
          <p:nvPr/>
        </p:nvCxnSpPr>
        <p:spPr>
          <a:xfrm>
            <a:off x="11668275" y="7900300"/>
            <a:ext cx="1422300" cy="0"/>
          </a:xfrm>
          <a:prstGeom prst="straightConnector1">
            <a:avLst/>
          </a:prstGeom>
          <a:noFill/>
          <a:ln w="28575" cap="flat" cmpd="sng">
            <a:solidFill>
              <a:srgbClr val="FF0000"/>
            </a:solidFill>
            <a:prstDash val="solid"/>
            <a:round/>
            <a:headEnd type="none" w="med" len="med"/>
            <a:tailEnd type="none" w="med" len="med"/>
          </a:ln>
        </p:spPr>
      </p:cxnSp>
      <p:sp>
        <p:nvSpPr>
          <p:cNvPr id="1300" name="Google Shape;1300;p56"/>
          <p:cNvSpPr/>
          <p:nvPr/>
        </p:nvSpPr>
        <p:spPr>
          <a:xfrm>
            <a:off x="11554550" y="7233525"/>
            <a:ext cx="2414100" cy="352500"/>
          </a:xfrm>
          <a:prstGeom prst="wedgeRoundRectCallout">
            <a:avLst>
              <a:gd name="adj1" fmla="val -20833"/>
              <a:gd name="adj2" fmla="val 62500"/>
              <a:gd name="adj3" fmla="val 0"/>
            </a:avLst>
          </a:prstGeom>
          <a:solidFill>
            <a:srgbClr val="FFF2CC"/>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i="1">
                <a:solidFill>
                  <a:srgbClr val="FF0000"/>
                </a:solidFill>
                <a:latin typeface="Roboto"/>
                <a:ea typeface="Roboto"/>
                <a:cs typeface="Roboto"/>
                <a:sym typeface="Roboto"/>
              </a:rPr>
              <a:t>xảy đến một cách tự nhiên</a:t>
            </a:r>
            <a:endParaRPr b="1" i="1">
              <a:solidFill>
                <a:srgbClr val="FF0000"/>
              </a:solidFill>
              <a:latin typeface="Roboto"/>
              <a:ea typeface="Roboto"/>
              <a:cs typeface="Roboto"/>
              <a:sym typeface="Roboto"/>
            </a:endParaRPr>
          </a:p>
        </p:txBody>
      </p:sp>
      <p:cxnSp>
        <p:nvCxnSpPr>
          <p:cNvPr id="1301" name="Google Shape;1301;p56"/>
          <p:cNvCxnSpPr/>
          <p:nvPr/>
        </p:nvCxnSpPr>
        <p:spPr>
          <a:xfrm>
            <a:off x="14627375" y="7900300"/>
            <a:ext cx="1727100" cy="12600"/>
          </a:xfrm>
          <a:prstGeom prst="straightConnector1">
            <a:avLst/>
          </a:prstGeom>
          <a:noFill/>
          <a:ln w="28575" cap="flat" cmpd="sng">
            <a:solidFill>
              <a:srgbClr val="FF0000"/>
            </a:solidFill>
            <a:prstDash val="solid"/>
            <a:round/>
            <a:headEnd type="none" w="med" len="med"/>
            <a:tailEnd type="none" w="med" len="med"/>
          </a:ln>
        </p:spPr>
      </p:cxnSp>
      <p:sp>
        <p:nvSpPr>
          <p:cNvPr id="1302" name="Google Shape;1302;p56"/>
          <p:cNvSpPr/>
          <p:nvPr/>
        </p:nvSpPr>
        <p:spPr>
          <a:xfrm>
            <a:off x="14413850" y="7377950"/>
            <a:ext cx="2414100" cy="352500"/>
          </a:xfrm>
          <a:prstGeom prst="wedgeRoundRectCallout">
            <a:avLst>
              <a:gd name="adj1" fmla="val -20833"/>
              <a:gd name="adj2" fmla="val 62500"/>
              <a:gd name="adj3" fmla="val 0"/>
            </a:avLst>
          </a:prstGeom>
          <a:solidFill>
            <a:srgbClr val="FFF2CC"/>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b="1" i="1">
                <a:solidFill>
                  <a:srgbClr val="FF0000"/>
                </a:solidFill>
                <a:latin typeface="Roboto"/>
                <a:ea typeface="Roboto"/>
                <a:cs typeface="Roboto"/>
                <a:sym typeface="Roboto"/>
              </a:rPr>
              <a:t>thăng tiến từng bước</a:t>
            </a:r>
            <a:endParaRPr b="1" i="1">
              <a:solidFill>
                <a:srgbClr val="FF0000"/>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72"/>
                                        </p:tgtEl>
                                        <p:attrNameLst>
                                          <p:attrName>style.visibility</p:attrName>
                                        </p:attrNameLst>
                                      </p:cBhvr>
                                      <p:to>
                                        <p:strVal val="visible"/>
                                      </p:to>
                                    </p:set>
                                    <p:animEffect transition="in" filter="fade">
                                      <p:cBhvr>
                                        <p:cTn id="7" dur="500"/>
                                        <p:tgtEl>
                                          <p:spTgt spid="127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77"/>
                                        </p:tgtEl>
                                        <p:attrNameLst>
                                          <p:attrName>style.visibility</p:attrName>
                                        </p:attrNameLst>
                                      </p:cBhvr>
                                      <p:to>
                                        <p:strVal val="visible"/>
                                      </p:to>
                                    </p:set>
                                    <p:anim calcmode="lin" valueType="num">
                                      <p:cBhvr additive="base">
                                        <p:cTn id="12" dur="500"/>
                                        <p:tgtEl>
                                          <p:spTgt spid="1277"/>
                                        </p:tgtEl>
                                        <p:attrNameLst>
                                          <p:attrName>ppt_y</p:attrName>
                                        </p:attrNameLst>
                                      </p:cBhvr>
                                      <p:tavLst>
                                        <p:tav tm="0">
                                          <p:val>
                                            <p:strVal val="#ppt_y+1"/>
                                          </p:val>
                                        </p:tav>
                                        <p:tav tm="100000">
                                          <p:val>
                                            <p:strVal val="#ppt_y"/>
                                          </p:val>
                                        </p:tav>
                                      </p:tavLst>
                                    </p:anim>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276"/>
                                        </p:tgtEl>
                                        <p:attrNameLst>
                                          <p:attrName>style.visibility</p:attrName>
                                        </p:attrNameLst>
                                      </p:cBhvr>
                                      <p:to>
                                        <p:strVal val="visible"/>
                                      </p:to>
                                    </p:set>
                                    <p:animEffect transition="in" filter="fade">
                                      <p:cBhvr>
                                        <p:cTn id="16" dur="500"/>
                                        <p:tgtEl>
                                          <p:spTgt spid="127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8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9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9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9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8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8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8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8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8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9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29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29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29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29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29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30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30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3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06"/>
        <p:cNvGrpSpPr/>
        <p:nvPr/>
      </p:nvGrpSpPr>
      <p:grpSpPr>
        <a:xfrm>
          <a:off x="0" y="0"/>
          <a:ext cx="0" cy="0"/>
          <a:chOff x="0" y="0"/>
          <a:chExt cx="0" cy="0"/>
        </a:xfrm>
      </p:grpSpPr>
      <p:grpSp>
        <p:nvGrpSpPr>
          <p:cNvPr id="1307" name="Google Shape;1307;p57"/>
          <p:cNvGrpSpPr/>
          <p:nvPr/>
        </p:nvGrpSpPr>
        <p:grpSpPr>
          <a:xfrm rot="10800000">
            <a:off x="15044545" y="-741632"/>
            <a:ext cx="7681773" cy="4261259"/>
            <a:chOff x="0" y="-38100"/>
            <a:chExt cx="406400" cy="225405"/>
          </a:xfrm>
        </p:grpSpPr>
        <p:sp>
          <p:nvSpPr>
            <p:cNvPr id="1308" name="Google Shape;1308;p57"/>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309" name="Google Shape;1309;p57"/>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10" name="Google Shape;1310;p57"/>
          <p:cNvSpPr txBox="1"/>
          <p:nvPr/>
        </p:nvSpPr>
        <p:spPr>
          <a:xfrm>
            <a:off x="1967125" y="565975"/>
            <a:ext cx="122103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18345"/>
                </a:solidFill>
                <a:latin typeface="Montserrat"/>
                <a:ea typeface="Montserrat"/>
                <a:cs typeface="Montserrat"/>
                <a:sym typeface="Montserrat"/>
              </a:rPr>
              <a:t>06. </a:t>
            </a:r>
            <a:r>
              <a:rPr lang="en-US" sz="4504" b="1" i="0" u="none" strike="noStrike" cap="none">
                <a:solidFill>
                  <a:srgbClr val="018345"/>
                </a:solidFill>
                <a:latin typeface="Montserrat"/>
                <a:ea typeface="Montserrat"/>
                <a:cs typeface="Montserrat"/>
                <a:sym typeface="Montserrat"/>
              </a:rPr>
              <a:t>Listening Practice: P</a:t>
            </a:r>
            <a:r>
              <a:rPr lang="en-US" sz="4504" b="1">
                <a:solidFill>
                  <a:srgbClr val="018345"/>
                </a:solidFill>
                <a:latin typeface="Montserrat"/>
                <a:ea typeface="Montserrat"/>
                <a:cs typeface="Montserrat"/>
                <a:sym typeface="Montserrat"/>
              </a:rPr>
              <a:t>art 2</a:t>
            </a:r>
            <a:endParaRPr/>
          </a:p>
        </p:txBody>
      </p:sp>
      <p:sp>
        <p:nvSpPr>
          <p:cNvPr id="1311" name="Google Shape;1311;p57" descr="Books with solid fill"/>
          <p:cNvSpPr/>
          <p:nvPr/>
        </p:nvSpPr>
        <p:spPr>
          <a:xfrm>
            <a:off x="3241317" y="7155698"/>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1312" name="Google Shape;1312;p57"/>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1313" name="Google Shape;1313;p57"/>
          <p:cNvSpPr/>
          <p:nvPr/>
        </p:nvSpPr>
        <p:spPr>
          <a:xfrm>
            <a:off x="1002202" y="489786"/>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5">
              <a:alphaModFix/>
            </a:blip>
            <a:stretch>
              <a:fillRect/>
            </a:stretch>
          </a:blipFill>
          <a:ln>
            <a:noFill/>
          </a:ln>
        </p:spPr>
      </p:sp>
      <p:sp>
        <p:nvSpPr>
          <p:cNvPr id="1314" name="Google Shape;1314;p57"/>
          <p:cNvSpPr txBox="1"/>
          <p:nvPr/>
        </p:nvSpPr>
        <p:spPr>
          <a:xfrm>
            <a:off x="966800" y="2277350"/>
            <a:ext cx="9114000" cy="2031900"/>
          </a:xfrm>
          <a:prstGeom prst="rect">
            <a:avLst/>
          </a:prstGeom>
          <a:noFill/>
          <a:ln>
            <a:noFill/>
          </a:ln>
        </p:spPr>
        <p:txBody>
          <a:bodyPr spcFirstLastPara="1" wrap="square" lIns="0" tIns="0" rIns="0" bIns="0" anchor="t" anchorCtr="0">
            <a:spAutoFit/>
          </a:bodyPr>
          <a:lstStyle/>
          <a:p>
            <a:pPr marL="0" lvl="0" indent="0" algn="l" rtl="0">
              <a:lnSpc>
                <a:spcPct val="150000"/>
              </a:lnSpc>
              <a:spcBef>
                <a:spcPts val="0"/>
              </a:spcBef>
              <a:spcAft>
                <a:spcPts val="0"/>
              </a:spcAft>
              <a:buNone/>
            </a:pPr>
            <a:r>
              <a:rPr lang="en-US" sz="2400" b="1">
                <a:solidFill>
                  <a:srgbClr val="018345"/>
                </a:solidFill>
                <a:latin typeface="Roboto"/>
                <a:ea typeface="Roboto"/>
                <a:cs typeface="Roboto"/>
                <a:sym typeface="Roboto"/>
              </a:rPr>
              <a:t>12. How many times has he got the World Champion?</a:t>
            </a:r>
            <a:endParaRPr>
              <a:solidFill>
                <a:srgbClr val="018345"/>
              </a:solidFill>
            </a:endParaRPr>
          </a:p>
          <a:p>
            <a:pPr marL="0" lvl="0" indent="0" algn="l" rtl="0">
              <a:lnSpc>
                <a:spcPct val="150000"/>
              </a:lnSpc>
              <a:spcBef>
                <a:spcPts val="0"/>
              </a:spcBef>
              <a:spcAft>
                <a:spcPts val="0"/>
              </a:spcAft>
              <a:buNone/>
            </a:pPr>
            <a:r>
              <a:rPr lang="en-US" sz="2400">
                <a:solidFill>
                  <a:schemeClr val="dk1"/>
                </a:solidFill>
                <a:latin typeface="Roboto"/>
                <a:ea typeface="Roboto"/>
                <a:cs typeface="Roboto"/>
                <a:sym typeface="Roboto"/>
              </a:rPr>
              <a:t>A. Two times					B. Three times</a:t>
            </a:r>
            <a:endParaRPr/>
          </a:p>
          <a:p>
            <a:pPr marL="0" lvl="0" indent="0" algn="l" rtl="0">
              <a:lnSpc>
                <a:spcPct val="150000"/>
              </a:lnSpc>
              <a:spcBef>
                <a:spcPts val="0"/>
              </a:spcBef>
              <a:spcAft>
                <a:spcPts val="0"/>
              </a:spcAft>
              <a:buNone/>
            </a:pPr>
            <a:r>
              <a:rPr lang="en-US" sz="2400">
                <a:solidFill>
                  <a:schemeClr val="dk1"/>
                </a:solidFill>
                <a:latin typeface="Roboto"/>
                <a:ea typeface="Roboto"/>
                <a:cs typeface="Roboto"/>
                <a:sym typeface="Roboto"/>
              </a:rPr>
              <a:t>C. Four times					D. Five times</a:t>
            </a:r>
            <a:endParaRPr sz="2400" b="1">
              <a:solidFill>
                <a:srgbClr val="018345"/>
              </a:solidFill>
              <a:latin typeface="Roboto"/>
              <a:ea typeface="Roboto"/>
              <a:cs typeface="Roboto"/>
              <a:sym typeface="Roboto"/>
            </a:endParaRPr>
          </a:p>
          <a:p>
            <a:pPr marL="0" marR="0" lvl="0" indent="0" algn="l" rtl="0">
              <a:lnSpc>
                <a:spcPct val="150000"/>
              </a:lnSpc>
              <a:spcBef>
                <a:spcPts val="0"/>
              </a:spcBef>
              <a:spcAft>
                <a:spcPts val="0"/>
              </a:spcAft>
              <a:buNone/>
            </a:pPr>
            <a:endParaRPr sz="2400" b="0" i="0" u="none" strike="noStrike" cap="none">
              <a:solidFill>
                <a:srgbClr val="414041"/>
              </a:solidFill>
              <a:latin typeface="Roboto"/>
              <a:ea typeface="Roboto"/>
              <a:cs typeface="Roboto"/>
              <a:sym typeface="Roboto"/>
            </a:endParaRPr>
          </a:p>
        </p:txBody>
      </p:sp>
      <p:sp>
        <p:nvSpPr>
          <p:cNvPr id="1315" name="Google Shape;1315;p57"/>
          <p:cNvSpPr txBox="1"/>
          <p:nvPr/>
        </p:nvSpPr>
        <p:spPr>
          <a:xfrm>
            <a:off x="1002204" y="1540700"/>
            <a:ext cx="15378900" cy="431100"/>
          </a:xfrm>
          <a:prstGeom prst="rect">
            <a:avLst/>
          </a:prstGeom>
          <a:noFill/>
          <a:ln>
            <a:noFill/>
          </a:ln>
        </p:spPr>
        <p:txBody>
          <a:bodyPr spcFirstLastPara="1" wrap="square" lIns="0" tIns="0" rIns="0" bIns="0" anchor="t" anchorCtr="0">
            <a:spAutoFit/>
          </a:bodyPr>
          <a:lstStyle/>
          <a:p>
            <a:pPr marL="0" marR="0" lvl="0" indent="0" algn="just" rtl="0">
              <a:lnSpc>
                <a:spcPct val="128571"/>
              </a:lnSpc>
              <a:spcBef>
                <a:spcPts val="0"/>
              </a:spcBef>
              <a:spcAft>
                <a:spcPts val="0"/>
              </a:spcAft>
              <a:buNone/>
            </a:pPr>
            <a:r>
              <a:rPr lang="en-US" sz="2800" b="1" i="0" u="none" strike="noStrike" cap="none">
                <a:solidFill>
                  <a:srgbClr val="018345"/>
                </a:solidFill>
                <a:latin typeface="Roboto"/>
                <a:ea typeface="Roboto"/>
                <a:cs typeface="Roboto"/>
                <a:sym typeface="Roboto"/>
              </a:rPr>
              <a:t>PART 2: You will hear a journalist interviewing Geoff Thompson, a British sportsman. </a:t>
            </a:r>
            <a:endParaRPr/>
          </a:p>
        </p:txBody>
      </p:sp>
      <p:grpSp>
        <p:nvGrpSpPr>
          <p:cNvPr id="1316" name="Google Shape;1316;p57"/>
          <p:cNvGrpSpPr/>
          <p:nvPr/>
        </p:nvGrpSpPr>
        <p:grpSpPr>
          <a:xfrm>
            <a:off x="-2470272" y="9471580"/>
            <a:ext cx="7950378" cy="1707451"/>
            <a:chOff x="0" y="-384760"/>
            <a:chExt cx="10600504" cy="2276297"/>
          </a:xfrm>
        </p:grpSpPr>
        <p:grpSp>
          <p:nvGrpSpPr>
            <p:cNvPr id="1317" name="Google Shape;1317;p57"/>
            <p:cNvGrpSpPr/>
            <p:nvPr/>
          </p:nvGrpSpPr>
          <p:grpSpPr>
            <a:xfrm>
              <a:off x="0" y="-384760"/>
              <a:ext cx="10600504" cy="2276297"/>
              <a:chOff x="0" y="-38100"/>
              <a:chExt cx="1049690" cy="225405"/>
            </a:xfrm>
          </p:grpSpPr>
          <p:sp>
            <p:nvSpPr>
              <p:cNvPr id="1318" name="Google Shape;1318;p57"/>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319" name="Google Shape;1319;p57"/>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20" name="Google Shape;1320;p57"/>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21" name="Google Shape;1321;p57"/>
          <p:cNvSpPr txBox="1"/>
          <p:nvPr/>
        </p:nvSpPr>
        <p:spPr>
          <a:xfrm>
            <a:off x="891325" y="4839025"/>
            <a:ext cx="7436700" cy="3645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100" b="1" i="1">
                <a:solidFill>
                  <a:srgbClr val="EA222A"/>
                </a:solidFill>
                <a:latin typeface="Roboto"/>
                <a:ea typeface="Roboto"/>
                <a:cs typeface="Roboto"/>
                <a:sym typeface="Roboto"/>
              </a:rPr>
              <a:t>Phân tích ngữ cảnh</a:t>
            </a:r>
            <a:endParaRPr sz="2100" b="1" i="1">
              <a:solidFill>
                <a:srgbClr val="EA222A"/>
              </a:solidFill>
              <a:latin typeface="Roboto"/>
              <a:ea typeface="Roboto"/>
              <a:cs typeface="Roboto"/>
              <a:sym typeface="Roboto"/>
            </a:endParaRPr>
          </a:p>
          <a:p>
            <a:pPr marL="0" lvl="0" indent="0" algn="l" rtl="0">
              <a:lnSpc>
                <a:spcPct val="115000"/>
              </a:lnSpc>
              <a:spcBef>
                <a:spcPts val="0"/>
              </a:spcBef>
              <a:spcAft>
                <a:spcPts val="0"/>
              </a:spcAft>
              <a:buNone/>
            </a:pPr>
            <a:r>
              <a:rPr lang="en-US" sz="2100" i="1">
                <a:solidFill>
                  <a:schemeClr val="dk1"/>
                </a:solidFill>
                <a:latin typeface="Roboto"/>
                <a:ea typeface="Roboto"/>
                <a:cs typeface="Roboto"/>
                <a:sym typeface="Roboto"/>
              </a:rPr>
              <a:t>Câu hỏi: Anh ta (Geoff) đã đạt (chiến thắng=won) cúp thế giới bao nhiêu lần?</a:t>
            </a:r>
            <a:endParaRPr sz="2100" i="1">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n-US" sz="2100" i="1">
                <a:solidFill>
                  <a:schemeClr val="dk1"/>
                </a:solidFill>
                <a:latin typeface="Roboto"/>
                <a:ea typeface="Roboto"/>
                <a:cs typeface="Roboto"/>
                <a:sym typeface="Roboto"/>
              </a:rPr>
              <a:t>Chú ý cách đọc số lần trong tiếng Anh: </a:t>
            </a:r>
            <a:endParaRPr sz="2100" i="1">
              <a:solidFill>
                <a:schemeClr val="dk1"/>
              </a:solidFill>
              <a:latin typeface="Roboto"/>
              <a:ea typeface="Roboto"/>
              <a:cs typeface="Roboto"/>
              <a:sym typeface="Roboto"/>
            </a:endParaRPr>
          </a:p>
          <a:p>
            <a:pPr marL="457200" lvl="0" indent="-361950" algn="l" rtl="0">
              <a:lnSpc>
                <a:spcPct val="115000"/>
              </a:lnSpc>
              <a:spcBef>
                <a:spcPts val="1000"/>
              </a:spcBef>
              <a:spcAft>
                <a:spcPts val="0"/>
              </a:spcAft>
              <a:buClr>
                <a:schemeClr val="dk1"/>
              </a:buClr>
              <a:buSzPts val="2100"/>
              <a:buFont typeface="Roboto"/>
              <a:buChar char="●"/>
            </a:pPr>
            <a:r>
              <a:rPr lang="en-US" sz="2100" i="1">
                <a:solidFill>
                  <a:schemeClr val="dk1"/>
                </a:solidFill>
                <a:latin typeface="Roboto"/>
                <a:ea typeface="Roboto"/>
                <a:cs typeface="Roboto"/>
                <a:sym typeface="Roboto"/>
              </a:rPr>
              <a:t>once: một lần</a:t>
            </a:r>
            <a:endParaRPr sz="2100" i="1">
              <a:solidFill>
                <a:schemeClr val="dk1"/>
              </a:solidFill>
              <a:latin typeface="Roboto"/>
              <a:ea typeface="Roboto"/>
              <a:cs typeface="Roboto"/>
              <a:sym typeface="Roboto"/>
            </a:endParaRPr>
          </a:p>
          <a:p>
            <a:pPr marL="457200" lvl="0" indent="-361950" algn="l" rtl="0">
              <a:lnSpc>
                <a:spcPct val="115000"/>
              </a:lnSpc>
              <a:spcBef>
                <a:spcPts val="0"/>
              </a:spcBef>
              <a:spcAft>
                <a:spcPts val="0"/>
              </a:spcAft>
              <a:buClr>
                <a:schemeClr val="dk1"/>
              </a:buClr>
              <a:buSzPts val="2100"/>
              <a:buFont typeface="Roboto"/>
              <a:buChar char="●"/>
            </a:pPr>
            <a:r>
              <a:rPr lang="en-US" sz="2100" i="1">
                <a:solidFill>
                  <a:schemeClr val="dk1"/>
                </a:solidFill>
                <a:latin typeface="Roboto"/>
                <a:ea typeface="Roboto"/>
                <a:cs typeface="Roboto"/>
                <a:sym typeface="Roboto"/>
              </a:rPr>
              <a:t>twice: hai lần</a:t>
            </a:r>
            <a:endParaRPr sz="2100" i="1">
              <a:solidFill>
                <a:schemeClr val="dk1"/>
              </a:solidFill>
              <a:latin typeface="Roboto"/>
              <a:ea typeface="Roboto"/>
              <a:cs typeface="Roboto"/>
              <a:sym typeface="Roboto"/>
            </a:endParaRPr>
          </a:p>
          <a:p>
            <a:pPr marL="457200" lvl="0" indent="-361950" algn="l" rtl="0">
              <a:lnSpc>
                <a:spcPct val="115000"/>
              </a:lnSpc>
              <a:spcBef>
                <a:spcPts val="0"/>
              </a:spcBef>
              <a:spcAft>
                <a:spcPts val="0"/>
              </a:spcAft>
              <a:buClr>
                <a:schemeClr val="dk1"/>
              </a:buClr>
              <a:buSzPts val="2100"/>
              <a:buFont typeface="Roboto"/>
              <a:buChar char="●"/>
            </a:pPr>
            <a:r>
              <a:rPr lang="en-US" sz="2100" i="1">
                <a:solidFill>
                  <a:schemeClr val="dk1"/>
                </a:solidFill>
                <a:latin typeface="Roboto"/>
                <a:ea typeface="Roboto"/>
                <a:cs typeface="Roboto"/>
                <a:sym typeface="Roboto"/>
              </a:rPr>
              <a:t>từ ba lần trở lên: số + times </a:t>
            </a:r>
            <a:endParaRPr sz="2100" i="1">
              <a:solidFill>
                <a:schemeClr val="dk1"/>
              </a:solidFill>
              <a:latin typeface="Roboto"/>
              <a:ea typeface="Roboto"/>
              <a:cs typeface="Roboto"/>
              <a:sym typeface="Roboto"/>
            </a:endParaRPr>
          </a:p>
          <a:p>
            <a:pPr marL="457200" lvl="0" indent="0" algn="l" rtl="0">
              <a:lnSpc>
                <a:spcPct val="115000"/>
              </a:lnSpc>
              <a:spcBef>
                <a:spcPts val="1000"/>
              </a:spcBef>
              <a:spcAft>
                <a:spcPts val="0"/>
              </a:spcAft>
              <a:buNone/>
            </a:pPr>
            <a:r>
              <a:rPr lang="en-US" sz="2100" i="1">
                <a:solidFill>
                  <a:schemeClr val="dk1"/>
                </a:solidFill>
                <a:latin typeface="Roboto"/>
                <a:ea typeface="Roboto"/>
                <a:cs typeface="Roboto"/>
                <a:sym typeface="Roboto"/>
              </a:rPr>
              <a:t>(ví dụ: three times, four times…)</a:t>
            </a:r>
            <a:endParaRPr sz="2100" i="1">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endParaRPr sz="2100" i="1">
              <a:solidFill>
                <a:schemeClr val="dk1"/>
              </a:solidFill>
              <a:latin typeface="Roboto"/>
              <a:ea typeface="Roboto"/>
              <a:cs typeface="Roboto"/>
              <a:sym typeface="Roboto"/>
            </a:endParaRPr>
          </a:p>
          <a:p>
            <a:pPr marL="0" lvl="0" indent="0" algn="l" rtl="0">
              <a:spcBef>
                <a:spcPts val="1000"/>
              </a:spcBef>
              <a:spcAft>
                <a:spcPts val="0"/>
              </a:spcAft>
              <a:buNone/>
            </a:pPr>
            <a:endParaRPr sz="2100" i="1">
              <a:solidFill>
                <a:schemeClr val="dk1"/>
              </a:solidFill>
              <a:latin typeface="Roboto"/>
              <a:ea typeface="Roboto"/>
              <a:cs typeface="Roboto"/>
              <a:sym typeface="Roboto"/>
            </a:endParaRPr>
          </a:p>
        </p:txBody>
      </p:sp>
      <p:sp>
        <p:nvSpPr>
          <p:cNvPr id="1322" name="Google Shape;1322;p57"/>
          <p:cNvSpPr txBox="1"/>
          <p:nvPr/>
        </p:nvSpPr>
        <p:spPr>
          <a:xfrm>
            <a:off x="891325" y="4085050"/>
            <a:ext cx="31470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latin typeface="Montserrat"/>
                <a:ea typeface="Montserrat"/>
                <a:cs typeface="Montserrat"/>
                <a:sym typeface="Montserrat"/>
              </a:rPr>
              <a:t>Question 12 audio: </a:t>
            </a:r>
            <a:endParaRPr sz="4200">
              <a:latin typeface="Roboto"/>
              <a:ea typeface="Roboto"/>
              <a:cs typeface="Roboto"/>
              <a:sym typeface="Roboto"/>
            </a:endParaRPr>
          </a:p>
        </p:txBody>
      </p:sp>
      <p:sp>
        <p:nvSpPr>
          <p:cNvPr id="1323" name="Google Shape;1323;p57"/>
          <p:cNvSpPr/>
          <p:nvPr/>
        </p:nvSpPr>
        <p:spPr>
          <a:xfrm>
            <a:off x="9510425" y="2659322"/>
            <a:ext cx="7734600" cy="1224300"/>
          </a:xfrm>
          <a:prstGeom prst="roundRect">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324" name="Google Shape;1324;p57"/>
          <p:cNvSpPr txBox="1"/>
          <p:nvPr/>
        </p:nvSpPr>
        <p:spPr>
          <a:xfrm>
            <a:off x="9811625" y="3170895"/>
            <a:ext cx="7681800" cy="6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i="1">
                <a:latin typeface="Roboto"/>
                <a:ea typeface="Roboto"/>
                <a:cs typeface="Roboto"/>
                <a:sym typeface="Roboto"/>
              </a:rPr>
              <a:t>And you were world champion at that weight, five times in all?</a:t>
            </a:r>
            <a:endParaRPr sz="2100" i="1">
              <a:solidFill>
                <a:schemeClr val="dk1"/>
              </a:solidFill>
              <a:latin typeface="Roboto"/>
              <a:ea typeface="Roboto"/>
              <a:cs typeface="Roboto"/>
              <a:sym typeface="Roboto"/>
            </a:endParaRPr>
          </a:p>
        </p:txBody>
      </p:sp>
      <p:sp>
        <p:nvSpPr>
          <p:cNvPr id="1325" name="Google Shape;1325;p57"/>
          <p:cNvSpPr/>
          <p:nvPr/>
        </p:nvSpPr>
        <p:spPr>
          <a:xfrm>
            <a:off x="9237650" y="2150475"/>
            <a:ext cx="3924300" cy="870300"/>
          </a:xfrm>
          <a:prstGeom prst="doubleWave">
            <a:avLst>
              <a:gd name="adj1" fmla="val 6250"/>
              <a:gd name="adj2" fmla="val 0"/>
            </a:avLst>
          </a:prstGeom>
          <a:solidFill>
            <a:srgbClr val="D9EAD3"/>
          </a:solidFill>
          <a:ln w="9525" cap="flat" cmpd="sng">
            <a:solidFill>
              <a:srgbClr val="A4C2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rgbClr val="0000FF"/>
                </a:solidFill>
                <a:latin typeface="Roboto"/>
                <a:ea typeface="Roboto"/>
                <a:cs typeface="Roboto"/>
                <a:sym typeface="Roboto"/>
              </a:rPr>
              <a:t>PHƯƠNG ÁN TRONG AUDIO</a:t>
            </a:r>
            <a:endParaRPr b="1">
              <a:latin typeface="Roboto"/>
              <a:ea typeface="Roboto"/>
              <a:cs typeface="Roboto"/>
              <a:sym typeface="Roboto"/>
            </a:endParaRPr>
          </a:p>
        </p:txBody>
      </p:sp>
      <p:sp>
        <p:nvSpPr>
          <p:cNvPr id="1326" name="Google Shape;1326;p57"/>
          <p:cNvSpPr/>
          <p:nvPr/>
        </p:nvSpPr>
        <p:spPr>
          <a:xfrm>
            <a:off x="12753150" y="4030513"/>
            <a:ext cx="797100" cy="596400"/>
          </a:xfrm>
          <a:prstGeom prst="downArrow">
            <a:avLst>
              <a:gd name="adj1" fmla="val 50000"/>
              <a:gd name="adj2" fmla="val 50000"/>
            </a:avLst>
          </a:prstGeom>
          <a:solidFill>
            <a:srgbClr val="45B15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327" name="Google Shape;1327;p57"/>
          <p:cNvSpPr txBox="1"/>
          <p:nvPr/>
        </p:nvSpPr>
        <p:spPr>
          <a:xfrm>
            <a:off x="9623224" y="4790038"/>
            <a:ext cx="73533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rgbClr val="9900FF"/>
                </a:solidFill>
                <a:latin typeface="Roboto"/>
                <a:ea typeface="Roboto"/>
                <a:cs typeface="Roboto"/>
                <a:sym typeface="Roboto"/>
              </a:rPr>
              <a:t>CHỈ NHẮC ĐẾN PHƯƠNG ÁN D </a:t>
            </a:r>
            <a:r>
              <a:rPr lang="en-US" sz="2700" b="1" i="1">
                <a:solidFill>
                  <a:srgbClr val="9900FF"/>
                </a:solidFill>
                <a:latin typeface="Roboto"/>
                <a:ea typeface="Roboto"/>
                <a:cs typeface="Roboto"/>
                <a:sym typeface="Roboto"/>
              </a:rPr>
              <a:t>➨ </a:t>
            </a:r>
            <a:r>
              <a:rPr lang="en-US" sz="2800" b="1">
                <a:solidFill>
                  <a:srgbClr val="9900FF"/>
                </a:solidFill>
                <a:latin typeface="Roboto"/>
                <a:ea typeface="Roboto"/>
                <a:cs typeface="Roboto"/>
                <a:sym typeface="Roboto"/>
              </a:rPr>
              <a:t>CHỌN D</a:t>
            </a:r>
            <a:endParaRPr sz="2800" b="1">
              <a:solidFill>
                <a:srgbClr val="9900FF"/>
              </a:solidFill>
              <a:latin typeface="Roboto"/>
              <a:ea typeface="Roboto"/>
              <a:cs typeface="Roboto"/>
              <a:sym typeface="Roboto"/>
            </a:endParaRPr>
          </a:p>
        </p:txBody>
      </p:sp>
      <p:sp>
        <p:nvSpPr>
          <p:cNvPr id="1328" name="Google Shape;1328;p57"/>
          <p:cNvSpPr/>
          <p:nvPr/>
        </p:nvSpPr>
        <p:spPr>
          <a:xfrm>
            <a:off x="11737650" y="5947375"/>
            <a:ext cx="2828100" cy="647400"/>
          </a:xfrm>
          <a:prstGeom prst="round2DiagRect">
            <a:avLst>
              <a:gd name="adj1" fmla="val 50000"/>
              <a:gd name="adj2" fmla="val 0"/>
            </a:avLst>
          </a:prstGeom>
          <a:solidFill>
            <a:srgbClr val="FFF2CC"/>
          </a:solidFill>
          <a:ln w="9525" cap="flat" cmpd="sng">
            <a:solidFill>
              <a:srgbClr val="FFE5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rgbClr val="0000FF"/>
                </a:solidFill>
                <a:latin typeface="Roboto"/>
                <a:ea typeface="Roboto"/>
                <a:cs typeface="Roboto"/>
                <a:sym typeface="Roboto"/>
              </a:rPr>
              <a:t>TRANSCRIPT</a:t>
            </a:r>
            <a:endParaRPr sz="2100" b="1">
              <a:solidFill>
                <a:srgbClr val="0000FF"/>
              </a:solidFill>
              <a:latin typeface="Roboto"/>
              <a:ea typeface="Roboto"/>
              <a:cs typeface="Roboto"/>
              <a:sym typeface="Roboto"/>
            </a:endParaRPr>
          </a:p>
        </p:txBody>
      </p:sp>
      <p:sp>
        <p:nvSpPr>
          <p:cNvPr id="1329" name="Google Shape;1329;p57"/>
          <p:cNvSpPr/>
          <p:nvPr/>
        </p:nvSpPr>
        <p:spPr>
          <a:xfrm>
            <a:off x="1410750" y="2217950"/>
            <a:ext cx="2402400" cy="431100"/>
          </a:xfrm>
          <a:prstGeom prst="rect">
            <a:avLst/>
          </a:prstGeom>
          <a:noFill/>
          <a:ln w="28575" cap="flat" cmpd="sng">
            <a:solidFill>
              <a:srgbClr val="EA222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330" name="Google Shape;1330;p57"/>
          <p:cNvSpPr/>
          <p:nvPr/>
        </p:nvSpPr>
        <p:spPr>
          <a:xfrm>
            <a:off x="4805200" y="2253225"/>
            <a:ext cx="3522900" cy="431100"/>
          </a:xfrm>
          <a:prstGeom prst="rect">
            <a:avLst/>
          </a:prstGeom>
          <a:noFill/>
          <a:ln w="28575" cap="flat" cmpd="sng">
            <a:solidFill>
              <a:srgbClr val="EA222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1331" name="Google Shape;1331;p57"/>
          <p:cNvPicPr preferRelativeResize="0"/>
          <p:nvPr/>
        </p:nvPicPr>
        <p:blipFill>
          <a:blip r:embed="rId6">
            <a:alphaModFix/>
          </a:blip>
          <a:stretch>
            <a:fillRect/>
          </a:stretch>
        </p:blipFill>
        <p:spPr>
          <a:xfrm>
            <a:off x="7260186" y="6858900"/>
            <a:ext cx="11021639" cy="1625725"/>
          </a:xfrm>
          <a:prstGeom prst="rect">
            <a:avLst/>
          </a:prstGeom>
          <a:noFill/>
          <a:ln>
            <a:noFill/>
          </a:ln>
        </p:spPr>
      </p:pic>
      <p:pic>
        <p:nvPicPr>
          <p:cNvPr id="1332" name="Google Shape;1332;p57" title="04. Question 12.mp3">
            <a:hlinkClick r:id="rId7"/>
          </p:cNvPr>
          <p:cNvPicPr preferRelativeResize="0"/>
          <p:nvPr/>
        </p:nvPicPr>
        <p:blipFill>
          <a:blip r:embed="rId8">
            <a:alphaModFix/>
          </a:blip>
          <a:stretch>
            <a:fillRect/>
          </a:stretch>
        </p:blipFill>
        <p:spPr>
          <a:xfrm>
            <a:off x="3923392" y="3854000"/>
            <a:ext cx="1058500" cy="1058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10"/>
                                        </p:tgtEl>
                                        <p:attrNameLst>
                                          <p:attrName>style.visibility</p:attrName>
                                        </p:attrNameLst>
                                      </p:cBhvr>
                                      <p:to>
                                        <p:strVal val="visible"/>
                                      </p:to>
                                    </p:set>
                                    <p:animEffect transition="in" filter="fade">
                                      <p:cBhvr>
                                        <p:cTn id="7" dur="500"/>
                                        <p:tgtEl>
                                          <p:spTgt spid="13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315"/>
                                        </p:tgtEl>
                                        <p:attrNameLst>
                                          <p:attrName>style.visibility</p:attrName>
                                        </p:attrNameLst>
                                      </p:cBhvr>
                                      <p:to>
                                        <p:strVal val="visible"/>
                                      </p:to>
                                    </p:set>
                                    <p:anim calcmode="lin" valueType="num">
                                      <p:cBhvr additive="base">
                                        <p:cTn id="12" dur="500"/>
                                        <p:tgtEl>
                                          <p:spTgt spid="1315"/>
                                        </p:tgtEl>
                                        <p:attrNameLst>
                                          <p:attrName>ppt_y</p:attrName>
                                        </p:attrNameLst>
                                      </p:cBhvr>
                                      <p:tavLst>
                                        <p:tav tm="0">
                                          <p:val>
                                            <p:strVal val="#ppt_y+1"/>
                                          </p:val>
                                        </p:tav>
                                        <p:tav tm="100000">
                                          <p:val>
                                            <p:strVal val="#ppt_y"/>
                                          </p:val>
                                        </p:tav>
                                      </p:tavLst>
                                    </p:anim>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314"/>
                                        </p:tgtEl>
                                        <p:attrNameLst>
                                          <p:attrName>style.visibility</p:attrName>
                                        </p:attrNameLst>
                                      </p:cBhvr>
                                      <p:to>
                                        <p:strVal val="visible"/>
                                      </p:to>
                                    </p:set>
                                    <p:animEffect transition="in" filter="fade">
                                      <p:cBhvr>
                                        <p:cTn id="16" dur="500"/>
                                        <p:tgtEl>
                                          <p:spTgt spid="131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3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32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2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32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3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36"/>
        <p:cNvGrpSpPr/>
        <p:nvPr/>
      </p:nvGrpSpPr>
      <p:grpSpPr>
        <a:xfrm>
          <a:off x="0" y="0"/>
          <a:ext cx="0" cy="0"/>
          <a:chOff x="0" y="0"/>
          <a:chExt cx="0" cy="0"/>
        </a:xfrm>
      </p:grpSpPr>
      <p:grpSp>
        <p:nvGrpSpPr>
          <p:cNvPr id="1337" name="Google Shape;1337;p58"/>
          <p:cNvGrpSpPr/>
          <p:nvPr/>
        </p:nvGrpSpPr>
        <p:grpSpPr>
          <a:xfrm rot="10800000">
            <a:off x="15044545" y="-741632"/>
            <a:ext cx="7681773" cy="4261259"/>
            <a:chOff x="0" y="-38100"/>
            <a:chExt cx="406400" cy="225405"/>
          </a:xfrm>
        </p:grpSpPr>
        <p:sp>
          <p:nvSpPr>
            <p:cNvPr id="1338" name="Google Shape;1338;p58"/>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339" name="Google Shape;1339;p58"/>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40" name="Google Shape;1340;p58"/>
          <p:cNvSpPr txBox="1"/>
          <p:nvPr/>
        </p:nvSpPr>
        <p:spPr>
          <a:xfrm>
            <a:off x="1967125" y="565975"/>
            <a:ext cx="122103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18345"/>
                </a:solidFill>
                <a:latin typeface="Montserrat"/>
                <a:ea typeface="Montserrat"/>
                <a:cs typeface="Montserrat"/>
                <a:sym typeface="Montserrat"/>
              </a:rPr>
              <a:t>06. </a:t>
            </a:r>
            <a:r>
              <a:rPr lang="en-US" sz="4504" b="1" i="0" u="none" strike="noStrike" cap="none">
                <a:solidFill>
                  <a:srgbClr val="018345"/>
                </a:solidFill>
                <a:latin typeface="Montserrat"/>
                <a:ea typeface="Montserrat"/>
                <a:cs typeface="Montserrat"/>
                <a:sym typeface="Montserrat"/>
              </a:rPr>
              <a:t>Listening Practice: P</a:t>
            </a:r>
            <a:r>
              <a:rPr lang="en-US" sz="4504" b="1">
                <a:solidFill>
                  <a:srgbClr val="018345"/>
                </a:solidFill>
                <a:latin typeface="Montserrat"/>
                <a:ea typeface="Montserrat"/>
                <a:cs typeface="Montserrat"/>
                <a:sym typeface="Montserrat"/>
              </a:rPr>
              <a:t>art 2</a:t>
            </a:r>
            <a:endParaRPr/>
          </a:p>
        </p:txBody>
      </p:sp>
      <p:sp>
        <p:nvSpPr>
          <p:cNvPr id="1341" name="Google Shape;1341;p58" descr="Books with solid fill"/>
          <p:cNvSpPr/>
          <p:nvPr/>
        </p:nvSpPr>
        <p:spPr>
          <a:xfrm>
            <a:off x="3241317" y="7155698"/>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1342" name="Google Shape;1342;p58"/>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1343" name="Google Shape;1343;p58"/>
          <p:cNvSpPr/>
          <p:nvPr/>
        </p:nvSpPr>
        <p:spPr>
          <a:xfrm>
            <a:off x="1002202" y="489786"/>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5">
              <a:alphaModFix/>
            </a:blip>
            <a:stretch>
              <a:fillRect/>
            </a:stretch>
          </a:blipFill>
          <a:ln>
            <a:noFill/>
          </a:ln>
        </p:spPr>
      </p:sp>
      <p:sp>
        <p:nvSpPr>
          <p:cNvPr id="1344" name="Google Shape;1344;p58"/>
          <p:cNvSpPr txBox="1"/>
          <p:nvPr/>
        </p:nvSpPr>
        <p:spPr>
          <a:xfrm>
            <a:off x="1002201" y="1616400"/>
            <a:ext cx="11768400" cy="369300"/>
          </a:xfrm>
          <a:prstGeom prst="rect">
            <a:avLst/>
          </a:prstGeom>
          <a:noFill/>
          <a:ln>
            <a:noFill/>
          </a:ln>
        </p:spPr>
        <p:txBody>
          <a:bodyPr spcFirstLastPara="1" wrap="square" lIns="0" tIns="0" rIns="0" bIns="0" anchor="t" anchorCtr="0">
            <a:spAutoFit/>
          </a:bodyPr>
          <a:lstStyle/>
          <a:p>
            <a:pPr marL="0" marR="0" lvl="0" indent="0" algn="just" rtl="0">
              <a:lnSpc>
                <a:spcPct val="128571"/>
              </a:lnSpc>
              <a:spcBef>
                <a:spcPts val="0"/>
              </a:spcBef>
              <a:spcAft>
                <a:spcPts val="0"/>
              </a:spcAft>
              <a:buNone/>
            </a:pPr>
            <a:r>
              <a:rPr lang="en-US" sz="2400" b="1" i="0" u="none" strike="noStrike" cap="none">
                <a:solidFill>
                  <a:srgbClr val="018345"/>
                </a:solidFill>
                <a:latin typeface="Roboto"/>
                <a:ea typeface="Roboto"/>
                <a:cs typeface="Roboto"/>
                <a:sym typeface="Roboto"/>
              </a:rPr>
              <a:t>PART 2: You will hear a journalist interviewing Geoff Thompson, a British sportsman. </a:t>
            </a:r>
            <a:endParaRPr sz="1000"/>
          </a:p>
        </p:txBody>
      </p:sp>
      <p:grpSp>
        <p:nvGrpSpPr>
          <p:cNvPr id="1345" name="Google Shape;1345;p58"/>
          <p:cNvGrpSpPr/>
          <p:nvPr/>
        </p:nvGrpSpPr>
        <p:grpSpPr>
          <a:xfrm>
            <a:off x="-2718010" y="9580755"/>
            <a:ext cx="7950378" cy="1707451"/>
            <a:chOff x="0" y="-384760"/>
            <a:chExt cx="10600504" cy="2276297"/>
          </a:xfrm>
        </p:grpSpPr>
        <p:grpSp>
          <p:nvGrpSpPr>
            <p:cNvPr id="1346" name="Google Shape;1346;p58"/>
            <p:cNvGrpSpPr/>
            <p:nvPr/>
          </p:nvGrpSpPr>
          <p:grpSpPr>
            <a:xfrm>
              <a:off x="0" y="-384760"/>
              <a:ext cx="10600504" cy="2276297"/>
              <a:chOff x="0" y="-38100"/>
              <a:chExt cx="1049690" cy="225405"/>
            </a:xfrm>
          </p:grpSpPr>
          <p:sp>
            <p:nvSpPr>
              <p:cNvPr id="1347" name="Google Shape;1347;p58"/>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348" name="Google Shape;1348;p58"/>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49" name="Google Shape;1349;p58"/>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50" name="Google Shape;1350;p58"/>
          <p:cNvSpPr txBox="1"/>
          <p:nvPr/>
        </p:nvSpPr>
        <p:spPr>
          <a:xfrm>
            <a:off x="1112675" y="8933650"/>
            <a:ext cx="4676700" cy="64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solidFill>
                  <a:schemeClr val="dk1"/>
                </a:solidFill>
                <a:latin typeface="Montserrat"/>
                <a:ea typeface="Montserrat"/>
                <a:cs typeface="Montserrat"/>
                <a:sym typeface="Montserrat"/>
              </a:rPr>
              <a:t>Part 2 - conversation 1 audio</a:t>
            </a:r>
            <a:endParaRPr sz="2200" b="1">
              <a:solidFill>
                <a:schemeClr val="dk1"/>
              </a:solidFill>
              <a:latin typeface="Montserrat"/>
              <a:ea typeface="Montserrat"/>
              <a:cs typeface="Montserrat"/>
              <a:sym typeface="Montserrat"/>
            </a:endParaRPr>
          </a:p>
        </p:txBody>
      </p:sp>
      <p:pic>
        <p:nvPicPr>
          <p:cNvPr id="1351" name="Google Shape;1351;p58" title="01. Part 2 - Conversation 1">
            <a:hlinkClick r:id="rId6"/>
          </p:cNvPr>
          <p:cNvPicPr preferRelativeResize="0"/>
          <p:nvPr/>
        </p:nvPicPr>
        <p:blipFill>
          <a:blip r:embed="rId7">
            <a:alphaModFix/>
          </a:blip>
          <a:stretch>
            <a:fillRect/>
          </a:stretch>
        </p:blipFill>
        <p:spPr>
          <a:xfrm>
            <a:off x="5605084" y="8794650"/>
            <a:ext cx="925100" cy="925100"/>
          </a:xfrm>
          <a:prstGeom prst="rect">
            <a:avLst/>
          </a:prstGeom>
          <a:noFill/>
          <a:ln>
            <a:noFill/>
          </a:ln>
        </p:spPr>
      </p:pic>
      <p:pic>
        <p:nvPicPr>
          <p:cNvPr id="1352" name="Google Shape;1352;p58"/>
          <p:cNvPicPr preferRelativeResize="0"/>
          <p:nvPr/>
        </p:nvPicPr>
        <p:blipFill>
          <a:blip r:embed="rId8">
            <a:alphaModFix/>
          </a:blip>
          <a:stretch>
            <a:fillRect/>
          </a:stretch>
        </p:blipFill>
        <p:spPr>
          <a:xfrm>
            <a:off x="1043001" y="2307550"/>
            <a:ext cx="8333430" cy="6207900"/>
          </a:xfrm>
          <a:prstGeom prst="rect">
            <a:avLst/>
          </a:prstGeom>
          <a:noFill/>
          <a:ln>
            <a:noFill/>
          </a:ln>
        </p:spPr>
      </p:pic>
      <p:pic>
        <p:nvPicPr>
          <p:cNvPr id="1353" name="Google Shape;1353;p58"/>
          <p:cNvPicPr preferRelativeResize="0"/>
          <p:nvPr/>
        </p:nvPicPr>
        <p:blipFill>
          <a:blip r:embed="rId9">
            <a:alphaModFix/>
          </a:blip>
          <a:stretch>
            <a:fillRect/>
          </a:stretch>
        </p:blipFill>
        <p:spPr>
          <a:xfrm>
            <a:off x="10049525" y="2060700"/>
            <a:ext cx="6706210" cy="8227875"/>
          </a:xfrm>
          <a:prstGeom prst="rect">
            <a:avLst/>
          </a:prstGeom>
          <a:noFill/>
          <a:ln>
            <a:noFill/>
          </a:ln>
        </p:spPr>
      </p:pic>
      <p:sp>
        <p:nvSpPr>
          <p:cNvPr id="1354" name="Google Shape;1354;p58"/>
          <p:cNvSpPr/>
          <p:nvPr/>
        </p:nvSpPr>
        <p:spPr>
          <a:xfrm>
            <a:off x="3968150" y="2682250"/>
            <a:ext cx="502200" cy="487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355" name="Google Shape;1355;p58"/>
          <p:cNvSpPr/>
          <p:nvPr/>
        </p:nvSpPr>
        <p:spPr>
          <a:xfrm>
            <a:off x="948725" y="4501525"/>
            <a:ext cx="502200" cy="487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356" name="Google Shape;1356;p58"/>
          <p:cNvSpPr/>
          <p:nvPr/>
        </p:nvSpPr>
        <p:spPr>
          <a:xfrm>
            <a:off x="948725" y="6717588"/>
            <a:ext cx="502200" cy="487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357" name="Google Shape;1357;p58"/>
          <p:cNvSpPr/>
          <p:nvPr/>
        </p:nvSpPr>
        <p:spPr>
          <a:xfrm>
            <a:off x="3968150" y="8073400"/>
            <a:ext cx="502200" cy="487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358" name="Google Shape;1358;p58"/>
          <p:cNvSpPr/>
          <p:nvPr/>
        </p:nvSpPr>
        <p:spPr>
          <a:xfrm>
            <a:off x="12953300" y="1659450"/>
            <a:ext cx="2526600" cy="797100"/>
          </a:xfrm>
          <a:prstGeom prst="doubleWave">
            <a:avLst>
              <a:gd name="adj1" fmla="val 6250"/>
              <a:gd name="adj2" fmla="val 0"/>
            </a:avLst>
          </a:prstGeom>
          <a:solidFill>
            <a:srgbClr val="FFF2CC"/>
          </a:solidFill>
          <a:ln w="952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300" b="1">
                <a:solidFill>
                  <a:srgbClr val="0000FF"/>
                </a:solidFill>
                <a:latin typeface="Roboto"/>
                <a:ea typeface="Roboto"/>
                <a:cs typeface="Roboto"/>
                <a:sym typeface="Roboto"/>
              </a:rPr>
              <a:t>TRANSCRIPT</a:t>
            </a:r>
            <a:endParaRPr sz="2300" b="1">
              <a:solidFill>
                <a:srgbClr val="0000FF"/>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40"/>
                                        </p:tgtEl>
                                        <p:attrNameLst>
                                          <p:attrName>style.visibility</p:attrName>
                                        </p:attrNameLst>
                                      </p:cBhvr>
                                      <p:to>
                                        <p:strVal val="visible"/>
                                      </p:to>
                                    </p:set>
                                    <p:animEffect transition="in" filter="fade">
                                      <p:cBhvr>
                                        <p:cTn id="7" dur="500"/>
                                        <p:tgtEl>
                                          <p:spTgt spid="134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344"/>
                                        </p:tgtEl>
                                        <p:attrNameLst>
                                          <p:attrName>style.visibility</p:attrName>
                                        </p:attrNameLst>
                                      </p:cBhvr>
                                      <p:to>
                                        <p:strVal val="visible"/>
                                      </p:to>
                                    </p:set>
                                    <p:anim calcmode="lin" valueType="num">
                                      <p:cBhvr additive="base">
                                        <p:cTn id="12" dur="500"/>
                                        <p:tgtEl>
                                          <p:spTgt spid="1344"/>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5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5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5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62"/>
        <p:cNvGrpSpPr/>
        <p:nvPr/>
      </p:nvGrpSpPr>
      <p:grpSpPr>
        <a:xfrm>
          <a:off x="0" y="0"/>
          <a:ext cx="0" cy="0"/>
          <a:chOff x="0" y="0"/>
          <a:chExt cx="0" cy="0"/>
        </a:xfrm>
      </p:grpSpPr>
      <p:sp>
        <p:nvSpPr>
          <p:cNvPr id="1363" name="Google Shape;1363;p59"/>
          <p:cNvSpPr txBox="1"/>
          <p:nvPr/>
        </p:nvSpPr>
        <p:spPr>
          <a:xfrm>
            <a:off x="5094600" y="1222875"/>
            <a:ext cx="46851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000FF"/>
                </a:solidFill>
                <a:latin typeface="Montserrat"/>
                <a:ea typeface="Montserrat"/>
                <a:cs typeface="Montserrat"/>
                <a:sym typeface="Montserrat"/>
              </a:rPr>
              <a:t>NGHE 3 BƯỚC</a:t>
            </a:r>
            <a:endParaRPr b="1">
              <a:solidFill>
                <a:srgbClr val="0000FF"/>
              </a:solidFill>
            </a:endParaRPr>
          </a:p>
        </p:txBody>
      </p:sp>
      <p:sp>
        <p:nvSpPr>
          <p:cNvPr id="1364" name="Google Shape;1364;p59"/>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sp>
        <p:nvSpPr>
          <p:cNvPr id="1365" name="Google Shape;1365;p59"/>
          <p:cNvSpPr/>
          <p:nvPr/>
        </p:nvSpPr>
        <p:spPr>
          <a:xfrm>
            <a:off x="2194925" y="2252975"/>
            <a:ext cx="9217200" cy="1060500"/>
          </a:xfrm>
          <a:prstGeom prst="roundRect">
            <a:avLst>
              <a:gd name="adj" fmla="val 16667"/>
            </a:avLst>
          </a:prstGeom>
          <a:solidFill>
            <a:srgbClr val="3D85C6"/>
          </a:solidFill>
          <a:ln w="28575" cap="flat" cmpd="sng">
            <a:solidFill>
              <a:srgbClr val="6FA8D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i="1">
                <a:solidFill>
                  <a:srgbClr val="FEFEFE"/>
                </a:solidFill>
                <a:latin typeface="Roboto"/>
                <a:ea typeface="Roboto"/>
                <a:cs typeface="Roboto"/>
                <a:sym typeface="Roboto"/>
              </a:rPr>
              <a:t>Nghe và làm bài, sau khi làm xong gạch chân hoặc ghi chú những câu chưa nghe rõ, bị miss thông tin hoặc chưa chắc chắn </a:t>
            </a:r>
            <a:endParaRPr sz="2100" i="1">
              <a:solidFill>
                <a:srgbClr val="FEFEFE"/>
              </a:solidFill>
              <a:latin typeface="Roboto"/>
              <a:ea typeface="Roboto"/>
              <a:cs typeface="Roboto"/>
              <a:sym typeface="Roboto"/>
            </a:endParaRPr>
          </a:p>
        </p:txBody>
      </p:sp>
      <p:sp>
        <p:nvSpPr>
          <p:cNvPr id="1366" name="Google Shape;1366;p59"/>
          <p:cNvSpPr/>
          <p:nvPr/>
        </p:nvSpPr>
        <p:spPr>
          <a:xfrm>
            <a:off x="1617025" y="1819900"/>
            <a:ext cx="1362000" cy="678900"/>
          </a:xfrm>
          <a:prstGeom prst="round2DiagRect">
            <a:avLst>
              <a:gd name="adj1" fmla="val 50000"/>
              <a:gd name="adj2" fmla="val 0"/>
            </a:avLst>
          </a:prstGeom>
          <a:solidFill>
            <a:srgbClr val="FFF2CC"/>
          </a:solidFill>
          <a:ln w="9525" cap="flat"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rgbClr val="0000FF"/>
                </a:solidFill>
                <a:latin typeface="Roboto"/>
                <a:ea typeface="Roboto"/>
                <a:cs typeface="Roboto"/>
                <a:sym typeface="Roboto"/>
              </a:rPr>
              <a:t>BƯỚC 1</a:t>
            </a:r>
            <a:endParaRPr sz="2100" b="1">
              <a:solidFill>
                <a:srgbClr val="0000FF"/>
              </a:solidFill>
              <a:latin typeface="Roboto"/>
              <a:ea typeface="Roboto"/>
              <a:cs typeface="Roboto"/>
              <a:sym typeface="Roboto"/>
            </a:endParaRPr>
          </a:p>
        </p:txBody>
      </p:sp>
      <p:sp>
        <p:nvSpPr>
          <p:cNvPr id="1367" name="Google Shape;1367;p59"/>
          <p:cNvSpPr/>
          <p:nvPr/>
        </p:nvSpPr>
        <p:spPr>
          <a:xfrm>
            <a:off x="2194925" y="3904725"/>
            <a:ext cx="9217200" cy="1060500"/>
          </a:xfrm>
          <a:prstGeom prst="roundRect">
            <a:avLst>
              <a:gd name="adj" fmla="val 16667"/>
            </a:avLst>
          </a:prstGeom>
          <a:solidFill>
            <a:srgbClr val="3D85C6"/>
          </a:solidFill>
          <a:ln w="28575" cap="flat" cmpd="sng">
            <a:solidFill>
              <a:srgbClr val="6FA8D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i="1">
                <a:solidFill>
                  <a:srgbClr val="FEFEFE"/>
                </a:solidFill>
                <a:latin typeface="Roboto"/>
                <a:ea typeface="Roboto"/>
                <a:cs typeface="Roboto"/>
                <a:sym typeface="Roboto"/>
              </a:rPr>
              <a:t>Nghe lại bài lần hai, tập trung vào những phần thông tin vừa gạch chân hoặc ghi chú bên trên, đồng thời soát lại các nội dung đã chắc chắn</a:t>
            </a:r>
            <a:endParaRPr sz="2100" i="1">
              <a:solidFill>
                <a:srgbClr val="FEFEFE"/>
              </a:solidFill>
              <a:latin typeface="Roboto"/>
              <a:ea typeface="Roboto"/>
              <a:cs typeface="Roboto"/>
              <a:sym typeface="Roboto"/>
            </a:endParaRPr>
          </a:p>
        </p:txBody>
      </p:sp>
      <p:sp>
        <p:nvSpPr>
          <p:cNvPr id="1368" name="Google Shape;1368;p59"/>
          <p:cNvSpPr/>
          <p:nvPr/>
        </p:nvSpPr>
        <p:spPr>
          <a:xfrm>
            <a:off x="1617025" y="3482550"/>
            <a:ext cx="1362000" cy="678900"/>
          </a:xfrm>
          <a:prstGeom prst="round2DiagRect">
            <a:avLst>
              <a:gd name="adj1" fmla="val 50000"/>
              <a:gd name="adj2" fmla="val 0"/>
            </a:avLst>
          </a:prstGeom>
          <a:solidFill>
            <a:srgbClr val="FFF2CC"/>
          </a:solidFill>
          <a:ln w="9525" cap="flat"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rgbClr val="0000FF"/>
                </a:solidFill>
                <a:latin typeface="Roboto"/>
                <a:ea typeface="Roboto"/>
                <a:cs typeface="Roboto"/>
                <a:sym typeface="Roboto"/>
              </a:rPr>
              <a:t>BƯỚC 2</a:t>
            </a:r>
            <a:endParaRPr sz="2100" b="1">
              <a:solidFill>
                <a:srgbClr val="0000FF"/>
              </a:solidFill>
              <a:latin typeface="Roboto"/>
              <a:ea typeface="Roboto"/>
              <a:cs typeface="Roboto"/>
              <a:sym typeface="Roboto"/>
            </a:endParaRPr>
          </a:p>
        </p:txBody>
      </p:sp>
      <p:sp>
        <p:nvSpPr>
          <p:cNvPr id="1369" name="Google Shape;1369;p59"/>
          <p:cNvSpPr/>
          <p:nvPr/>
        </p:nvSpPr>
        <p:spPr>
          <a:xfrm>
            <a:off x="2281075" y="5718700"/>
            <a:ext cx="9217200" cy="1060500"/>
          </a:xfrm>
          <a:prstGeom prst="roundRect">
            <a:avLst>
              <a:gd name="adj" fmla="val 16667"/>
            </a:avLst>
          </a:prstGeom>
          <a:solidFill>
            <a:srgbClr val="3D85C6"/>
          </a:solidFill>
          <a:ln w="28575" cap="flat" cmpd="sng">
            <a:solidFill>
              <a:srgbClr val="6FA8D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i="1">
                <a:solidFill>
                  <a:srgbClr val="FEFEFE"/>
                </a:solidFill>
                <a:latin typeface="Roboto"/>
                <a:ea typeface="Roboto"/>
                <a:cs typeface="Roboto"/>
                <a:sym typeface="Roboto"/>
              </a:rPr>
              <a:t>Đọc transcript, dịch và ghi chép lại phần từ mới và các cách diễn đạt mới, sau đó nghe lại lần ba, vừa nghe vừa nhìn transcript</a:t>
            </a:r>
            <a:endParaRPr sz="2100" i="1">
              <a:solidFill>
                <a:srgbClr val="FEFEFE"/>
              </a:solidFill>
              <a:latin typeface="Roboto"/>
              <a:ea typeface="Roboto"/>
              <a:cs typeface="Roboto"/>
              <a:sym typeface="Roboto"/>
            </a:endParaRPr>
          </a:p>
        </p:txBody>
      </p:sp>
      <p:sp>
        <p:nvSpPr>
          <p:cNvPr id="1370" name="Google Shape;1370;p59"/>
          <p:cNvSpPr/>
          <p:nvPr/>
        </p:nvSpPr>
        <p:spPr>
          <a:xfrm>
            <a:off x="1725050" y="5242225"/>
            <a:ext cx="1362000" cy="678900"/>
          </a:xfrm>
          <a:prstGeom prst="round2DiagRect">
            <a:avLst>
              <a:gd name="adj1" fmla="val 50000"/>
              <a:gd name="adj2" fmla="val 0"/>
            </a:avLst>
          </a:prstGeom>
          <a:solidFill>
            <a:srgbClr val="FFF2CC"/>
          </a:solidFill>
          <a:ln w="9525" cap="flat"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rgbClr val="0000FF"/>
                </a:solidFill>
                <a:latin typeface="Roboto"/>
                <a:ea typeface="Roboto"/>
                <a:cs typeface="Roboto"/>
                <a:sym typeface="Roboto"/>
              </a:rPr>
              <a:t>BƯỚC 3</a:t>
            </a:r>
            <a:endParaRPr sz="2100" b="1">
              <a:solidFill>
                <a:srgbClr val="0000FF"/>
              </a:solidFill>
              <a:latin typeface="Roboto"/>
              <a:ea typeface="Roboto"/>
              <a:cs typeface="Roboto"/>
              <a:sym typeface="Roboto"/>
            </a:endParaRPr>
          </a:p>
        </p:txBody>
      </p:sp>
      <p:sp>
        <p:nvSpPr>
          <p:cNvPr id="1371" name="Google Shape;1371;p59"/>
          <p:cNvSpPr/>
          <p:nvPr/>
        </p:nvSpPr>
        <p:spPr>
          <a:xfrm>
            <a:off x="2370200" y="7457400"/>
            <a:ext cx="9128100" cy="1847700"/>
          </a:xfrm>
          <a:prstGeom prst="roundRect">
            <a:avLst>
              <a:gd name="adj" fmla="val 16667"/>
            </a:avLst>
          </a:prstGeom>
          <a:solidFill>
            <a:srgbClr val="C9DAF8"/>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solidFill>
                  <a:srgbClr val="0000FF"/>
                </a:solidFill>
                <a:latin typeface="Roboto"/>
                <a:ea typeface="Roboto"/>
                <a:cs typeface="Roboto"/>
                <a:sym typeface="Roboto"/>
              </a:rPr>
              <a:t>Sau bước 3 học viên nghe lại audio và hiểu hoặc nhớ 80% nội dung của bài nghe thì có thể tiếp tục làm bài khác. Nếu học viên chưa đạt mức 80% nghe hiểu ➨ nên lặp lại bước 3 thêm 1-2 lần</a:t>
            </a:r>
            <a:endParaRPr sz="2100">
              <a:solidFill>
                <a:srgbClr val="0000FF"/>
              </a:solidFill>
              <a:latin typeface="Roboto"/>
              <a:ea typeface="Roboto"/>
              <a:cs typeface="Roboto"/>
              <a:sym typeface="Roboto"/>
            </a:endParaRPr>
          </a:p>
        </p:txBody>
      </p:sp>
      <p:sp>
        <p:nvSpPr>
          <p:cNvPr id="1372" name="Google Shape;1372;p59"/>
          <p:cNvSpPr/>
          <p:nvPr/>
        </p:nvSpPr>
        <p:spPr>
          <a:xfrm>
            <a:off x="1446050" y="7001900"/>
            <a:ext cx="1920000" cy="860100"/>
          </a:xfrm>
          <a:prstGeom prst="round2DiagRect">
            <a:avLst>
              <a:gd name="adj1" fmla="val 50000"/>
              <a:gd name="adj2" fmla="val 0"/>
            </a:avLst>
          </a:prstGeom>
          <a:solidFill>
            <a:srgbClr val="FFF2CC"/>
          </a:solidFill>
          <a:ln w="9525" cap="flat"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3100">
                <a:solidFill>
                  <a:srgbClr val="FF0000"/>
                </a:solidFill>
                <a:latin typeface="Roboto Black"/>
                <a:ea typeface="Roboto Black"/>
                <a:cs typeface="Roboto Black"/>
                <a:sym typeface="Roboto Black"/>
              </a:rPr>
              <a:t>LƯU Ý</a:t>
            </a:r>
            <a:endParaRPr sz="3100">
              <a:solidFill>
                <a:srgbClr val="FF0000"/>
              </a:solidFill>
              <a:latin typeface="Roboto Black"/>
              <a:ea typeface="Roboto Black"/>
              <a:cs typeface="Roboto Black"/>
              <a:sym typeface="Roboto Black"/>
            </a:endParaRPr>
          </a:p>
        </p:txBody>
      </p:sp>
      <p:sp>
        <p:nvSpPr>
          <p:cNvPr id="1373" name="Google Shape;1373;p59"/>
          <p:cNvSpPr/>
          <p:nvPr/>
        </p:nvSpPr>
        <p:spPr>
          <a:xfrm>
            <a:off x="11980575" y="2116338"/>
            <a:ext cx="6133800" cy="3411300"/>
          </a:xfrm>
          <a:prstGeom prst="star7">
            <a:avLst>
              <a:gd name="adj" fmla="val 38693"/>
              <a:gd name="hf" fmla="val 102572"/>
              <a:gd name="vf" fmla="val 105210"/>
            </a:avLst>
          </a:prstGeom>
          <a:solidFill>
            <a:srgbClr val="FFF2C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Roboto"/>
              <a:ea typeface="Roboto"/>
              <a:cs typeface="Roboto"/>
              <a:sym typeface="Roboto"/>
            </a:endParaRPr>
          </a:p>
          <a:p>
            <a:pPr marL="0" lvl="0" indent="0" algn="ctr" rtl="0">
              <a:spcBef>
                <a:spcPts val="0"/>
              </a:spcBef>
              <a:spcAft>
                <a:spcPts val="0"/>
              </a:spcAft>
              <a:buNone/>
            </a:pPr>
            <a:endParaRPr sz="1800">
              <a:latin typeface="Roboto"/>
              <a:ea typeface="Roboto"/>
              <a:cs typeface="Roboto"/>
              <a:sym typeface="Roboto"/>
            </a:endParaRPr>
          </a:p>
          <a:p>
            <a:pPr marL="0" lvl="0" indent="0" algn="ctr" rtl="0">
              <a:spcBef>
                <a:spcPts val="0"/>
              </a:spcBef>
              <a:spcAft>
                <a:spcPts val="0"/>
              </a:spcAft>
              <a:buNone/>
            </a:pPr>
            <a:r>
              <a:rPr lang="en-US" sz="1800">
                <a:solidFill>
                  <a:srgbClr val="0000FF"/>
                </a:solidFill>
                <a:latin typeface="Roboto"/>
                <a:ea typeface="Roboto"/>
                <a:cs typeface="Roboto"/>
                <a:sym typeface="Roboto"/>
              </a:rPr>
              <a:t>Khi mới làm quen với đề nghe VSTEP, học viên trình độ dưới B1 thường sẽ không nghe được và sợ bài thi nghe, đồng thời có tâm lý khoanh bừa khi thi. Việc áp dụng kỹ thuật nghe 3 bước sẽ giúp học viên </a:t>
            </a:r>
            <a:r>
              <a:rPr lang="en-US" sz="1800" b="1">
                <a:solidFill>
                  <a:srgbClr val="FF0000"/>
                </a:solidFill>
                <a:latin typeface="Roboto"/>
                <a:ea typeface="Roboto"/>
                <a:cs typeface="Roboto"/>
                <a:sym typeface="Roboto"/>
              </a:rPr>
              <a:t>cải thiện kỹ năng nghe</a:t>
            </a:r>
            <a:r>
              <a:rPr lang="en-US" sz="1800">
                <a:solidFill>
                  <a:srgbClr val="0000FF"/>
                </a:solidFill>
                <a:latin typeface="Roboto"/>
                <a:ea typeface="Roboto"/>
                <a:cs typeface="Roboto"/>
                <a:sym typeface="Roboto"/>
              </a:rPr>
              <a:t>, </a:t>
            </a:r>
            <a:r>
              <a:rPr lang="en-US" sz="1800" b="1">
                <a:solidFill>
                  <a:srgbClr val="FF0000"/>
                </a:solidFill>
                <a:latin typeface="Roboto"/>
                <a:ea typeface="Roboto"/>
                <a:cs typeface="Roboto"/>
                <a:sym typeface="Roboto"/>
              </a:rPr>
              <a:t>bổ sung vốn từ vựng</a:t>
            </a:r>
            <a:r>
              <a:rPr lang="en-US" sz="1800">
                <a:solidFill>
                  <a:srgbClr val="0000FF"/>
                </a:solidFill>
                <a:latin typeface="Roboto"/>
                <a:ea typeface="Roboto"/>
                <a:cs typeface="Roboto"/>
                <a:sym typeface="Roboto"/>
              </a:rPr>
              <a:t> và </a:t>
            </a:r>
            <a:r>
              <a:rPr lang="en-US" sz="1800" b="1">
                <a:solidFill>
                  <a:srgbClr val="FF0000"/>
                </a:solidFill>
                <a:latin typeface="Roboto"/>
                <a:ea typeface="Roboto"/>
                <a:cs typeface="Roboto"/>
                <a:sym typeface="Roboto"/>
              </a:rPr>
              <a:t>cải thiện phát âm</a:t>
            </a:r>
            <a:r>
              <a:rPr lang="en-US" sz="1800">
                <a:solidFill>
                  <a:srgbClr val="0000FF"/>
                </a:solidFill>
                <a:latin typeface="Roboto"/>
                <a:ea typeface="Roboto"/>
                <a:cs typeface="Roboto"/>
                <a:sym typeface="Roboto"/>
              </a:rPr>
              <a:t> trong thời gian ngắn </a:t>
            </a:r>
            <a:endParaRPr sz="1800">
              <a:solidFill>
                <a:srgbClr val="0000FF"/>
              </a:solidFill>
              <a:latin typeface="Roboto"/>
              <a:ea typeface="Roboto"/>
              <a:cs typeface="Roboto"/>
              <a:sym typeface="Roboto"/>
            </a:endParaRPr>
          </a:p>
        </p:txBody>
      </p:sp>
      <p:sp>
        <p:nvSpPr>
          <p:cNvPr id="1374" name="Google Shape;1374;p59"/>
          <p:cNvSpPr/>
          <p:nvPr/>
        </p:nvSpPr>
        <p:spPr>
          <a:xfrm>
            <a:off x="12379725" y="6156975"/>
            <a:ext cx="5335500" cy="2350800"/>
          </a:xfrm>
          <a:prstGeom prst="horizontalScroll">
            <a:avLst>
              <a:gd name="adj" fmla="val 12500"/>
            </a:avLst>
          </a:prstGeom>
          <a:solidFill>
            <a:srgbClr val="FFF2C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800">
              <a:latin typeface="Roboto"/>
              <a:ea typeface="Roboto"/>
              <a:cs typeface="Roboto"/>
              <a:sym typeface="Roboto"/>
            </a:endParaRPr>
          </a:p>
          <a:p>
            <a:pPr marL="0" lvl="0" indent="0" algn="ctr" rtl="0">
              <a:lnSpc>
                <a:spcPct val="150000"/>
              </a:lnSpc>
              <a:spcBef>
                <a:spcPts val="0"/>
              </a:spcBef>
              <a:spcAft>
                <a:spcPts val="0"/>
              </a:spcAft>
              <a:buNone/>
            </a:pPr>
            <a:r>
              <a:rPr lang="en-US" sz="2300" b="1">
                <a:solidFill>
                  <a:srgbClr val="0000FF"/>
                </a:solidFill>
                <a:latin typeface="Roboto"/>
                <a:ea typeface="Roboto"/>
                <a:cs typeface="Roboto"/>
                <a:sym typeface="Roboto"/>
              </a:rPr>
              <a:t>B1 - LUYỆN TỐI THIỂU </a:t>
            </a:r>
            <a:r>
              <a:rPr lang="en-US" sz="2300" b="1">
                <a:solidFill>
                  <a:srgbClr val="FF0000"/>
                </a:solidFill>
                <a:latin typeface="Roboto"/>
                <a:ea typeface="Roboto"/>
                <a:cs typeface="Roboto"/>
                <a:sym typeface="Roboto"/>
              </a:rPr>
              <a:t>5 ĐỀ</a:t>
            </a:r>
            <a:r>
              <a:rPr lang="en-US" sz="2300" b="1">
                <a:solidFill>
                  <a:srgbClr val="0000FF"/>
                </a:solidFill>
                <a:latin typeface="Roboto"/>
                <a:ea typeface="Roboto"/>
                <a:cs typeface="Roboto"/>
                <a:sym typeface="Roboto"/>
              </a:rPr>
              <a:t> FULL</a:t>
            </a:r>
            <a:endParaRPr sz="2300" b="1">
              <a:solidFill>
                <a:srgbClr val="0000FF"/>
              </a:solidFill>
              <a:latin typeface="Roboto"/>
              <a:ea typeface="Roboto"/>
              <a:cs typeface="Roboto"/>
              <a:sym typeface="Roboto"/>
            </a:endParaRPr>
          </a:p>
          <a:p>
            <a:pPr marL="0" lvl="0" indent="0" algn="ctr" rtl="0">
              <a:lnSpc>
                <a:spcPct val="150000"/>
              </a:lnSpc>
              <a:spcBef>
                <a:spcPts val="0"/>
              </a:spcBef>
              <a:spcAft>
                <a:spcPts val="0"/>
              </a:spcAft>
              <a:buNone/>
            </a:pPr>
            <a:r>
              <a:rPr lang="en-US" sz="2300" b="1">
                <a:solidFill>
                  <a:srgbClr val="0000FF"/>
                </a:solidFill>
                <a:latin typeface="Roboto"/>
                <a:ea typeface="Roboto"/>
                <a:cs typeface="Roboto"/>
                <a:sym typeface="Roboto"/>
              </a:rPr>
              <a:t>B2 - LUYỆN TỐI THIỂU </a:t>
            </a:r>
            <a:r>
              <a:rPr lang="en-US" sz="2300" b="1">
                <a:solidFill>
                  <a:srgbClr val="EB1C24"/>
                </a:solidFill>
                <a:latin typeface="Roboto"/>
                <a:ea typeface="Roboto"/>
                <a:cs typeface="Roboto"/>
                <a:sym typeface="Roboto"/>
              </a:rPr>
              <a:t>10 ĐỀ</a:t>
            </a:r>
            <a:r>
              <a:rPr lang="en-US" sz="2300" b="1">
                <a:solidFill>
                  <a:srgbClr val="0000FF"/>
                </a:solidFill>
                <a:latin typeface="Roboto"/>
                <a:ea typeface="Roboto"/>
                <a:cs typeface="Roboto"/>
                <a:sym typeface="Roboto"/>
              </a:rPr>
              <a:t> FULL</a:t>
            </a:r>
            <a:endParaRPr sz="1900" b="1">
              <a:latin typeface="Roboto"/>
              <a:ea typeface="Roboto"/>
              <a:cs typeface="Roboto"/>
              <a:sym typeface="Roboto"/>
            </a:endParaRPr>
          </a:p>
        </p:txBody>
      </p:sp>
      <p:grpSp>
        <p:nvGrpSpPr>
          <p:cNvPr id="1375" name="Google Shape;1375;p59"/>
          <p:cNvGrpSpPr/>
          <p:nvPr/>
        </p:nvGrpSpPr>
        <p:grpSpPr>
          <a:xfrm rot="10800000">
            <a:off x="15044545" y="-741632"/>
            <a:ext cx="7681773" cy="4261259"/>
            <a:chOff x="0" y="-38100"/>
            <a:chExt cx="406400" cy="225405"/>
          </a:xfrm>
        </p:grpSpPr>
        <p:sp>
          <p:nvSpPr>
            <p:cNvPr id="1376" name="Google Shape;1376;p59"/>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377" name="Google Shape;1377;p59"/>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63"/>
                                        </p:tgtEl>
                                        <p:attrNameLst>
                                          <p:attrName>style.visibility</p:attrName>
                                        </p:attrNameLst>
                                      </p:cBhvr>
                                      <p:to>
                                        <p:strVal val="visible"/>
                                      </p:to>
                                    </p:set>
                                    <p:animEffect transition="in" filter="fade">
                                      <p:cBhvr>
                                        <p:cTn id="7" dur="500"/>
                                        <p:tgtEl>
                                          <p:spTgt spid="136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366"/>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36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368"/>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36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370"/>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36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372"/>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37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37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3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81"/>
        <p:cNvGrpSpPr/>
        <p:nvPr/>
      </p:nvGrpSpPr>
      <p:grpSpPr>
        <a:xfrm>
          <a:off x="0" y="0"/>
          <a:ext cx="0" cy="0"/>
          <a:chOff x="0" y="0"/>
          <a:chExt cx="0" cy="0"/>
        </a:xfrm>
      </p:grpSpPr>
      <p:cxnSp>
        <p:nvCxnSpPr>
          <p:cNvPr id="1382" name="Google Shape;1382;p60"/>
          <p:cNvCxnSpPr/>
          <p:nvPr/>
        </p:nvCxnSpPr>
        <p:spPr>
          <a:xfrm>
            <a:off x="-249883" y="5125235"/>
            <a:ext cx="5303400" cy="0"/>
          </a:xfrm>
          <a:prstGeom prst="straightConnector1">
            <a:avLst/>
          </a:prstGeom>
          <a:noFill/>
          <a:ln w="38100" cap="flat" cmpd="sng">
            <a:solidFill>
              <a:srgbClr val="FFFFFF"/>
            </a:solidFill>
            <a:prstDash val="solid"/>
            <a:round/>
            <a:headEnd type="none" w="sm" len="sm"/>
            <a:tailEnd type="none" w="sm" len="sm"/>
          </a:ln>
        </p:spPr>
      </p:cxnSp>
      <p:sp>
        <p:nvSpPr>
          <p:cNvPr id="1383" name="Google Shape;1383;p60"/>
          <p:cNvSpPr txBox="1"/>
          <p:nvPr/>
        </p:nvSpPr>
        <p:spPr>
          <a:xfrm>
            <a:off x="1933303" y="581232"/>
            <a:ext cx="116874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Clr>
                <a:srgbClr val="018345"/>
              </a:buClr>
              <a:buSzPts val="4504"/>
              <a:buFont typeface="Montserrat"/>
              <a:buNone/>
            </a:pPr>
            <a:r>
              <a:rPr lang="en-US" sz="4504" b="1">
                <a:solidFill>
                  <a:srgbClr val="018345"/>
                </a:solidFill>
                <a:latin typeface="Montserrat"/>
                <a:ea typeface="Montserrat"/>
                <a:cs typeface="Montserrat"/>
                <a:sym typeface="Montserrat"/>
              </a:rPr>
              <a:t>06. </a:t>
            </a:r>
            <a:r>
              <a:rPr lang="en-US" sz="4504" b="1" i="0" u="none" strike="noStrike" cap="none">
                <a:solidFill>
                  <a:srgbClr val="018345"/>
                </a:solidFill>
                <a:latin typeface="Montserrat"/>
                <a:ea typeface="Montserrat"/>
                <a:cs typeface="Montserrat"/>
                <a:sym typeface="Montserrat"/>
              </a:rPr>
              <a:t>Listening Practice: P</a:t>
            </a:r>
            <a:r>
              <a:rPr lang="en-US" sz="4504" b="1">
                <a:solidFill>
                  <a:srgbClr val="018345"/>
                </a:solidFill>
                <a:latin typeface="Montserrat"/>
                <a:ea typeface="Montserrat"/>
                <a:cs typeface="Montserrat"/>
                <a:sym typeface="Montserrat"/>
              </a:rPr>
              <a:t>art 2</a:t>
            </a:r>
            <a:endParaRPr/>
          </a:p>
        </p:txBody>
      </p:sp>
      <p:sp>
        <p:nvSpPr>
          <p:cNvPr id="1384" name="Google Shape;1384;p60" descr="Books with solid fill"/>
          <p:cNvSpPr/>
          <p:nvPr/>
        </p:nvSpPr>
        <p:spPr>
          <a:xfrm>
            <a:off x="3241317" y="6938897"/>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grpSp>
        <p:nvGrpSpPr>
          <p:cNvPr id="1385" name="Google Shape;1385;p60"/>
          <p:cNvGrpSpPr/>
          <p:nvPr/>
        </p:nvGrpSpPr>
        <p:grpSpPr>
          <a:xfrm rot="10800000">
            <a:off x="15044545" y="-741632"/>
            <a:ext cx="7681773" cy="4261259"/>
            <a:chOff x="0" y="-38100"/>
            <a:chExt cx="406400" cy="225405"/>
          </a:xfrm>
        </p:grpSpPr>
        <p:sp>
          <p:nvSpPr>
            <p:cNvPr id="1386" name="Google Shape;1386;p60"/>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387" name="Google Shape;1387;p60"/>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388" name="Google Shape;1388;p60"/>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1389" name="Google Shape;1389;p60"/>
          <p:cNvSpPr/>
          <p:nvPr/>
        </p:nvSpPr>
        <p:spPr>
          <a:xfrm>
            <a:off x="979677" y="525499"/>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5">
              <a:alphaModFix/>
            </a:blip>
            <a:stretch>
              <a:fillRect/>
            </a:stretch>
          </a:blipFill>
          <a:ln>
            <a:noFill/>
          </a:ln>
        </p:spPr>
      </p:sp>
      <p:sp>
        <p:nvSpPr>
          <p:cNvPr id="1390" name="Google Shape;1390;p60"/>
          <p:cNvSpPr txBox="1"/>
          <p:nvPr/>
        </p:nvSpPr>
        <p:spPr>
          <a:xfrm>
            <a:off x="979675" y="2919725"/>
            <a:ext cx="14748600" cy="5926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18345"/>
              </a:buClr>
              <a:buSzPts val="2200"/>
              <a:buFont typeface="Roboto"/>
              <a:buNone/>
            </a:pPr>
            <a:r>
              <a:rPr lang="en-US" sz="2200" b="1" i="0" strike="noStrike" cap="none">
                <a:solidFill>
                  <a:srgbClr val="018345"/>
                </a:solidFill>
                <a:latin typeface="Roboto"/>
                <a:ea typeface="Roboto"/>
                <a:cs typeface="Roboto"/>
                <a:sym typeface="Roboto"/>
              </a:rPr>
              <a:t>13. Why does the man want to go out?</a:t>
            </a:r>
            <a:endParaRPr>
              <a:solidFill>
                <a:srgbClr val="018345"/>
              </a:solidFill>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A. Because he feels bored staying at home		                    B. Because he feels safe staying at home.</a:t>
            </a:r>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C. Because he feels cold staying at home.	                     	D. Because he feels hot staying at home.</a:t>
            </a:r>
            <a:endParaRPr/>
          </a:p>
          <a:p>
            <a:pPr marL="0" marR="0" lvl="0" indent="0" algn="l" rtl="0">
              <a:lnSpc>
                <a:spcPct val="150000"/>
              </a:lnSpc>
              <a:spcBef>
                <a:spcPts val="0"/>
              </a:spcBef>
              <a:spcAft>
                <a:spcPts val="0"/>
              </a:spcAft>
              <a:buClr>
                <a:srgbClr val="018345"/>
              </a:buClr>
              <a:buSzPts val="2200"/>
              <a:buFont typeface="Roboto"/>
              <a:buNone/>
            </a:pPr>
            <a:r>
              <a:rPr lang="en-US" sz="2200" b="1" i="0" strike="noStrike" cap="none">
                <a:solidFill>
                  <a:srgbClr val="018345"/>
                </a:solidFill>
                <a:latin typeface="Roboto"/>
                <a:ea typeface="Roboto"/>
                <a:cs typeface="Roboto"/>
                <a:sym typeface="Roboto"/>
              </a:rPr>
              <a:t>14. Why does the woman want to stay at home?</a:t>
            </a:r>
            <a:endParaRPr>
              <a:solidFill>
                <a:srgbClr val="018345"/>
              </a:solidFill>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A. Because she has coughs.						                    B. Because she feels tired.</a:t>
            </a:r>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C. Because she has toothache.				                     	D. Because she has stomach ache.</a:t>
            </a:r>
            <a:endParaRPr/>
          </a:p>
          <a:p>
            <a:pPr marL="0" marR="0" lvl="0" indent="0" algn="l" rtl="0">
              <a:lnSpc>
                <a:spcPct val="150000"/>
              </a:lnSpc>
              <a:spcBef>
                <a:spcPts val="0"/>
              </a:spcBef>
              <a:spcAft>
                <a:spcPts val="0"/>
              </a:spcAft>
              <a:buClr>
                <a:srgbClr val="018345"/>
              </a:buClr>
              <a:buSzPts val="2200"/>
              <a:buFont typeface="Roboto"/>
              <a:buNone/>
            </a:pPr>
            <a:r>
              <a:rPr lang="en-US" sz="2200" b="1" i="0" strike="noStrike" cap="none">
                <a:solidFill>
                  <a:srgbClr val="018345"/>
                </a:solidFill>
                <a:latin typeface="Roboto"/>
                <a:ea typeface="Roboto"/>
                <a:cs typeface="Roboto"/>
                <a:sym typeface="Roboto"/>
              </a:rPr>
              <a:t>15. Why doesn't the woman want to watch an Italian film?</a:t>
            </a:r>
            <a:endParaRPr>
              <a:solidFill>
                <a:srgbClr val="018345"/>
              </a:solidFill>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A. Because she is short of money.			                     	B. Because she is serious about it.</a:t>
            </a:r>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C. Because she's afraid she will fall asleep watching it.	      </a:t>
            </a:r>
            <a:r>
              <a:rPr lang="en-US" sz="2200">
                <a:latin typeface="Roboto"/>
                <a:ea typeface="Roboto"/>
                <a:cs typeface="Roboto"/>
                <a:sym typeface="Roboto"/>
              </a:rPr>
              <a:t> </a:t>
            </a:r>
            <a:r>
              <a:rPr lang="en-US" sz="2200" b="0" i="0" strike="noStrike" cap="none">
                <a:solidFill>
                  <a:srgbClr val="000000"/>
                </a:solidFill>
                <a:latin typeface="Roboto"/>
                <a:ea typeface="Roboto"/>
                <a:cs typeface="Roboto"/>
                <a:sym typeface="Roboto"/>
              </a:rPr>
              <a:t>D. Because she has stomach ache</a:t>
            </a:r>
            <a:endParaRPr/>
          </a:p>
          <a:p>
            <a:pPr marL="0" marR="0" lvl="0" indent="0" algn="l" rtl="0">
              <a:lnSpc>
                <a:spcPct val="150000"/>
              </a:lnSpc>
              <a:spcBef>
                <a:spcPts val="0"/>
              </a:spcBef>
              <a:spcAft>
                <a:spcPts val="0"/>
              </a:spcAft>
              <a:buClr>
                <a:srgbClr val="018345"/>
              </a:buClr>
              <a:buSzPts val="2200"/>
              <a:buFont typeface="Roboto"/>
              <a:buNone/>
            </a:pPr>
            <a:r>
              <a:rPr lang="en-US" sz="2200" b="1" i="0" strike="noStrike" cap="none">
                <a:solidFill>
                  <a:srgbClr val="018345"/>
                </a:solidFill>
                <a:latin typeface="Roboto"/>
                <a:ea typeface="Roboto"/>
                <a:cs typeface="Roboto"/>
                <a:sym typeface="Roboto"/>
              </a:rPr>
              <a:t>16. Why doesn't the woman want to watch a Robert de Niro?</a:t>
            </a:r>
            <a:endParaRPr>
              <a:solidFill>
                <a:srgbClr val="018345"/>
              </a:solidFill>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A. Because she feels too busy to watch it	                           </a:t>
            </a:r>
            <a:r>
              <a:rPr lang="en-US" sz="2200">
                <a:latin typeface="Roboto"/>
                <a:ea typeface="Roboto"/>
                <a:cs typeface="Roboto"/>
                <a:sym typeface="Roboto"/>
              </a:rPr>
              <a:t>B. Because she feels too serious to watch it.</a:t>
            </a:r>
            <a:r>
              <a:rPr lang="en-US" sz="2200" b="0" i="0" strike="noStrike" cap="none">
                <a:solidFill>
                  <a:srgbClr val="000000"/>
                </a:solidFill>
                <a:latin typeface="Roboto"/>
                <a:ea typeface="Roboto"/>
                <a:cs typeface="Roboto"/>
                <a:sym typeface="Roboto"/>
              </a:rPr>
              <a:t>	</a:t>
            </a:r>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C. Because she doesn’t want to watch it the third time.	</a:t>
            </a:r>
            <a:r>
              <a:rPr lang="en-US"/>
              <a:t>          </a:t>
            </a:r>
            <a:r>
              <a:rPr lang="en-US" sz="2200">
                <a:latin typeface="Roboto"/>
                <a:ea typeface="Roboto"/>
                <a:cs typeface="Roboto"/>
                <a:sym typeface="Roboto"/>
              </a:rPr>
              <a:t>D. Because she doesn’t want to watch it the second time.</a:t>
            </a:r>
            <a:endParaRPr/>
          </a:p>
        </p:txBody>
      </p:sp>
      <p:sp>
        <p:nvSpPr>
          <p:cNvPr id="1391" name="Google Shape;1391;p60"/>
          <p:cNvSpPr txBox="1"/>
          <p:nvPr/>
        </p:nvSpPr>
        <p:spPr>
          <a:xfrm>
            <a:off x="935450" y="1420425"/>
            <a:ext cx="16250400" cy="431100"/>
          </a:xfrm>
          <a:prstGeom prst="rect">
            <a:avLst/>
          </a:prstGeom>
          <a:noFill/>
          <a:ln>
            <a:noFill/>
          </a:ln>
        </p:spPr>
        <p:txBody>
          <a:bodyPr spcFirstLastPara="1" wrap="square" lIns="0" tIns="0" rIns="0" bIns="0" anchor="t" anchorCtr="0">
            <a:spAutoFit/>
          </a:bodyPr>
          <a:lstStyle/>
          <a:p>
            <a:pPr marL="0" marR="0" lvl="0" indent="0" algn="just" rtl="0">
              <a:lnSpc>
                <a:spcPct val="128571"/>
              </a:lnSpc>
              <a:spcBef>
                <a:spcPts val="0"/>
              </a:spcBef>
              <a:spcAft>
                <a:spcPts val="0"/>
              </a:spcAft>
              <a:buClr>
                <a:srgbClr val="018345"/>
              </a:buClr>
              <a:buSzPts val="2800"/>
              <a:buFont typeface="Roboto"/>
              <a:buNone/>
            </a:pPr>
            <a:r>
              <a:rPr lang="en-US" sz="2800" b="1" i="0" u="none" strike="noStrike" cap="none">
                <a:solidFill>
                  <a:srgbClr val="018345"/>
                </a:solidFill>
                <a:latin typeface="Roboto"/>
                <a:ea typeface="Roboto"/>
                <a:cs typeface="Roboto"/>
                <a:sym typeface="Roboto"/>
              </a:rPr>
              <a:t>Conversation 2. Question 13 – 16 You will hear a conversation between a man and a woman at home.</a:t>
            </a:r>
            <a:endParaRPr/>
          </a:p>
        </p:txBody>
      </p:sp>
      <p:grpSp>
        <p:nvGrpSpPr>
          <p:cNvPr id="1392" name="Google Shape;1392;p60"/>
          <p:cNvGrpSpPr/>
          <p:nvPr/>
        </p:nvGrpSpPr>
        <p:grpSpPr>
          <a:xfrm>
            <a:off x="-2718010" y="9275955"/>
            <a:ext cx="7950378" cy="1707451"/>
            <a:chOff x="0" y="-384760"/>
            <a:chExt cx="10600504" cy="2276297"/>
          </a:xfrm>
        </p:grpSpPr>
        <p:grpSp>
          <p:nvGrpSpPr>
            <p:cNvPr id="1393" name="Google Shape;1393;p60"/>
            <p:cNvGrpSpPr/>
            <p:nvPr/>
          </p:nvGrpSpPr>
          <p:grpSpPr>
            <a:xfrm>
              <a:off x="0" y="-384760"/>
              <a:ext cx="10600504" cy="2276297"/>
              <a:chOff x="0" y="-38100"/>
              <a:chExt cx="1049690" cy="225405"/>
            </a:xfrm>
          </p:grpSpPr>
          <p:sp>
            <p:nvSpPr>
              <p:cNvPr id="1394" name="Google Shape;1394;p60"/>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395" name="Google Shape;1395;p60"/>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396" name="Google Shape;1396;p60"/>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397" name="Google Shape;1397;p60"/>
          <p:cNvSpPr txBox="1"/>
          <p:nvPr/>
        </p:nvSpPr>
        <p:spPr>
          <a:xfrm>
            <a:off x="891700" y="2062075"/>
            <a:ext cx="4676700" cy="64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solidFill>
                  <a:schemeClr val="dk1"/>
                </a:solidFill>
                <a:latin typeface="Montserrat"/>
                <a:ea typeface="Montserrat"/>
                <a:cs typeface="Montserrat"/>
                <a:sym typeface="Montserrat"/>
              </a:rPr>
              <a:t>Part 2 - conversation 2 audio</a:t>
            </a:r>
            <a:endParaRPr sz="2200" b="1">
              <a:solidFill>
                <a:schemeClr val="dk1"/>
              </a:solidFill>
              <a:latin typeface="Montserrat"/>
              <a:ea typeface="Montserrat"/>
              <a:cs typeface="Montserrat"/>
              <a:sym typeface="Montserrat"/>
            </a:endParaRPr>
          </a:p>
        </p:txBody>
      </p:sp>
      <p:pic>
        <p:nvPicPr>
          <p:cNvPr id="1398" name="Google Shape;1398;p60" title="02. Part 2 - Conversation 2">
            <a:hlinkClick r:id="rId6"/>
          </p:cNvPr>
          <p:cNvPicPr preferRelativeResize="0"/>
          <p:nvPr/>
        </p:nvPicPr>
        <p:blipFill>
          <a:blip r:embed="rId7">
            <a:alphaModFix/>
          </a:blip>
          <a:stretch>
            <a:fillRect/>
          </a:stretch>
        </p:blipFill>
        <p:spPr>
          <a:xfrm>
            <a:off x="5568400" y="1957725"/>
            <a:ext cx="751450" cy="7514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83"/>
                                        </p:tgtEl>
                                        <p:attrNameLst>
                                          <p:attrName>style.visibility</p:attrName>
                                        </p:attrNameLst>
                                      </p:cBhvr>
                                      <p:to>
                                        <p:strVal val="visible"/>
                                      </p:to>
                                    </p:set>
                                    <p:animEffect transition="in" filter="fade">
                                      <p:cBhvr>
                                        <p:cTn id="7" dur="500"/>
                                        <p:tgtEl>
                                          <p:spTgt spid="138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391"/>
                                        </p:tgtEl>
                                        <p:attrNameLst>
                                          <p:attrName>style.visibility</p:attrName>
                                        </p:attrNameLst>
                                      </p:cBhvr>
                                      <p:to>
                                        <p:strVal val="visible"/>
                                      </p:to>
                                    </p:set>
                                    <p:anim calcmode="lin" valueType="num">
                                      <p:cBhvr additive="base">
                                        <p:cTn id="12" dur="500"/>
                                        <p:tgtEl>
                                          <p:spTgt spid="1391"/>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97"/>
                                        </p:tgtEl>
                                        <p:attrNameLst>
                                          <p:attrName>style.visibility</p:attrName>
                                        </p:attrNameLst>
                                      </p:cBhvr>
                                      <p:to>
                                        <p:strVal val="visible"/>
                                      </p:to>
                                    </p:set>
                                  </p:childTnLst>
                                </p:cTn>
                              </p:par>
                            </p:childTnLst>
                          </p:cTn>
                        </p:par>
                        <p:par>
                          <p:cTn id="17" fill="hold">
                            <p:stCondLst>
                              <p:cond delay="0"/>
                            </p:stCondLst>
                            <p:childTnLst>
                              <p:par>
                                <p:cTn id="18" presetID="10" presetClass="entr" presetSubtype="0" fill="hold" nodeType="afterEffect">
                                  <p:stCondLst>
                                    <p:cond delay="0"/>
                                  </p:stCondLst>
                                  <p:childTnLst>
                                    <p:set>
                                      <p:cBhvr>
                                        <p:cTn id="19" dur="1" fill="hold">
                                          <p:stCondLst>
                                            <p:cond delay="0"/>
                                          </p:stCondLst>
                                        </p:cTn>
                                        <p:tgtEl>
                                          <p:spTgt spid="1390"/>
                                        </p:tgtEl>
                                        <p:attrNameLst>
                                          <p:attrName>style.visibility</p:attrName>
                                        </p:attrNameLst>
                                      </p:cBhvr>
                                      <p:to>
                                        <p:strVal val="visible"/>
                                      </p:to>
                                    </p:set>
                                    <p:animEffect transition="in" filter="fade">
                                      <p:cBhvr>
                                        <p:cTn id="20" dur="500"/>
                                        <p:tgtEl>
                                          <p:spTgt spid="1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02"/>
        <p:cNvGrpSpPr/>
        <p:nvPr/>
      </p:nvGrpSpPr>
      <p:grpSpPr>
        <a:xfrm>
          <a:off x="0" y="0"/>
          <a:ext cx="0" cy="0"/>
          <a:chOff x="0" y="0"/>
          <a:chExt cx="0" cy="0"/>
        </a:xfrm>
      </p:grpSpPr>
      <p:cxnSp>
        <p:nvCxnSpPr>
          <p:cNvPr id="1403" name="Google Shape;1403;p61"/>
          <p:cNvCxnSpPr/>
          <p:nvPr/>
        </p:nvCxnSpPr>
        <p:spPr>
          <a:xfrm>
            <a:off x="-249883" y="5125235"/>
            <a:ext cx="5303400" cy="0"/>
          </a:xfrm>
          <a:prstGeom prst="straightConnector1">
            <a:avLst/>
          </a:prstGeom>
          <a:noFill/>
          <a:ln w="38100" cap="flat" cmpd="sng">
            <a:solidFill>
              <a:srgbClr val="FFFFFF"/>
            </a:solidFill>
            <a:prstDash val="solid"/>
            <a:round/>
            <a:headEnd type="none" w="sm" len="sm"/>
            <a:tailEnd type="none" w="sm" len="sm"/>
          </a:ln>
        </p:spPr>
      </p:cxnSp>
      <p:sp>
        <p:nvSpPr>
          <p:cNvPr id="1404" name="Google Shape;1404;p61"/>
          <p:cNvSpPr txBox="1"/>
          <p:nvPr/>
        </p:nvSpPr>
        <p:spPr>
          <a:xfrm>
            <a:off x="1933303" y="581232"/>
            <a:ext cx="116874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Clr>
                <a:srgbClr val="018345"/>
              </a:buClr>
              <a:buSzPts val="4504"/>
              <a:buFont typeface="Montserrat"/>
              <a:buNone/>
            </a:pPr>
            <a:r>
              <a:rPr lang="en-US" sz="4504" b="1">
                <a:solidFill>
                  <a:srgbClr val="018345"/>
                </a:solidFill>
                <a:latin typeface="Montserrat"/>
                <a:ea typeface="Montserrat"/>
                <a:cs typeface="Montserrat"/>
                <a:sym typeface="Montserrat"/>
              </a:rPr>
              <a:t>06. </a:t>
            </a:r>
            <a:r>
              <a:rPr lang="en-US" sz="4504" b="1" i="0" u="none" strike="noStrike" cap="none">
                <a:solidFill>
                  <a:srgbClr val="018345"/>
                </a:solidFill>
                <a:latin typeface="Montserrat"/>
                <a:ea typeface="Montserrat"/>
                <a:cs typeface="Montserrat"/>
                <a:sym typeface="Montserrat"/>
              </a:rPr>
              <a:t>Listening Practice: P</a:t>
            </a:r>
            <a:r>
              <a:rPr lang="en-US" sz="4504" b="1">
                <a:solidFill>
                  <a:srgbClr val="018345"/>
                </a:solidFill>
                <a:latin typeface="Montserrat"/>
                <a:ea typeface="Montserrat"/>
                <a:cs typeface="Montserrat"/>
                <a:sym typeface="Montserrat"/>
              </a:rPr>
              <a:t>art 2</a:t>
            </a:r>
            <a:endParaRPr/>
          </a:p>
        </p:txBody>
      </p:sp>
      <p:sp>
        <p:nvSpPr>
          <p:cNvPr id="1405" name="Google Shape;1405;p61" descr="Books with solid fill"/>
          <p:cNvSpPr/>
          <p:nvPr/>
        </p:nvSpPr>
        <p:spPr>
          <a:xfrm>
            <a:off x="3241317" y="6938897"/>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grpSp>
        <p:nvGrpSpPr>
          <p:cNvPr id="1406" name="Google Shape;1406;p61"/>
          <p:cNvGrpSpPr/>
          <p:nvPr/>
        </p:nvGrpSpPr>
        <p:grpSpPr>
          <a:xfrm rot="10800000">
            <a:off x="15044545" y="-741632"/>
            <a:ext cx="7681773" cy="4261259"/>
            <a:chOff x="0" y="-38100"/>
            <a:chExt cx="406400" cy="225405"/>
          </a:xfrm>
        </p:grpSpPr>
        <p:sp>
          <p:nvSpPr>
            <p:cNvPr id="1407" name="Google Shape;1407;p61"/>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408" name="Google Shape;1408;p61"/>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409" name="Google Shape;1409;p61"/>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1410" name="Google Shape;1410;p61"/>
          <p:cNvSpPr/>
          <p:nvPr/>
        </p:nvSpPr>
        <p:spPr>
          <a:xfrm>
            <a:off x="979677" y="525499"/>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5">
              <a:alphaModFix/>
            </a:blip>
            <a:stretch>
              <a:fillRect/>
            </a:stretch>
          </a:blipFill>
          <a:ln>
            <a:noFill/>
          </a:ln>
        </p:spPr>
      </p:sp>
      <p:sp>
        <p:nvSpPr>
          <p:cNvPr id="1411" name="Google Shape;1411;p61"/>
          <p:cNvSpPr txBox="1"/>
          <p:nvPr/>
        </p:nvSpPr>
        <p:spPr>
          <a:xfrm>
            <a:off x="979675" y="2919725"/>
            <a:ext cx="14748600" cy="5926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18345"/>
              </a:buClr>
              <a:buSzPts val="2200"/>
              <a:buFont typeface="Roboto"/>
              <a:buNone/>
            </a:pPr>
            <a:r>
              <a:rPr lang="en-US" sz="2200" b="1" i="0" strike="noStrike" cap="none">
                <a:solidFill>
                  <a:srgbClr val="018345"/>
                </a:solidFill>
                <a:latin typeface="Roboto"/>
                <a:ea typeface="Roboto"/>
                <a:cs typeface="Roboto"/>
                <a:sym typeface="Roboto"/>
              </a:rPr>
              <a:t>13. Why does the man want to go out?</a:t>
            </a:r>
            <a:endParaRPr>
              <a:solidFill>
                <a:srgbClr val="018345"/>
              </a:solidFill>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A. Because he feels bored staying at home		                    B. Because he feels safe staying at home.</a:t>
            </a:r>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C. Because he feels cold staying at home.	                     	D. Because he feels hot staying at home.</a:t>
            </a:r>
            <a:endParaRPr/>
          </a:p>
          <a:p>
            <a:pPr marL="0" marR="0" lvl="0" indent="0" algn="l" rtl="0">
              <a:lnSpc>
                <a:spcPct val="150000"/>
              </a:lnSpc>
              <a:spcBef>
                <a:spcPts val="0"/>
              </a:spcBef>
              <a:spcAft>
                <a:spcPts val="0"/>
              </a:spcAft>
              <a:buClr>
                <a:srgbClr val="018345"/>
              </a:buClr>
              <a:buSzPts val="2200"/>
              <a:buFont typeface="Roboto"/>
              <a:buNone/>
            </a:pPr>
            <a:r>
              <a:rPr lang="en-US" sz="2200" b="1" i="0" strike="noStrike" cap="none">
                <a:solidFill>
                  <a:srgbClr val="018345"/>
                </a:solidFill>
                <a:latin typeface="Roboto"/>
                <a:ea typeface="Roboto"/>
                <a:cs typeface="Roboto"/>
                <a:sym typeface="Roboto"/>
              </a:rPr>
              <a:t>14. Why does the woman want to stay at home?</a:t>
            </a:r>
            <a:endParaRPr>
              <a:solidFill>
                <a:srgbClr val="018345"/>
              </a:solidFill>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A. Because she has coughs.						                    B. Because she feels tired.</a:t>
            </a:r>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C. Because she has toothache.				                     	D. Because she has stomach ache.</a:t>
            </a:r>
            <a:endParaRPr/>
          </a:p>
          <a:p>
            <a:pPr marL="0" marR="0" lvl="0" indent="0" algn="l" rtl="0">
              <a:lnSpc>
                <a:spcPct val="150000"/>
              </a:lnSpc>
              <a:spcBef>
                <a:spcPts val="0"/>
              </a:spcBef>
              <a:spcAft>
                <a:spcPts val="0"/>
              </a:spcAft>
              <a:buClr>
                <a:srgbClr val="018345"/>
              </a:buClr>
              <a:buSzPts val="2200"/>
              <a:buFont typeface="Roboto"/>
              <a:buNone/>
            </a:pPr>
            <a:r>
              <a:rPr lang="en-US" sz="2200" b="1" i="0" strike="noStrike" cap="none">
                <a:solidFill>
                  <a:srgbClr val="018345"/>
                </a:solidFill>
                <a:latin typeface="Roboto"/>
                <a:ea typeface="Roboto"/>
                <a:cs typeface="Roboto"/>
                <a:sym typeface="Roboto"/>
              </a:rPr>
              <a:t>15. Why doesn't the woman want to watch an Italian film?</a:t>
            </a:r>
            <a:endParaRPr>
              <a:solidFill>
                <a:srgbClr val="018345"/>
              </a:solidFill>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A. Because she is short of money.			                     	B. Because she is serious about it.</a:t>
            </a:r>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C. Because she's afraid she will fall asleep watching it.	      </a:t>
            </a:r>
            <a:r>
              <a:rPr lang="en-US" sz="2200">
                <a:latin typeface="Roboto"/>
                <a:ea typeface="Roboto"/>
                <a:cs typeface="Roboto"/>
                <a:sym typeface="Roboto"/>
              </a:rPr>
              <a:t> </a:t>
            </a:r>
            <a:r>
              <a:rPr lang="en-US" sz="2200" b="0" i="0" strike="noStrike" cap="none">
                <a:solidFill>
                  <a:srgbClr val="000000"/>
                </a:solidFill>
                <a:latin typeface="Roboto"/>
                <a:ea typeface="Roboto"/>
                <a:cs typeface="Roboto"/>
                <a:sym typeface="Roboto"/>
              </a:rPr>
              <a:t>D. Because she has stomach ache</a:t>
            </a:r>
            <a:endParaRPr/>
          </a:p>
          <a:p>
            <a:pPr marL="0" marR="0" lvl="0" indent="0" algn="l" rtl="0">
              <a:lnSpc>
                <a:spcPct val="150000"/>
              </a:lnSpc>
              <a:spcBef>
                <a:spcPts val="0"/>
              </a:spcBef>
              <a:spcAft>
                <a:spcPts val="0"/>
              </a:spcAft>
              <a:buClr>
                <a:srgbClr val="018345"/>
              </a:buClr>
              <a:buSzPts val="2200"/>
              <a:buFont typeface="Roboto"/>
              <a:buNone/>
            </a:pPr>
            <a:r>
              <a:rPr lang="en-US" sz="2200" b="1" i="0" strike="noStrike" cap="none">
                <a:solidFill>
                  <a:srgbClr val="018345"/>
                </a:solidFill>
                <a:latin typeface="Roboto"/>
                <a:ea typeface="Roboto"/>
                <a:cs typeface="Roboto"/>
                <a:sym typeface="Roboto"/>
              </a:rPr>
              <a:t>16. Why doesn't the woman want to watch a Robert de Niro?</a:t>
            </a:r>
            <a:endParaRPr>
              <a:solidFill>
                <a:srgbClr val="018345"/>
              </a:solidFill>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A. Because she feels too busy to watch it	                           </a:t>
            </a:r>
            <a:r>
              <a:rPr lang="en-US" sz="2200">
                <a:latin typeface="Roboto"/>
                <a:ea typeface="Roboto"/>
                <a:cs typeface="Roboto"/>
                <a:sym typeface="Roboto"/>
              </a:rPr>
              <a:t>B. Because she feels too serious to watch it.</a:t>
            </a:r>
            <a:r>
              <a:rPr lang="en-US" sz="2200" b="0" i="0" strike="noStrike" cap="none">
                <a:solidFill>
                  <a:srgbClr val="000000"/>
                </a:solidFill>
                <a:latin typeface="Roboto"/>
                <a:ea typeface="Roboto"/>
                <a:cs typeface="Roboto"/>
                <a:sym typeface="Roboto"/>
              </a:rPr>
              <a:t>	</a:t>
            </a:r>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C. Because she doesn’t want to watch it the third time.	</a:t>
            </a:r>
            <a:r>
              <a:rPr lang="en-US"/>
              <a:t>          </a:t>
            </a:r>
            <a:r>
              <a:rPr lang="en-US" sz="2200">
                <a:latin typeface="Roboto"/>
                <a:ea typeface="Roboto"/>
                <a:cs typeface="Roboto"/>
                <a:sym typeface="Roboto"/>
              </a:rPr>
              <a:t>D. Because she doesn’t want to watch it the second time.</a:t>
            </a:r>
            <a:endParaRPr/>
          </a:p>
        </p:txBody>
      </p:sp>
      <p:sp>
        <p:nvSpPr>
          <p:cNvPr id="1412" name="Google Shape;1412;p61"/>
          <p:cNvSpPr txBox="1"/>
          <p:nvPr/>
        </p:nvSpPr>
        <p:spPr>
          <a:xfrm>
            <a:off x="935450" y="1420425"/>
            <a:ext cx="16250400" cy="431100"/>
          </a:xfrm>
          <a:prstGeom prst="rect">
            <a:avLst/>
          </a:prstGeom>
          <a:noFill/>
          <a:ln>
            <a:noFill/>
          </a:ln>
        </p:spPr>
        <p:txBody>
          <a:bodyPr spcFirstLastPara="1" wrap="square" lIns="0" tIns="0" rIns="0" bIns="0" anchor="t" anchorCtr="0">
            <a:spAutoFit/>
          </a:bodyPr>
          <a:lstStyle/>
          <a:p>
            <a:pPr marL="0" marR="0" lvl="0" indent="0" algn="just" rtl="0">
              <a:lnSpc>
                <a:spcPct val="128571"/>
              </a:lnSpc>
              <a:spcBef>
                <a:spcPts val="0"/>
              </a:spcBef>
              <a:spcAft>
                <a:spcPts val="0"/>
              </a:spcAft>
              <a:buClr>
                <a:srgbClr val="018345"/>
              </a:buClr>
              <a:buSzPts val="2800"/>
              <a:buFont typeface="Roboto"/>
              <a:buNone/>
            </a:pPr>
            <a:r>
              <a:rPr lang="en-US" sz="2800" b="1" i="0" u="none" strike="noStrike" cap="none">
                <a:solidFill>
                  <a:srgbClr val="018345"/>
                </a:solidFill>
                <a:latin typeface="Roboto"/>
                <a:ea typeface="Roboto"/>
                <a:cs typeface="Roboto"/>
                <a:sym typeface="Roboto"/>
              </a:rPr>
              <a:t>Conversation 2. Question 13 – 16 You will hear a conversation between a man and a woman at home.</a:t>
            </a:r>
            <a:endParaRPr/>
          </a:p>
        </p:txBody>
      </p:sp>
      <p:grpSp>
        <p:nvGrpSpPr>
          <p:cNvPr id="1413" name="Google Shape;1413;p61"/>
          <p:cNvGrpSpPr/>
          <p:nvPr/>
        </p:nvGrpSpPr>
        <p:grpSpPr>
          <a:xfrm>
            <a:off x="-2718010" y="9275955"/>
            <a:ext cx="7950378" cy="1707451"/>
            <a:chOff x="0" y="-384760"/>
            <a:chExt cx="10600504" cy="2276297"/>
          </a:xfrm>
        </p:grpSpPr>
        <p:grpSp>
          <p:nvGrpSpPr>
            <p:cNvPr id="1414" name="Google Shape;1414;p61"/>
            <p:cNvGrpSpPr/>
            <p:nvPr/>
          </p:nvGrpSpPr>
          <p:grpSpPr>
            <a:xfrm>
              <a:off x="0" y="-384760"/>
              <a:ext cx="10600504" cy="2276297"/>
              <a:chOff x="0" y="-38100"/>
              <a:chExt cx="1049690" cy="225405"/>
            </a:xfrm>
          </p:grpSpPr>
          <p:sp>
            <p:nvSpPr>
              <p:cNvPr id="1415" name="Google Shape;1415;p61"/>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416" name="Google Shape;1416;p61"/>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417" name="Google Shape;1417;p61"/>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418" name="Google Shape;1418;p61"/>
          <p:cNvSpPr txBox="1"/>
          <p:nvPr/>
        </p:nvSpPr>
        <p:spPr>
          <a:xfrm>
            <a:off x="891700" y="2062075"/>
            <a:ext cx="4676700" cy="64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solidFill>
                  <a:schemeClr val="dk1"/>
                </a:solidFill>
                <a:latin typeface="Montserrat"/>
                <a:ea typeface="Montserrat"/>
                <a:cs typeface="Montserrat"/>
                <a:sym typeface="Montserrat"/>
              </a:rPr>
              <a:t>Part 2 - conversation 2 audio</a:t>
            </a:r>
            <a:endParaRPr sz="2200" b="1">
              <a:solidFill>
                <a:schemeClr val="dk1"/>
              </a:solidFill>
              <a:latin typeface="Montserrat"/>
              <a:ea typeface="Montserrat"/>
              <a:cs typeface="Montserrat"/>
              <a:sym typeface="Montserrat"/>
            </a:endParaRPr>
          </a:p>
        </p:txBody>
      </p:sp>
      <p:pic>
        <p:nvPicPr>
          <p:cNvPr id="1419" name="Google Shape;1419;p61" title="02. Part 2 - Conversation 2">
            <a:hlinkClick r:id="rId6"/>
          </p:cNvPr>
          <p:cNvPicPr preferRelativeResize="0"/>
          <p:nvPr/>
        </p:nvPicPr>
        <p:blipFill>
          <a:blip r:embed="rId7">
            <a:alphaModFix/>
          </a:blip>
          <a:stretch>
            <a:fillRect/>
          </a:stretch>
        </p:blipFill>
        <p:spPr>
          <a:xfrm>
            <a:off x="5568400" y="1957725"/>
            <a:ext cx="751450" cy="751450"/>
          </a:xfrm>
          <a:prstGeom prst="rect">
            <a:avLst/>
          </a:prstGeom>
          <a:noFill/>
          <a:ln>
            <a:noFill/>
          </a:ln>
        </p:spPr>
      </p:pic>
      <p:sp>
        <p:nvSpPr>
          <p:cNvPr id="1420" name="Google Shape;1420;p61"/>
          <p:cNvSpPr/>
          <p:nvPr/>
        </p:nvSpPr>
        <p:spPr>
          <a:xfrm>
            <a:off x="891700" y="3441000"/>
            <a:ext cx="418200" cy="385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21" name="Google Shape;1421;p61"/>
          <p:cNvSpPr/>
          <p:nvPr/>
        </p:nvSpPr>
        <p:spPr>
          <a:xfrm>
            <a:off x="8188950" y="4951688"/>
            <a:ext cx="418200" cy="385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22" name="Google Shape;1422;p61"/>
          <p:cNvSpPr/>
          <p:nvPr/>
        </p:nvSpPr>
        <p:spPr>
          <a:xfrm>
            <a:off x="891700" y="6938900"/>
            <a:ext cx="418200" cy="385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23" name="Google Shape;1423;p61"/>
          <p:cNvSpPr/>
          <p:nvPr/>
        </p:nvSpPr>
        <p:spPr>
          <a:xfrm>
            <a:off x="8188950" y="8437075"/>
            <a:ext cx="418200" cy="385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04"/>
                                        </p:tgtEl>
                                        <p:attrNameLst>
                                          <p:attrName>style.visibility</p:attrName>
                                        </p:attrNameLst>
                                      </p:cBhvr>
                                      <p:to>
                                        <p:strVal val="visible"/>
                                      </p:to>
                                    </p:set>
                                    <p:animEffect transition="in" filter="fade">
                                      <p:cBhvr>
                                        <p:cTn id="7" dur="500"/>
                                        <p:tgtEl>
                                          <p:spTgt spid="140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12"/>
                                        </p:tgtEl>
                                        <p:attrNameLst>
                                          <p:attrName>style.visibility</p:attrName>
                                        </p:attrNameLst>
                                      </p:cBhvr>
                                      <p:to>
                                        <p:strVal val="visible"/>
                                      </p:to>
                                    </p:set>
                                    <p:anim calcmode="lin" valueType="num">
                                      <p:cBhvr additive="base">
                                        <p:cTn id="12" dur="500"/>
                                        <p:tgtEl>
                                          <p:spTgt spid="1412"/>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18"/>
                                        </p:tgtEl>
                                        <p:attrNameLst>
                                          <p:attrName>style.visibility</p:attrName>
                                        </p:attrNameLst>
                                      </p:cBhvr>
                                      <p:to>
                                        <p:strVal val="visible"/>
                                      </p:to>
                                    </p:set>
                                  </p:childTnLst>
                                </p:cTn>
                              </p:par>
                            </p:childTnLst>
                          </p:cTn>
                        </p:par>
                        <p:par>
                          <p:cTn id="17" fill="hold">
                            <p:stCondLst>
                              <p:cond delay="0"/>
                            </p:stCondLst>
                            <p:childTnLst>
                              <p:par>
                                <p:cTn id="18" presetID="10" presetClass="entr" presetSubtype="0" fill="hold" nodeType="afterEffect">
                                  <p:stCondLst>
                                    <p:cond delay="0"/>
                                  </p:stCondLst>
                                  <p:childTnLst>
                                    <p:set>
                                      <p:cBhvr>
                                        <p:cTn id="19" dur="1" fill="hold">
                                          <p:stCondLst>
                                            <p:cond delay="0"/>
                                          </p:stCondLst>
                                        </p:cTn>
                                        <p:tgtEl>
                                          <p:spTgt spid="1411"/>
                                        </p:tgtEl>
                                        <p:attrNameLst>
                                          <p:attrName>style.visibility</p:attrName>
                                        </p:attrNameLst>
                                      </p:cBhvr>
                                      <p:to>
                                        <p:strVal val="visible"/>
                                      </p:to>
                                    </p:set>
                                    <p:animEffect transition="in" filter="fade">
                                      <p:cBhvr>
                                        <p:cTn id="20" dur="500"/>
                                        <p:tgtEl>
                                          <p:spTgt spid="141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27"/>
        <p:cNvGrpSpPr/>
        <p:nvPr/>
      </p:nvGrpSpPr>
      <p:grpSpPr>
        <a:xfrm>
          <a:off x="0" y="0"/>
          <a:ext cx="0" cy="0"/>
          <a:chOff x="0" y="0"/>
          <a:chExt cx="0" cy="0"/>
        </a:xfrm>
      </p:grpSpPr>
      <p:cxnSp>
        <p:nvCxnSpPr>
          <p:cNvPr id="1428" name="Google Shape;1428;p62"/>
          <p:cNvCxnSpPr/>
          <p:nvPr/>
        </p:nvCxnSpPr>
        <p:spPr>
          <a:xfrm>
            <a:off x="-249883" y="5125235"/>
            <a:ext cx="5303400" cy="0"/>
          </a:xfrm>
          <a:prstGeom prst="straightConnector1">
            <a:avLst/>
          </a:prstGeom>
          <a:noFill/>
          <a:ln w="38100" cap="flat" cmpd="sng">
            <a:solidFill>
              <a:srgbClr val="FFFFFF"/>
            </a:solidFill>
            <a:prstDash val="solid"/>
            <a:round/>
            <a:headEnd type="none" w="sm" len="sm"/>
            <a:tailEnd type="none" w="sm" len="sm"/>
          </a:ln>
        </p:spPr>
      </p:cxnSp>
      <p:grpSp>
        <p:nvGrpSpPr>
          <p:cNvPr id="1429" name="Google Shape;1429;p62"/>
          <p:cNvGrpSpPr/>
          <p:nvPr/>
        </p:nvGrpSpPr>
        <p:grpSpPr>
          <a:xfrm rot="10800000">
            <a:off x="15044545" y="-741632"/>
            <a:ext cx="7681773" cy="4261259"/>
            <a:chOff x="0" y="-38100"/>
            <a:chExt cx="406400" cy="225405"/>
          </a:xfrm>
        </p:grpSpPr>
        <p:sp>
          <p:nvSpPr>
            <p:cNvPr id="1430" name="Google Shape;1430;p62"/>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431" name="Google Shape;1431;p62"/>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432" name="Google Shape;1432;p62" descr="Books with solid fill"/>
          <p:cNvSpPr/>
          <p:nvPr/>
        </p:nvSpPr>
        <p:spPr>
          <a:xfrm>
            <a:off x="3241317" y="6938897"/>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1433" name="Google Shape;1433;p62"/>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1434" name="Google Shape;1434;p62"/>
          <p:cNvSpPr/>
          <p:nvPr/>
        </p:nvSpPr>
        <p:spPr>
          <a:xfrm>
            <a:off x="667277" y="184986"/>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5">
              <a:alphaModFix/>
            </a:blip>
            <a:stretch>
              <a:fillRect/>
            </a:stretch>
          </a:blipFill>
          <a:ln>
            <a:noFill/>
          </a:ln>
        </p:spPr>
      </p:sp>
      <p:sp>
        <p:nvSpPr>
          <p:cNvPr id="1435" name="Google Shape;1435;p62"/>
          <p:cNvSpPr txBox="1"/>
          <p:nvPr/>
        </p:nvSpPr>
        <p:spPr>
          <a:xfrm>
            <a:off x="667275" y="2552900"/>
            <a:ext cx="16494000" cy="5926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18345"/>
              </a:buClr>
              <a:buSzPts val="2200"/>
              <a:buFont typeface="Roboto"/>
              <a:buNone/>
            </a:pPr>
            <a:r>
              <a:rPr lang="en-US" sz="2200" b="1" i="0" strike="noStrike" cap="none">
                <a:solidFill>
                  <a:srgbClr val="018345"/>
                </a:solidFill>
                <a:latin typeface="Roboto"/>
                <a:ea typeface="Roboto"/>
                <a:cs typeface="Roboto"/>
                <a:sym typeface="Roboto"/>
              </a:rPr>
              <a:t>17. What does the man plan to write his paper on?</a:t>
            </a:r>
            <a:endParaRPr>
              <a:solidFill>
                <a:srgbClr val="018345"/>
              </a:solidFill>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A. The preservation of old books.					                    B. The local coal industry.</a:t>
            </a:r>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C. The famous archives librarian.				                    	D. The collection of rare books.</a:t>
            </a:r>
            <a:endParaRPr/>
          </a:p>
          <a:p>
            <a:pPr marL="0" marR="0" lvl="0" indent="0" algn="l" rtl="0">
              <a:lnSpc>
                <a:spcPct val="150000"/>
              </a:lnSpc>
              <a:spcBef>
                <a:spcPts val="0"/>
              </a:spcBef>
              <a:spcAft>
                <a:spcPts val="0"/>
              </a:spcAft>
              <a:buClr>
                <a:srgbClr val="018345"/>
              </a:buClr>
              <a:buSzPts val="2200"/>
              <a:buFont typeface="Roboto"/>
              <a:buNone/>
            </a:pPr>
            <a:r>
              <a:rPr lang="en-US" sz="2200" b="1" i="0" strike="noStrike" cap="none">
                <a:solidFill>
                  <a:srgbClr val="018345"/>
                </a:solidFill>
                <a:latin typeface="Roboto"/>
                <a:ea typeface="Roboto"/>
                <a:cs typeface="Roboto"/>
                <a:sym typeface="Roboto"/>
              </a:rPr>
              <a:t>18. What security procedures does the librarian tell the man he must follow?</a:t>
            </a:r>
            <a:endParaRPr>
              <a:solidFill>
                <a:srgbClr val="018345"/>
              </a:solidFill>
            </a:endParaRPr>
          </a:p>
          <a:p>
            <a:pPr marL="0" marR="0" lvl="0" indent="0" algn="l" rtl="0">
              <a:lnSpc>
                <a:spcPct val="150000"/>
              </a:lnSpc>
              <a:spcBef>
                <a:spcPts val="0"/>
              </a:spcBef>
              <a:spcAft>
                <a:spcPts val="0"/>
              </a:spcAft>
              <a:buNone/>
            </a:pPr>
            <a:r>
              <a:rPr lang="en-US" sz="2200">
                <a:latin typeface="Roboto"/>
                <a:ea typeface="Roboto"/>
                <a:cs typeface="Roboto"/>
                <a:sym typeface="Roboto"/>
              </a:rPr>
              <a:t>A. </a:t>
            </a:r>
            <a:r>
              <a:rPr lang="en-US" sz="2200" b="0" i="0" strike="noStrike" cap="none">
                <a:solidFill>
                  <a:srgbClr val="000000"/>
                </a:solidFill>
                <a:latin typeface="Roboto"/>
                <a:ea typeface="Roboto"/>
                <a:cs typeface="Roboto"/>
                <a:sym typeface="Roboto"/>
              </a:rPr>
              <a:t>Show her his note cards before leaving.		                    B. </a:t>
            </a:r>
            <a:r>
              <a:rPr lang="en-US" sz="2200">
                <a:latin typeface="Roboto"/>
                <a:ea typeface="Roboto"/>
                <a:cs typeface="Roboto"/>
                <a:sym typeface="Roboto"/>
              </a:rPr>
              <a:t>Show her his ID card.</a:t>
            </a:r>
            <a:endParaRPr sz="2200" b="0" i="0" strike="noStrike" cap="none">
              <a:solidFill>
                <a:srgbClr val="000000"/>
              </a:solidFill>
              <a:latin typeface="Roboto"/>
              <a:ea typeface="Roboto"/>
              <a:cs typeface="Roboto"/>
              <a:sym typeface="Roboto"/>
            </a:endParaRPr>
          </a:p>
          <a:p>
            <a:pPr marL="0" marR="0" lvl="0" indent="0" algn="l" rtl="0">
              <a:lnSpc>
                <a:spcPct val="150000"/>
              </a:lnSpc>
              <a:spcBef>
                <a:spcPts val="0"/>
              </a:spcBef>
              <a:spcAft>
                <a:spcPts val="0"/>
              </a:spcAft>
              <a:buNone/>
            </a:pPr>
            <a:r>
              <a:rPr lang="en-US" sz="2200">
                <a:latin typeface="Roboto"/>
                <a:ea typeface="Roboto"/>
                <a:cs typeface="Roboto"/>
                <a:sym typeface="Roboto"/>
              </a:rPr>
              <a:t>C. </a:t>
            </a:r>
            <a:r>
              <a:rPr lang="en-US" sz="2200" b="0" i="0" strike="noStrike" cap="none">
                <a:solidFill>
                  <a:srgbClr val="000000"/>
                </a:solidFill>
                <a:latin typeface="Roboto"/>
                <a:ea typeface="Roboto"/>
                <a:cs typeface="Roboto"/>
                <a:sym typeface="Roboto"/>
              </a:rPr>
              <a:t>Pay a fee.										                    </a:t>
            </a:r>
            <a:r>
              <a:rPr lang="en-US" sz="2200">
                <a:latin typeface="Roboto"/>
                <a:ea typeface="Roboto"/>
                <a:cs typeface="Roboto"/>
                <a:sym typeface="Roboto"/>
              </a:rPr>
              <a:t>C. </a:t>
            </a:r>
            <a:r>
              <a:rPr lang="en-US" sz="2200" b="0" i="0" strike="noStrike" cap="none">
                <a:solidFill>
                  <a:srgbClr val="000000"/>
                </a:solidFill>
                <a:latin typeface="Roboto"/>
                <a:ea typeface="Roboto"/>
                <a:cs typeface="Roboto"/>
                <a:sym typeface="Roboto"/>
              </a:rPr>
              <a:t>Allow his ID card to be copied; sign in and out of the archives room.</a:t>
            </a:r>
            <a:endParaRPr/>
          </a:p>
          <a:p>
            <a:pPr marL="0" marR="0" lvl="0" indent="0" algn="l" rtl="0">
              <a:lnSpc>
                <a:spcPct val="150000"/>
              </a:lnSpc>
              <a:spcBef>
                <a:spcPts val="0"/>
              </a:spcBef>
              <a:spcAft>
                <a:spcPts val="0"/>
              </a:spcAft>
              <a:buClr>
                <a:srgbClr val="018345"/>
              </a:buClr>
              <a:buSzPts val="2200"/>
              <a:buFont typeface="Roboto"/>
              <a:buNone/>
            </a:pPr>
            <a:r>
              <a:rPr lang="en-US" sz="2200" b="1" i="0" strike="noStrike" cap="none">
                <a:solidFill>
                  <a:srgbClr val="018345"/>
                </a:solidFill>
                <a:latin typeface="Roboto"/>
                <a:ea typeface="Roboto"/>
                <a:cs typeface="Roboto"/>
                <a:sym typeface="Roboto"/>
              </a:rPr>
              <a:t>19. Why did the librarian mention the age of the books?</a:t>
            </a:r>
            <a:endParaRPr>
              <a:solidFill>
                <a:srgbClr val="018345"/>
              </a:solidFill>
            </a:endParaRPr>
          </a:p>
          <a:p>
            <a:pPr marL="0" marR="0" lvl="0" indent="0" algn="l" rtl="0">
              <a:lnSpc>
                <a:spcPct val="150000"/>
              </a:lnSpc>
              <a:spcBef>
                <a:spcPts val="0"/>
              </a:spcBef>
              <a:spcAft>
                <a:spcPts val="0"/>
              </a:spcAft>
              <a:buNone/>
            </a:pPr>
            <a:r>
              <a:rPr lang="en-US" sz="2200">
                <a:latin typeface="Roboto"/>
                <a:ea typeface="Roboto"/>
                <a:cs typeface="Roboto"/>
                <a:sym typeface="Roboto"/>
              </a:rPr>
              <a:t>A. </a:t>
            </a:r>
            <a:r>
              <a:rPr lang="en-US" sz="2200" b="0" i="0" strike="noStrike" cap="none">
                <a:solidFill>
                  <a:srgbClr val="000000"/>
                </a:solidFill>
                <a:latin typeface="Roboto"/>
                <a:ea typeface="Roboto"/>
                <a:cs typeface="Roboto"/>
                <a:sym typeface="Roboto"/>
              </a:rPr>
              <a:t>They need to be handled with gloves.	</a:t>
            </a:r>
            <a:r>
              <a:rPr lang="en-US"/>
              <a:t>                                               </a:t>
            </a:r>
            <a:r>
              <a:rPr lang="en-US" sz="2200">
                <a:latin typeface="Roboto"/>
                <a:ea typeface="Roboto"/>
                <a:cs typeface="Roboto"/>
                <a:sym typeface="Roboto"/>
              </a:rPr>
              <a:t>B. </a:t>
            </a:r>
            <a:r>
              <a:rPr lang="en-US" sz="2200" b="0" i="0" strike="noStrike" cap="none">
                <a:solidFill>
                  <a:srgbClr val="000000"/>
                </a:solidFill>
                <a:latin typeface="Roboto"/>
                <a:ea typeface="Roboto"/>
                <a:cs typeface="Roboto"/>
                <a:sym typeface="Roboto"/>
              </a:rPr>
              <a:t>The man can only look at photographs of them.</a:t>
            </a:r>
            <a:endParaRPr/>
          </a:p>
          <a:p>
            <a:pPr marL="0" marR="0" lvl="0" indent="0" algn="l" rtl="0">
              <a:lnSpc>
                <a:spcPct val="150000"/>
              </a:lnSpc>
              <a:spcBef>
                <a:spcPts val="0"/>
              </a:spcBef>
              <a:spcAft>
                <a:spcPts val="0"/>
              </a:spcAft>
              <a:buNone/>
            </a:pPr>
            <a:r>
              <a:rPr lang="en-US" sz="2200">
                <a:latin typeface="Roboto"/>
                <a:ea typeface="Roboto"/>
                <a:cs typeface="Roboto"/>
                <a:sym typeface="Roboto"/>
              </a:rPr>
              <a:t>C. </a:t>
            </a:r>
            <a:r>
              <a:rPr lang="en-US" sz="2200" b="0" i="0" strike="noStrike" cap="none">
                <a:solidFill>
                  <a:srgbClr val="000000"/>
                </a:solidFill>
                <a:latin typeface="Roboto"/>
                <a:ea typeface="Roboto"/>
                <a:cs typeface="Roboto"/>
                <a:sym typeface="Roboto"/>
              </a:rPr>
              <a:t>They were added to the collection recently.	</a:t>
            </a:r>
            <a:r>
              <a:rPr lang="en-US"/>
              <a:t>                            </a:t>
            </a:r>
            <a:r>
              <a:rPr lang="en-US" sz="2200">
                <a:latin typeface="Roboto"/>
                <a:ea typeface="Roboto"/>
                <a:cs typeface="Roboto"/>
                <a:sym typeface="Roboto"/>
              </a:rPr>
              <a:t>D. </a:t>
            </a:r>
            <a:r>
              <a:rPr lang="en-US" sz="2200" b="0" i="0" strike="noStrike" cap="none">
                <a:solidFill>
                  <a:srgbClr val="000000"/>
                </a:solidFill>
                <a:latin typeface="Roboto"/>
                <a:ea typeface="Roboto"/>
                <a:cs typeface="Roboto"/>
                <a:sym typeface="Roboto"/>
              </a:rPr>
              <a:t>They are value books.</a:t>
            </a:r>
            <a:endParaRPr/>
          </a:p>
          <a:p>
            <a:pPr marL="0" marR="0" lvl="0" indent="0" algn="l" rtl="0">
              <a:lnSpc>
                <a:spcPct val="150000"/>
              </a:lnSpc>
              <a:spcBef>
                <a:spcPts val="0"/>
              </a:spcBef>
              <a:spcAft>
                <a:spcPts val="0"/>
              </a:spcAft>
              <a:buClr>
                <a:srgbClr val="018345"/>
              </a:buClr>
              <a:buSzPts val="2200"/>
              <a:buFont typeface="Roboto"/>
              <a:buNone/>
            </a:pPr>
            <a:r>
              <a:rPr lang="en-US" sz="2200" b="1" i="0" strike="noStrike" cap="none">
                <a:solidFill>
                  <a:srgbClr val="018345"/>
                </a:solidFill>
                <a:latin typeface="Roboto"/>
                <a:ea typeface="Roboto"/>
                <a:cs typeface="Roboto"/>
                <a:sym typeface="Roboto"/>
              </a:rPr>
              <a:t>20. How did the man </a:t>
            </a:r>
            <a:r>
              <a:rPr lang="en-US" sz="2200" b="1">
                <a:solidFill>
                  <a:srgbClr val="018345"/>
                </a:solidFill>
                <a:latin typeface="Roboto"/>
                <a:ea typeface="Roboto"/>
                <a:cs typeface="Roboto"/>
                <a:sym typeface="Roboto"/>
              </a:rPr>
              <a:t>want </a:t>
            </a:r>
            <a:r>
              <a:rPr lang="en-US" sz="2200" b="1" i="0" strike="noStrike" cap="none">
                <a:solidFill>
                  <a:srgbClr val="018345"/>
                </a:solidFill>
                <a:latin typeface="Roboto"/>
                <a:ea typeface="Roboto"/>
                <a:cs typeface="Roboto"/>
                <a:sym typeface="Roboto"/>
              </a:rPr>
              <a:t>collect his needed information about his paper?</a:t>
            </a:r>
            <a:endParaRPr>
              <a:solidFill>
                <a:srgbClr val="018345"/>
              </a:solidFill>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A. He took a picture.					                                  	B. He scanned these images.</a:t>
            </a:r>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C. He could just look them.			                                     	D. He photocopied these books.</a:t>
            </a:r>
            <a:endParaRPr/>
          </a:p>
        </p:txBody>
      </p:sp>
      <p:sp>
        <p:nvSpPr>
          <p:cNvPr id="1436" name="Google Shape;1436;p62"/>
          <p:cNvSpPr txBox="1"/>
          <p:nvPr/>
        </p:nvSpPr>
        <p:spPr>
          <a:xfrm>
            <a:off x="667277" y="1081765"/>
            <a:ext cx="12090000" cy="431100"/>
          </a:xfrm>
          <a:prstGeom prst="rect">
            <a:avLst/>
          </a:prstGeom>
          <a:noFill/>
          <a:ln>
            <a:noFill/>
          </a:ln>
        </p:spPr>
        <p:txBody>
          <a:bodyPr spcFirstLastPara="1" wrap="square" lIns="0" tIns="0" rIns="0" bIns="0" anchor="t" anchorCtr="0">
            <a:spAutoFit/>
          </a:bodyPr>
          <a:lstStyle/>
          <a:p>
            <a:pPr marL="0" marR="0" lvl="0" indent="0" algn="just" rtl="0">
              <a:lnSpc>
                <a:spcPct val="128571"/>
              </a:lnSpc>
              <a:spcBef>
                <a:spcPts val="0"/>
              </a:spcBef>
              <a:spcAft>
                <a:spcPts val="0"/>
              </a:spcAft>
              <a:buClr>
                <a:srgbClr val="018345"/>
              </a:buClr>
              <a:buSzPts val="2800"/>
              <a:buFont typeface="Roboto"/>
              <a:buNone/>
            </a:pPr>
            <a:r>
              <a:rPr lang="en-US" sz="2800" b="1" i="0" u="none" strike="noStrike" cap="none">
                <a:solidFill>
                  <a:srgbClr val="018345"/>
                </a:solidFill>
                <a:latin typeface="Roboto"/>
                <a:ea typeface="Roboto"/>
                <a:cs typeface="Roboto"/>
                <a:sym typeface="Roboto"/>
              </a:rPr>
              <a:t>Conversation 3.</a:t>
            </a:r>
            <a:r>
              <a:rPr lang="en-US" sz="2800" b="1">
                <a:solidFill>
                  <a:srgbClr val="018345"/>
                </a:solidFill>
                <a:latin typeface="Roboto"/>
                <a:ea typeface="Roboto"/>
                <a:cs typeface="Roboto"/>
                <a:sym typeface="Roboto"/>
              </a:rPr>
              <a:t> Listen to part of a conversation at a university library.</a:t>
            </a:r>
            <a:endParaRPr/>
          </a:p>
        </p:txBody>
      </p:sp>
      <p:grpSp>
        <p:nvGrpSpPr>
          <p:cNvPr id="1437" name="Google Shape;1437;p62"/>
          <p:cNvGrpSpPr/>
          <p:nvPr/>
        </p:nvGrpSpPr>
        <p:grpSpPr>
          <a:xfrm>
            <a:off x="-2718010" y="10097964"/>
            <a:ext cx="7950378" cy="1418842"/>
            <a:chOff x="0" y="0"/>
            <a:chExt cx="10600504" cy="1891537"/>
          </a:xfrm>
        </p:grpSpPr>
        <p:sp>
          <p:nvSpPr>
            <p:cNvPr id="1438" name="Google Shape;1438;p62"/>
            <p:cNvSpPr/>
            <p:nvPr/>
          </p:nvSpPr>
          <p:spPr>
            <a:xfrm>
              <a:off x="0" y="0"/>
              <a:ext cx="10600504" cy="1891537"/>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439" name="Google Shape;1439;p62"/>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440" name="Google Shape;1440;p62"/>
          <p:cNvSpPr txBox="1"/>
          <p:nvPr/>
        </p:nvSpPr>
        <p:spPr>
          <a:xfrm>
            <a:off x="667275" y="1809375"/>
            <a:ext cx="4676700" cy="64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solidFill>
                  <a:schemeClr val="dk1"/>
                </a:solidFill>
                <a:latin typeface="Montserrat"/>
                <a:ea typeface="Montserrat"/>
                <a:cs typeface="Montserrat"/>
                <a:sym typeface="Montserrat"/>
              </a:rPr>
              <a:t>Part 2 - conversation 3 audio</a:t>
            </a:r>
            <a:endParaRPr sz="2200" b="1">
              <a:solidFill>
                <a:schemeClr val="dk1"/>
              </a:solidFill>
              <a:latin typeface="Montserrat"/>
              <a:ea typeface="Montserrat"/>
              <a:cs typeface="Montserrat"/>
              <a:sym typeface="Montserrat"/>
            </a:endParaRPr>
          </a:p>
        </p:txBody>
      </p:sp>
      <p:pic>
        <p:nvPicPr>
          <p:cNvPr id="1441" name="Google Shape;1441;p62" title="03. Part 2 - Conversation 3">
            <a:hlinkClick r:id="rId6"/>
          </p:cNvPr>
          <p:cNvPicPr preferRelativeResize="0"/>
          <p:nvPr/>
        </p:nvPicPr>
        <p:blipFill>
          <a:blip r:embed="rId7">
            <a:alphaModFix/>
          </a:blip>
          <a:stretch>
            <a:fillRect/>
          </a:stretch>
        </p:blipFill>
        <p:spPr>
          <a:xfrm>
            <a:off x="5232375" y="1571649"/>
            <a:ext cx="887450" cy="887450"/>
          </a:xfrm>
          <a:prstGeom prst="rect">
            <a:avLst/>
          </a:prstGeom>
          <a:noFill/>
          <a:ln>
            <a:noFill/>
          </a:ln>
        </p:spPr>
      </p:pic>
      <p:sp>
        <p:nvSpPr>
          <p:cNvPr id="1442" name="Google Shape;1442;p62"/>
          <p:cNvSpPr txBox="1"/>
          <p:nvPr/>
        </p:nvSpPr>
        <p:spPr>
          <a:xfrm>
            <a:off x="1532400" y="240713"/>
            <a:ext cx="122103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18345"/>
                </a:solidFill>
                <a:latin typeface="Montserrat"/>
                <a:ea typeface="Montserrat"/>
                <a:cs typeface="Montserrat"/>
                <a:sym typeface="Montserrat"/>
              </a:rPr>
              <a:t>06. </a:t>
            </a:r>
            <a:r>
              <a:rPr lang="en-US" sz="4504" b="1" i="0" u="none" strike="noStrike" cap="none">
                <a:solidFill>
                  <a:srgbClr val="018345"/>
                </a:solidFill>
                <a:latin typeface="Montserrat"/>
                <a:ea typeface="Montserrat"/>
                <a:cs typeface="Montserrat"/>
                <a:sym typeface="Montserrat"/>
              </a:rPr>
              <a:t>Listening Practice: P</a:t>
            </a:r>
            <a:r>
              <a:rPr lang="en-US" sz="4504" b="1">
                <a:solidFill>
                  <a:srgbClr val="018345"/>
                </a:solidFill>
                <a:latin typeface="Montserrat"/>
                <a:ea typeface="Montserrat"/>
                <a:cs typeface="Montserrat"/>
                <a:sym typeface="Montserrat"/>
              </a:rPr>
              <a:t>art 2</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36"/>
                                        </p:tgtEl>
                                        <p:attrNameLst>
                                          <p:attrName>style.visibility</p:attrName>
                                        </p:attrNameLst>
                                      </p:cBhvr>
                                      <p:to>
                                        <p:strVal val="visible"/>
                                      </p:to>
                                    </p:set>
                                    <p:anim calcmode="lin" valueType="num">
                                      <p:cBhvr additive="base">
                                        <p:cTn id="7" dur="500"/>
                                        <p:tgtEl>
                                          <p:spTgt spid="1436"/>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440"/>
                                        </p:tgtEl>
                                        <p:attrNameLst>
                                          <p:attrName>style.visibility</p:attrName>
                                        </p:attrNameLst>
                                      </p:cBhvr>
                                      <p:to>
                                        <p:strVal val="visible"/>
                                      </p:to>
                                    </p:set>
                                  </p:childTnLst>
                                </p:cTn>
                              </p:par>
                            </p:childTnLst>
                          </p:cTn>
                        </p:par>
                        <p:par>
                          <p:cTn id="12" fill="hold">
                            <p:stCondLst>
                              <p:cond delay="0"/>
                            </p:stCondLst>
                            <p:childTnLst>
                              <p:par>
                                <p:cTn id="13" presetID="10" presetClass="entr" presetSubtype="0" fill="hold" nodeType="afterEffect">
                                  <p:stCondLst>
                                    <p:cond delay="0"/>
                                  </p:stCondLst>
                                  <p:childTnLst>
                                    <p:set>
                                      <p:cBhvr>
                                        <p:cTn id="14" dur="1" fill="hold">
                                          <p:stCondLst>
                                            <p:cond delay="0"/>
                                          </p:stCondLst>
                                        </p:cTn>
                                        <p:tgtEl>
                                          <p:spTgt spid="1435"/>
                                        </p:tgtEl>
                                        <p:attrNameLst>
                                          <p:attrName>style.visibility</p:attrName>
                                        </p:attrNameLst>
                                      </p:cBhvr>
                                      <p:to>
                                        <p:strVal val="visible"/>
                                      </p:to>
                                    </p:set>
                                    <p:animEffect transition="in" filter="fade">
                                      <p:cBhvr>
                                        <p:cTn id="15" dur="500"/>
                                        <p:tgtEl>
                                          <p:spTgt spid="1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46"/>
        <p:cNvGrpSpPr/>
        <p:nvPr/>
      </p:nvGrpSpPr>
      <p:grpSpPr>
        <a:xfrm>
          <a:off x="0" y="0"/>
          <a:ext cx="0" cy="0"/>
          <a:chOff x="0" y="0"/>
          <a:chExt cx="0" cy="0"/>
        </a:xfrm>
      </p:grpSpPr>
      <p:cxnSp>
        <p:nvCxnSpPr>
          <p:cNvPr id="1447" name="Google Shape;1447;p63"/>
          <p:cNvCxnSpPr/>
          <p:nvPr/>
        </p:nvCxnSpPr>
        <p:spPr>
          <a:xfrm>
            <a:off x="-249883" y="5125235"/>
            <a:ext cx="5303400" cy="0"/>
          </a:xfrm>
          <a:prstGeom prst="straightConnector1">
            <a:avLst/>
          </a:prstGeom>
          <a:noFill/>
          <a:ln w="38100" cap="flat" cmpd="sng">
            <a:solidFill>
              <a:srgbClr val="FFFFFF"/>
            </a:solidFill>
            <a:prstDash val="solid"/>
            <a:round/>
            <a:headEnd type="none" w="sm" len="sm"/>
            <a:tailEnd type="none" w="sm" len="sm"/>
          </a:ln>
        </p:spPr>
      </p:cxnSp>
      <p:grpSp>
        <p:nvGrpSpPr>
          <p:cNvPr id="1448" name="Google Shape;1448;p63"/>
          <p:cNvGrpSpPr/>
          <p:nvPr/>
        </p:nvGrpSpPr>
        <p:grpSpPr>
          <a:xfrm rot="10800000">
            <a:off x="15044545" y="-741632"/>
            <a:ext cx="7681773" cy="4261259"/>
            <a:chOff x="0" y="-38100"/>
            <a:chExt cx="406400" cy="225405"/>
          </a:xfrm>
        </p:grpSpPr>
        <p:sp>
          <p:nvSpPr>
            <p:cNvPr id="1449" name="Google Shape;1449;p63"/>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450" name="Google Shape;1450;p63"/>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451" name="Google Shape;1451;p63" descr="Books with solid fill"/>
          <p:cNvSpPr/>
          <p:nvPr/>
        </p:nvSpPr>
        <p:spPr>
          <a:xfrm>
            <a:off x="3241317" y="6938897"/>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1452" name="Google Shape;1452;p63"/>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1453" name="Google Shape;1453;p63"/>
          <p:cNvSpPr/>
          <p:nvPr/>
        </p:nvSpPr>
        <p:spPr>
          <a:xfrm>
            <a:off x="667277" y="184986"/>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5">
              <a:alphaModFix/>
            </a:blip>
            <a:stretch>
              <a:fillRect/>
            </a:stretch>
          </a:blipFill>
          <a:ln>
            <a:noFill/>
          </a:ln>
        </p:spPr>
      </p:sp>
      <p:sp>
        <p:nvSpPr>
          <p:cNvPr id="1454" name="Google Shape;1454;p63"/>
          <p:cNvSpPr txBox="1"/>
          <p:nvPr/>
        </p:nvSpPr>
        <p:spPr>
          <a:xfrm>
            <a:off x="751051" y="2025103"/>
            <a:ext cx="11659800" cy="7957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rgbClr val="018345"/>
              </a:buClr>
              <a:buSzPts val="2200"/>
              <a:buFont typeface="Roboto"/>
              <a:buNone/>
            </a:pPr>
            <a:r>
              <a:rPr lang="en-US" sz="2200" b="1" i="0" strike="noStrike" cap="none">
                <a:solidFill>
                  <a:srgbClr val="018345"/>
                </a:solidFill>
                <a:latin typeface="Roboto"/>
                <a:ea typeface="Roboto"/>
                <a:cs typeface="Roboto"/>
                <a:sym typeface="Roboto"/>
              </a:rPr>
              <a:t>17. What does the man plan to write his paper on?</a:t>
            </a:r>
            <a:endParaRPr>
              <a:solidFill>
                <a:srgbClr val="018345"/>
              </a:solidFill>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A. The preservation of old books.					B. The local coal industry.</a:t>
            </a:r>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C. The famous archives librarian.					D. The collection of rare books.</a:t>
            </a:r>
            <a:endParaRPr/>
          </a:p>
          <a:p>
            <a:pPr marL="0" marR="0" lvl="0" indent="0" algn="l" rtl="0">
              <a:lnSpc>
                <a:spcPct val="150000"/>
              </a:lnSpc>
              <a:spcBef>
                <a:spcPts val="0"/>
              </a:spcBef>
              <a:spcAft>
                <a:spcPts val="0"/>
              </a:spcAft>
              <a:buClr>
                <a:srgbClr val="018345"/>
              </a:buClr>
              <a:buSzPts val="2200"/>
              <a:buFont typeface="Roboto"/>
              <a:buNone/>
            </a:pPr>
            <a:r>
              <a:rPr lang="en-US" sz="2200" b="1" i="0" strike="noStrike" cap="none">
                <a:solidFill>
                  <a:srgbClr val="018345"/>
                </a:solidFill>
                <a:latin typeface="Roboto"/>
                <a:ea typeface="Roboto"/>
                <a:cs typeface="Roboto"/>
                <a:sym typeface="Roboto"/>
              </a:rPr>
              <a:t>18. What security procedures does the librarian tell the man he must follow?</a:t>
            </a:r>
            <a:endParaRPr>
              <a:solidFill>
                <a:srgbClr val="018345"/>
              </a:solidFill>
            </a:endParaRPr>
          </a:p>
          <a:p>
            <a:pPr marL="457200" marR="0" lvl="0" indent="-368300" algn="l" rtl="0">
              <a:lnSpc>
                <a:spcPct val="150000"/>
              </a:lnSpc>
              <a:spcBef>
                <a:spcPts val="0"/>
              </a:spcBef>
              <a:spcAft>
                <a:spcPts val="0"/>
              </a:spcAft>
              <a:buClr>
                <a:srgbClr val="000000"/>
              </a:buClr>
              <a:buSzPts val="2200"/>
              <a:buFont typeface="Roboto"/>
              <a:buAutoNum type="alphaUcPeriod"/>
            </a:pPr>
            <a:r>
              <a:rPr lang="en-US" sz="2200" b="0" i="0" strike="noStrike" cap="none">
                <a:solidFill>
                  <a:srgbClr val="000000"/>
                </a:solidFill>
                <a:latin typeface="Roboto"/>
                <a:ea typeface="Roboto"/>
                <a:cs typeface="Roboto"/>
                <a:sym typeface="Roboto"/>
              </a:rPr>
              <a:t>Show her his note cards before leaving.		</a:t>
            </a:r>
            <a:endParaRPr sz="2200" b="0" i="0" strike="noStrike" cap="none">
              <a:solidFill>
                <a:srgbClr val="000000"/>
              </a:solidFill>
              <a:latin typeface="Roboto"/>
              <a:ea typeface="Roboto"/>
              <a:cs typeface="Roboto"/>
              <a:sym typeface="Roboto"/>
            </a:endParaRPr>
          </a:p>
          <a:p>
            <a:pPr marL="457200" marR="0" lvl="0" indent="-368300" algn="l" rtl="0">
              <a:lnSpc>
                <a:spcPct val="150000"/>
              </a:lnSpc>
              <a:spcBef>
                <a:spcPts val="0"/>
              </a:spcBef>
              <a:spcAft>
                <a:spcPts val="0"/>
              </a:spcAft>
              <a:buClr>
                <a:srgbClr val="000000"/>
              </a:buClr>
              <a:buSzPts val="2200"/>
              <a:buFont typeface="Roboto"/>
              <a:buAutoNum type="alphaUcPeriod"/>
            </a:pPr>
            <a:r>
              <a:rPr lang="en-US" sz="2200" b="0" i="0" strike="noStrike" cap="none">
                <a:solidFill>
                  <a:srgbClr val="000000"/>
                </a:solidFill>
                <a:latin typeface="Roboto"/>
                <a:ea typeface="Roboto"/>
                <a:cs typeface="Roboto"/>
                <a:sym typeface="Roboto"/>
              </a:rPr>
              <a:t>Show her his ID card.</a:t>
            </a:r>
            <a:endParaRPr/>
          </a:p>
          <a:p>
            <a:pPr marL="457200" marR="0" lvl="0" indent="-368300" algn="l" rtl="0">
              <a:lnSpc>
                <a:spcPct val="150000"/>
              </a:lnSpc>
              <a:spcBef>
                <a:spcPts val="0"/>
              </a:spcBef>
              <a:spcAft>
                <a:spcPts val="0"/>
              </a:spcAft>
              <a:buClr>
                <a:srgbClr val="000000"/>
              </a:buClr>
              <a:buSzPts val="2200"/>
              <a:buFont typeface="Roboto"/>
              <a:buAutoNum type="alphaUcPeriod"/>
            </a:pPr>
            <a:r>
              <a:rPr lang="en-US" sz="2200" b="0" i="0" strike="noStrike" cap="none">
                <a:solidFill>
                  <a:srgbClr val="000000"/>
                </a:solidFill>
                <a:latin typeface="Roboto"/>
                <a:ea typeface="Roboto"/>
                <a:cs typeface="Roboto"/>
                <a:sym typeface="Roboto"/>
              </a:rPr>
              <a:t>Pay a fee.										</a:t>
            </a:r>
            <a:endParaRPr sz="2200">
              <a:latin typeface="Roboto"/>
              <a:ea typeface="Roboto"/>
              <a:cs typeface="Roboto"/>
              <a:sym typeface="Roboto"/>
            </a:endParaRPr>
          </a:p>
          <a:p>
            <a:pPr marL="457200" marR="0" lvl="0" indent="-368300" algn="l" rtl="0">
              <a:lnSpc>
                <a:spcPct val="150000"/>
              </a:lnSpc>
              <a:spcBef>
                <a:spcPts val="0"/>
              </a:spcBef>
              <a:spcAft>
                <a:spcPts val="0"/>
              </a:spcAft>
              <a:buClr>
                <a:srgbClr val="000000"/>
              </a:buClr>
              <a:buSzPts val="2200"/>
              <a:buFont typeface="Roboto"/>
              <a:buAutoNum type="alphaUcPeriod"/>
            </a:pPr>
            <a:r>
              <a:rPr lang="en-US" sz="2200" b="0" i="0" strike="noStrike" cap="none">
                <a:solidFill>
                  <a:srgbClr val="000000"/>
                </a:solidFill>
                <a:latin typeface="Roboto"/>
                <a:ea typeface="Roboto"/>
                <a:cs typeface="Roboto"/>
                <a:sym typeface="Roboto"/>
              </a:rPr>
              <a:t>Allow his ID card to be copied; sign in and out of the archives room.</a:t>
            </a:r>
            <a:endParaRPr/>
          </a:p>
          <a:p>
            <a:pPr marL="0" marR="0" lvl="0" indent="0" algn="l" rtl="0">
              <a:lnSpc>
                <a:spcPct val="150000"/>
              </a:lnSpc>
              <a:spcBef>
                <a:spcPts val="0"/>
              </a:spcBef>
              <a:spcAft>
                <a:spcPts val="0"/>
              </a:spcAft>
              <a:buClr>
                <a:srgbClr val="018345"/>
              </a:buClr>
              <a:buSzPts val="2200"/>
              <a:buFont typeface="Roboto"/>
              <a:buNone/>
            </a:pPr>
            <a:r>
              <a:rPr lang="en-US" sz="2200" b="1" i="0" strike="noStrike" cap="none">
                <a:solidFill>
                  <a:srgbClr val="018345"/>
                </a:solidFill>
                <a:latin typeface="Roboto"/>
                <a:ea typeface="Roboto"/>
                <a:cs typeface="Roboto"/>
                <a:sym typeface="Roboto"/>
              </a:rPr>
              <a:t>19. Why did the librarian mention the age of the books?</a:t>
            </a:r>
            <a:endParaRPr>
              <a:solidFill>
                <a:srgbClr val="018345"/>
              </a:solidFill>
            </a:endParaRPr>
          </a:p>
          <a:p>
            <a:pPr marL="457200" marR="0" lvl="0" indent="-368300" algn="l" rtl="0">
              <a:lnSpc>
                <a:spcPct val="150000"/>
              </a:lnSpc>
              <a:spcBef>
                <a:spcPts val="0"/>
              </a:spcBef>
              <a:spcAft>
                <a:spcPts val="0"/>
              </a:spcAft>
              <a:buClr>
                <a:srgbClr val="000000"/>
              </a:buClr>
              <a:buSzPts val="2200"/>
              <a:buFont typeface="Roboto"/>
              <a:buAutoNum type="alphaUcPeriod"/>
            </a:pPr>
            <a:r>
              <a:rPr lang="en-US" sz="2200" b="0" i="0" strike="noStrike" cap="none">
                <a:solidFill>
                  <a:srgbClr val="000000"/>
                </a:solidFill>
                <a:latin typeface="Roboto"/>
                <a:ea typeface="Roboto"/>
                <a:cs typeface="Roboto"/>
                <a:sym typeface="Roboto"/>
              </a:rPr>
              <a:t>They need to be handled with gloves.	</a:t>
            </a:r>
            <a:endParaRPr/>
          </a:p>
          <a:p>
            <a:pPr marL="457200" marR="0" lvl="0" indent="-368300" algn="l" rtl="0">
              <a:lnSpc>
                <a:spcPct val="150000"/>
              </a:lnSpc>
              <a:spcBef>
                <a:spcPts val="0"/>
              </a:spcBef>
              <a:spcAft>
                <a:spcPts val="0"/>
              </a:spcAft>
              <a:buClr>
                <a:srgbClr val="000000"/>
              </a:buClr>
              <a:buSzPts val="2200"/>
              <a:buFont typeface="Roboto"/>
              <a:buAutoNum type="alphaUcPeriod"/>
            </a:pPr>
            <a:r>
              <a:rPr lang="en-US" sz="2200" b="0" i="0" strike="noStrike" cap="none">
                <a:solidFill>
                  <a:srgbClr val="000000"/>
                </a:solidFill>
                <a:latin typeface="Roboto"/>
                <a:ea typeface="Roboto"/>
                <a:cs typeface="Roboto"/>
                <a:sym typeface="Roboto"/>
              </a:rPr>
              <a:t>The man can only look at photographs of them.</a:t>
            </a:r>
            <a:endParaRPr/>
          </a:p>
          <a:p>
            <a:pPr marL="457200" marR="0" lvl="0" indent="-368300" algn="l" rtl="0">
              <a:lnSpc>
                <a:spcPct val="150000"/>
              </a:lnSpc>
              <a:spcBef>
                <a:spcPts val="0"/>
              </a:spcBef>
              <a:spcAft>
                <a:spcPts val="0"/>
              </a:spcAft>
              <a:buClr>
                <a:srgbClr val="000000"/>
              </a:buClr>
              <a:buSzPts val="2200"/>
              <a:buFont typeface="Roboto"/>
              <a:buAutoNum type="alphaUcPeriod"/>
            </a:pPr>
            <a:r>
              <a:rPr lang="en-US" sz="2200" b="0" i="0" strike="noStrike" cap="none">
                <a:solidFill>
                  <a:srgbClr val="000000"/>
                </a:solidFill>
                <a:latin typeface="Roboto"/>
                <a:ea typeface="Roboto"/>
                <a:cs typeface="Roboto"/>
                <a:sym typeface="Roboto"/>
              </a:rPr>
              <a:t>They were added to the collection recently.	</a:t>
            </a:r>
            <a:endParaRPr/>
          </a:p>
          <a:p>
            <a:pPr marL="457200" marR="0" lvl="0" indent="-368300" algn="l" rtl="0">
              <a:lnSpc>
                <a:spcPct val="150000"/>
              </a:lnSpc>
              <a:spcBef>
                <a:spcPts val="0"/>
              </a:spcBef>
              <a:spcAft>
                <a:spcPts val="0"/>
              </a:spcAft>
              <a:buClr>
                <a:srgbClr val="000000"/>
              </a:buClr>
              <a:buSzPts val="2200"/>
              <a:buFont typeface="Roboto"/>
              <a:buAutoNum type="alphaUcPeriod"/>
            </a:pPr>
            <a:r>
              <a:rPr lang="en-US" sz="2200" b="0" i="0" strike="noStrike" cap="none">
                <a:solidFill>
                  <a:srgbClr val="000000"/>
                </a:solidFill>
                <a:latin typeface="Roboto"/>
                <a:ea typeface="Roboto"/>
                <a:cs typeface="Roboto"/>
                <a:sym typeface="Roboto"/>
              </a:rPr>
              <a:t>They are value books.</a:t>
            </a:r>
            <a:endParaRPr/>
          </a:p>
          <a:p>
            <a:pPr marL="0" marR="0" lvl="0" indent="0" algn="l" rtl="0">
              <a:lnSpc>
                <a:spcPct val="150000"/>
              </a:lnSpc>
              <a:spcBef>
                <a:spcPts val="0"/>
              </a:spcBef>
              <a:spcAft>
                <a:spcPts val="0"/>
              </a:spcAft>
              <a:buClr>
                <a:srgbClr val="018345"/>
              </a:buClr>
              <a:buSzPts val="2200"/>
              <a:buFont typeface="Roboto"/>
              <a:buNone/>
            </a:pPr>
            <a:r>
              <a:rPr lang="en-US" sz="2200" b="1" i="0" strike="noStrike" cap="none">
                <a:solidFill>
                  <a:srgbClr val="018345"/>
                </a:solidFill>
                <a:latin typeface="Roboto"/>
                <a:ea typeface="Roboto"/>
                <a:cs typeface="Roboto"/>
                <a:sym typeface="Roboto"/>
              </a:rPr>
              <a:t>20. How did the man </a:t>
            </a:r>
            <a:r>
              <a:rPr lang="en-US" sz="2200" b="1">
                <a:solidFill>
                  <a:srgbClr val="018345"/>
                </a:solidFill>
                <a:latin typeface="Roboto"/>
                <a:ea typeface="Roboto"/>
                <a:cs typeface="Roboto"/>
                <a:sym typeface="Roboto"/>
              </a:rPr>
              <a:t>want </a:t>
            </a:r>
            <a:r>
              <a:rPr lang="en-US" sz="2200" b="1" i="0" strike="noStrike" cap="none">
                <a:solidFill>
                  <a:srgbClr val="018345"/>
                </a:solidFill>
                <a:latin typeface="Roboto"/>
                <a:ea typeface="Roboto"/>
                <a:cs typeface="Roboto"/>
                <a:sym typeface="Roboto"/>
              </a:rPr>
              <a:t>collect his needed information about his paper?</a:t>
            </a:r>
            <a:endParaRPr>
              <a:solidFill>
                <a:srgbClr val="018345"/>
              </a:solidFill>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A. He took a picture.						B. He scanned these images.</a:t>
            </a:r>
            <a:endParaRPr/>
          </a:p>
          <a:p>
            <a:pPr marL="0" marR="0" lvl="0" indent="0" algn="l" rtl="0">
              <a:lnSpc>
                <a:spcPct val="150000"/>
              </a:lnSpc>
              <a:spcBef>
                <a:spcPts val="0"/>
              </a:spcBef>
              <a:spcAft>
                <a:spcPts val="0"/>
              </a:spcAft>
              <a:buClr>
                <a:srgbClr val="000000"/>
              </a:buClr>
              <a:buSzPts val="2200"/>
              <a:buFont typeface="Roboto"/>
              <a:buNone/>
            </a:pPr>
            <a:r>
              <a:rPr lang="en-US" sz="2200" b="0" i="0" strike="noStrike" cap="none">
                <a:solidFill>
                  <a:srgbClr val="000000"/>
                </a:solidFill>
                <a:latin typeface="Roboto"/>
                <a:ea typeface="Roboto"/>
                <a:cs typeface="Roboto"/>
                <a:sym typeface="Roboto"/>
              </a:rPr>
              <a:t>C. He could just look them.				D. He photocopied these books.</a:t>
            </a:r>
            <a:endParaRPr/>
          </a:p>
        </p:txBody>
      </p:sp>
      <p:sp>
        <p:nvSpPr>
          <p:cNvPr id="1455" name="Google Shape;1455;p63"/>
          <p:cNvSpPr txBox="1"/>
          <p:nvPr/>
        </p:nvSpPr>
        <p:spPr>
          <a:xfrm>
            <a:off x="667277" y="1081765"/>
            <a:ext cx="12090000" cy="431100"/>
          </a:xfrm>
          <a:prstGeom prst="rect">
            <a:avLst/>
          </a:prstGeom>
          <a:noFill/>
          <a:ln>
            <a:noFill/>
          </a:ln>
        </p:spPr>
        <p:txBody>
          <a:bodyPr spcFirstLastPara="1" wrap="square" lIns="0" tIns="0" rIns="0" bIns="0" anchor="t" anchorCtr="0">
            <a:spAutoFit/>
          </a:bodyPr>
          <a:lstStyle/>
          <a:p>
            <a:pPr marL="0" marR="0" lvl="0" indent="0" algn="just" rtl="0">
              <a:lnSpc>
                <a:spcPct val="128571"/>
              </a:lnSpc>
              <a:spcBef>
                <a:spcPts val="0"/>
              </a:spcBef>
              <a:spcAft>
                <a:spcPts val="0"/>
              </a:spcAft>
              <a:buClr>
                <a:srgbClr val="018345"/>
              </a:buClr>
              <a:buSzPts val="2800"/>
              <a:buFont typeface="Roboto"/>
              <a:buNone/>
            </a:pPr>
            <a:r>
              <a:rPr lang="en-US" sz="2800" b="1" i="0" u="none" strike="noStrike" cap="none">
                <a:solidFill>
                  <a:srgbClr val="018345"/>
                </a:solidFill>
                <a:latin typeface="Roboto"/>
                <a:ea typeface="Roboto"/>
                <a:cs typeface="Roboto"/>
                <a:sym typeface="Roboto"/>
              </a:rPr>
              <a:t>Conversation 3.</a:t>
            </a:r>
            <a:r>
              <a:rPr lang="en-US" sz="2800" b="1">
                <a:solidFill>
                  <a:srgbClr val="018345"/>
                </a:solidFill>
                <a:latin typeface="Roboto"/>
                <a:ea typeface="Roboto"/>
                <a:cs typeface="Roboto"/>
                <a:sym typeface="Roboto"/>
              </a:rPr>
              <a:t> Listen to part of a conversation at a university library.</a:t>
            </a:r>
            <a:endParaRPr/>
          </a:p>
        </p:txBody>
      </p:sp>
      <p:grpSp>
        <p:nvGrpSpPr>
          <p:cNvPr id="1456" name="Google Shape;1456;p63"/>
          <p:cNvGrpSpPr/>
          <p:nvPr/>
        </p:nvGrpSpPr>
        <p:grpSpPr>
          <a:xfrm>
            <a:off x="-2718010" y="10097964"/>
            <a:ext cx="7949434" cy="1418673"/>
            <a:chOff x="0" y="0"/>
            <a:chExt cx="10599245" cy="1891312"/>
          </a:xfrm>
        </p:grpSpPr>
        <p:sp>
          <p:nvSpPr>
            <p:cNvPr id="1457" name="Google Shape;1457;p63"/>
            <p:cNvSpPr/>
            <p:nvPr/>
          </p:nvSpPr>
          <p:spPr>
            <a:xfrm>
              <a:off x="0" y="0"/>
              <a:ext cx="10599245" cy="1891312"/>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458" name="Google Shape;1458;p63"/>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1459" name="Google Shape;1459;p63"/>
          <p:cNvSpPr txBox="1"/>
          <p:nvPr/>
        </p:nvSpPr>
        <p:spPr>
          <a:xfrm>
            <a:off x="667275" y="1512875"/>
            <a:ext cx="4676700" cy="64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solidFill>
                  <a:schemeClr val="dk1"/>
                </a:solidFill>
                <a:latin typeface="Montserrat"/>
                <a:ea typeface="Montserrat"/>
                <a:cs typeface="Montserrat"/>
                <a:sym typeface="Montserrat"/>
              </a:rPr>
              <a:t>Part 2 - conversation 3 audio</a:t>
            </a:r>
            <a:endParaRPr sz="2200" b="1">
              <a:solidFill>
                <a:schemeClr val="dk1"/>
              </a:solidFill>
              <a:latin typeface="Montserrat"/>
              <a:ea typeface="Montserrat"/>
              <a:cs typeface="Montserrat"/>
              <a:sym typeface="Montserrat"/>
            </a:endParaRPr>
          </a:p>
        </p:txBody>
      </p:sp>
      <p:pic>
        <p:nvPicPr>
          <p:cNvPr id="1460" name="Google Shape;1460;p63" title="03. Part 2 - Conversation 3">
            <a:hlinkClick r:id="rId6"/>
          </p:cNvPr>
          <p:cNvPicPr preferRelativeResize="0"/>
          <p:nvPr/>
        </p:nvPicPr>
        <p:blipFill>
          <a:blip r:embed="rId7">
            <a:alphaModFix/>
          </a:blip>
          <a:stretch>
            <a:fillRect/>
          </a:stretch>
        </p:blipFill>
        <p:spPr>
          <a:xfrm>
            <a:off x="5162224" y="1355198"/>
            <a:ext cx="804775" cy="804775"/>
          </a:xfrm>
          <a:prstGeom prst="rect">
            <a:avLst/>
          </a:prstGeom>
          <a:noFill/>
          <a:ln>
            <a:noFill/>
          </a:ln>
        </p:spPr>
      </p:pic>
      <p:sp>
        <p:nvSpPr>
          <p:cNvPr id="1461" name="Google Shape;1461;p63"/>
          <p:cNvSpPr/>
          <p:nvPr/>
        </p:nvSpPr>
        <p:spPr>
          <a:xfrm>
            <a:off x="6570125" y="2498725"/>
            <a:ext cx="418200" cy="385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62" name="Google Shape;1462;p63"/>
          <p:cNvSpPr/>
          <p:nvPr/>
        </p:nvSpPr>
        <p:spPr>
          <a:xfrm>
            <a:off x="667275" y="5534125"/>
            <a:ext cx="418200" cy="385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63" name="Google Shape;1463;p63"/>
          <p:cNvSpPr/>
          <p:nvPr/>
        </p:nvSpPr>
        <p:spPr>
          <a:xfrm>
            <a:off x="624800" y="8006200"/>
            <a:ext cx="418200" cy="385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64" name="Google Shape;1464;p63"/>
          <p:cNvSpPr/>
          <p:nvPr/>
        </p:nvSpPr>
        <p:spPr>
          <a:xfrm>
            <a:off x="624800" y="9052088"/>
            <a:ext cx="418200" cy="385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465" name="Google Shape;1465;p63"/>
          <p:cNvSpPr txBox="1"/>
          <p:nvPr/>
        </p:nvSpPr>
        <p:spPr>
          <a:xfrm>
            <a:off x="1532400" y="240713"/>
            <a:ext cx="122103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18345"/>
                </a:solidFill>
                <a:latin typeface="Montserrat"/>
                <a:ea typeface="Montserrat"/>
                <a:cs typeface="Montserrat"/>
                <a:sym typeface="Montserrat"/>
              </a:rPr>
              <a:t>06. </a:t>
            </a:r>
            <a:r>
              <a:rPr lang="en-US" sz="4504" b="1" i="0" u="none" strike="noStrike" cap="none">
                <a:solidFill>
                  <a:srgbClr val="018345"/>
                </a:solidFill>
                <a:latin typeface="Montserrat"/>
                <a:ea typeface="Montserrat"/>
                <a:cs typeface="Montserrat"/>
                <a:sym typeface="Montserrat"/>
              </a:rPr>
              <a:t>Listening Practice: P</a:t>
            </a:r>
            <a:r>
              <a:rPr lang="en-US" sz="4504" b="1">
                <a:solidFill>
                  <a:srgbClr val="018345"/>
                </a:solidFill>
                <a:latin typeface="Montserrat"/>
                <a:ea typeface="Montserrat"/>
                <a:cs typeface="Montserrat"/>
                <a:sym typeface="Montserrat"/>
              </a:rPr>
              <a:t>art 2</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55"/>
                                        </p:tgtEl>
                                        <p:attrNameLst>
                                          <p:attrName>style.visibility</p:attrName>
                                        </p:attrNameLst>
                                      </p:cBhvr>
                                      <p:to>
                                        <p:strVal val="visible"/>
                                      </p:to>
                                    </p:set>
                                    <p:anim calcmode="lin" valueType="num">
                                      <p:cBhvr additive="base">
                                        <p:cTn id="7" dur="500"/>
                                        <p:tgtEl>
                                          <p:spTgt spid="1455"/>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54"/>
                                        </p:tgtEl>
                                        <p:attrNameLst>
                                          <p:attrName>style.visibility</p:attrName>
                                        </p:attrNameLst>
                                      </p:cBhvr>
                                      <p:to>
                                        <p:strVal val="visible"/>
                                      </p:to>
                                    </p:set>
                                    <p:animEffect transition="in" filter="fade">
                                      <p:cBhvr>
                                        <p:cTn id="11" dur="500"/>
                                        <p:tgtEl>
                                          <p:spTgt spid="145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46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46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46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4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69"/>
        <p:cNvGrpSpPr/>
        <p:nvPr/>
      </p:nvGrpSpPr>
      <p:grpSpPr>
        <a:xfrm>
          <a:off x="0" y="0"/>
          <a:ext cx="0" cy="0"/>
          <a:chOff x="0" y="0"/>
          <a:chExt cx="0" cy="0"/>
        </a:xfrm>
      </p:grpSpPr>
      <p:grpSp>
        <p:nvGrpSpPr>
          <p:cNvPr id="1470" name="Google Shape;1470;p64"/>
          <p:cNvGrpSpPr/>
          <p:nvPr/>
        </p:nvGrpSpPr>
        <p:grpSpPr>
          <a:xfrm rot="10800000">
            <a:off x="15044545" y="-741632"/>
            <a:ext cx="7681773" cy="4261259"/>
            <a:chOff x="0" y="-38100"/>
            <a:chExt cx="406400" cy="225405"/>
          </a:xfrm>
        </p:grpSpPr>
        <p:sp>
          <p:nvSpPr>
            <p:cNvPr id="1471" name="Google Shape;1471;p64"/>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472" name="Google Shape;1472;p64"/>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473" name="Google Shape;1473;p64"/>
          <p:cNvSpPr txBox="1"/>
          <p:nvPr/>
        </p:nvSpPr>
        <p:spPr>
          <a:xfrm>
            <a:off x="2502875" y="565950"/>
            <a:ext cx="122103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None/>
            </a:pPr>
            <a:r>
              <a:rPr lang="en-US" sz="4504" b="1">
                <a:solidFill>
                  <a:srgbClr val="018345"/>
                </a:solidFill>
                <a:latin typeface="Montserrat"/>
                <a:ea typeface="Montserrat"/>
                <a:cs typeface="Montserrat"/>
                <a:sym typeface="Montserrat"/>
              </a:rPr>
              <a:t>07. </a:t>
            </a:r>
            <a:r>
              <a:rPr lang="en-US" sz="4504" b="1" i="0" u="none" strike="noStrike" cap="none">
                <a:solidFill>
                  <a:srgbClr val="018345"/>
                </a:solidFill>
                <a:latin typeface="Montserrat"/>
                <a:ea typeface="Montserrat"/>
                <a:cs typeface="Montserrat"/>
                <a:sym typeface="Montserrat"/>
              </a:rPr>
              <a:t>Listening Practice: P</a:t>
            </a:r>
            <a:r>
              <a:rPr lang="en-US" sz="4504" b="1">
                <a:solidFill>
                  <a:srgbClr val="018345"/>
                </a:solidFill>
                <a:latin typeface="Montserrat"/>
                <a:ea typeface="Montserrat"/>
                <a:cs typeface="Montserrat"/>
                <a:sym typeface="Montserrat"/>
              </a:rPr>
              <a:t>art 3</a:t>
            </a:r>
            <a:endParaRPr/>
          </a:p>
        </p:txBody>
      </p:sp>
      <p:sp>
        <p:nvSpPr>
          <p:cNvPr id="1474" name="Google Shape;1474;p64" descr="Books with solid fill"/>
          <p:cNvSpPr/>
          <p:nvPr/>
        </p:nvSpPr>
        <p:spPr>
          <a:xfrm>
            <a:off x="3241317" y="7155698"/>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1475" name="Google Shape;1475;p64"/>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1476" name="Google Shape;1476;p64"/>
          <p:cNvSpPr/>
          <p:nvPr/>
        </p:nvSpPr>
        <p:spPr>
          <a:xfrm>
            <a:off x="1570752" y="454486"/>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5">
              <a:alphaModFix/>
            </a:blip>
            <a:stretch>
              <a:fillRect/>
            </a:stretch>
          </a:blipFill>
          <a:ln>
            <a:noFill/>
          </a:ln>
        </p:spPr>
      </p:sp>
      <p:grpSp>
        <p:nvGrpSpPr>
          <p:cNvPr id="1477" name="Google Shape;1477;p64"/>
          <p:cNvGrpSpPr/>
          <p:nvPr/>
        </p:nvGrpSpPr>
        <p:grpSpPr>
          <a:xfrm>
            <a:off x="-2718010" y="9580755"/>
            <a:ext cx="7950378" cy="1707451"/>
            <a:chOff x="0" y="-384760"/>
            <a:chExt cx="10600504" cy="2276297"/>
          </a:xfrm>
        </p:grpSpPr>
        <p:grpSp>
          <p:nvGrpSpPr>
            <p:cNvPr id="1478" name="Google Shape;1478;p64"/>
            <p:cNvGrpSpPr/>
            <p:nvPr/>
          </p:nvGrpSpPr>
          <p:grpSpPr>
            <a:xfrm>
              <a:off x="0" y="-384760"/>
              <a:ext cx="10600504" cy="2276297"/>
              <a:chOff x="0" y="-38100"/>
              <a:chExt cx="1049690" cy="225405"/>
            </a:xfrm>
          </p:grpSpPr>
          <p:sp>
            <p:nvSpPr>
              <p:cNvPr id="1479" name="Google Shape;1479;p64"/>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480" name="Google Shape;1480;p64"/>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481" name="Google Shape;1481;p64"/>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482" name="Google Shape;1482;p64"/>
          <p:cNvSpPr/>
          <p:nvPr/>
        </p:nvSpPr>
        <p:spPr>
          <a:xfrm>
            <a:off x="8213550" y="2303700"/>
            <a:ext cx="4577700" cy="922800"/>
          </a:xfrm>
          <a:prstGeom prst="homePlate">
            <a:avLst>
              <a:gd name="adj" fmla="val 50000"/>
            </a:avLst>
          </a:prstGeom>
          <a:solidFill>
            <a:srgbClr val="CFE2F3"/>
          </a:solidFill>
          <a:ln w="9525" cap="flat" cmpd="sng">
            <a:solidFill>
              <a:srgbClr val="A4C2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Roboto"/>
                <a:ea typeface="Roboto"/>
                <a:cs typeface="Roboto"/>
                <a:sym typeface="Roboto"/>
              </a:rPr>
              <a:t>Talk 1 thường có nội dung dễ hơn Talk 2 và 3</a:t>
            </a:r>
            <a:endParaRPr sz="2100">
              <a:latin typeface="Roboto"/>
              <a:ea typeface="Roboto"/>
              <a:cs typeface="Roboto"/>
              <a:sym typeface="Roboto"/>
            </a:endParaRPr>
          </a:p>
        </p:txBody>
      </p:sp>
      <p:sp>
        <p:nvSpPr>
          <p:cNvPr id="1483" name="Google Shape;1483;p64"/>
          <p:cNvSpPr/>
          <p:nvPr/>
        </p:nvSpPr>
        <p:spPr>
          <a:xfrm>
            <a:off x="8213550" y="3622550"/>
            <a:ext cx="5437200" cy="922800"/>
          </a:xfrm>
          <a:prstGeom prst="homePlate">
            <a:avLst>
              <a:gd name="adj" fmla="val 50000"/>
            </a:avLst>
          </a:prstGeom>
          <a:solidFill>
            <a:srgbClr val="FFF2CC"/>
          </a:solidFill>
          <a:ln w="9525" cap="flat" cmpd="sng">
            <a:solidFill>
              <a:srgbClr val="A4C2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Roboto"/>
                <a:ea typeface="Roboto"/>
                <a:cs typeface="Roboto"/>
                <a:sym typeface="Roboto"/>
              </a:rPr>
              <a:t>Áp dụng đúng các chiến lược trước-trong-sau khi nghe tương tự Part 1 và Part 2</a:t>
            </a:r>
            <a:endParaRPr sz="2100">
              <a:latin typeface="Roboto"/>
              <a:ea typeface="Roboto"/>
              <a:cs typeface="Roboto"/>
              <a:sym typeface="Roboto"/>
            </a:endParaRPr>
          </a:p>
        </p:txBody>
      </p:sp>
      <p:sp>
        <p:nvSpPr>
          <p:cNvPr id="1484" name="Google Shape;1484;p64"/>
          <p:cNvSpPr/>
          <p:nvPr/>
        </p:nvSpPr>
        <p:spPr>
          <a:xfrm>
            <a:off x="8224800" y="4941400"/>
            <a:ext cx="6311700" cy="1169700"/>
          </a:xfrm>
          <a:prstGeom prst="homePlate">
            <a:avLst>
              <a:gd name="adj" fmla="val 50000"/>
            </a:avLst>
          </a:prstGeom>
          <a:solidFill>
            <a:srgbClr val="EAD1DC"/>
          </a:solidFill>
          <a:ln w="9525" cap="flat" cmpd="sng">
            <a:solidFill>
              <a:srgbClr val="A4C2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Roboto"/>
                <a:ea typeface="Roboto"/>
                <a:cs typeface="Roboto"/>
                <a:sym typeface="Roboto"/>
              </a:rPr>
              <a:t>Vì bài nghe dài nên học viên chú ý đến các dấu hiệu chuyển câu, nếu miss câu ➨ bỏ qua để chuyển sang câu tiếp theo</a:t>
            </a:r>
            <a:endParaRPr sz="2100">
              <a:latin typeface="Roboto"/>
              <a:ea typeface="Roboto"/>
              <a:cs typeface="Roboto"/>
              <a:sym typeface="Roboto"/>
            </a:endParaRPr>
          </a:p>
        </p:txBody>
      </p:sp>
      <p:sp>
        <p:nvSpPr>
          <p:cNvPr id="1485" name="Google Shape;1485;p64"/>
          <p:cNvSpPr/>
          <p:nvPr/>
        </p:nvSpPr>
        <p:spPr>
          <a:xfrm>
            <a:off x="8224800" y="6764200"/>
            <a:ext cx="6541500" cy="1169700"/>
          </a:xfrm>
          <a:prstGeom prst="homePlate">
            <a:avLst>
              <a:gd name="adj" fmla="val 50000"/>
            </a:avLst>
          </a:prstGeom>
          <a:solidFill>
            <a:srgbClr val="D9EAD3"/>
          </a:solidFill>
          <a:ln w="9525" cap="flat" cmpd="sng">
            <a:solidFill>
              <a:srgbClr val="A4C2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2100">
                <a:latin typeface="Roboto"/>
                <a:ea typeface="Roboto"/>
                <a:cs typeface="Roboto"/>
                <a:sym typeface="Roboto"/>
              </a:rPr>
              <a:t>Trong khi nghe, học viên nên note lại thông tin thật nhanh và sử dụng phần note đó để loại trừ các thông tin sai và chọn lựa thông tin đúng</a:t>
            </a:r>
            <a:endParaRPr sz="2100">
              <a:latin typeface="Roboto"/>
              <a:ea typeface="Roboto"/>
              <a:cs typeface="Roboto"/>
              <a:sym typeface="Roboto"/>
            </a:endParaRPr>
          </a:p>
        </p:txBody>
      </p:sp>
      <p:pic>
        <p:nvPicPr>
          <p:cNvPr id="1486" name="Google Shape;1486;p64"/>
          <p:cNvPicPr preferRelativeResize="0"/>
          <p:nvPr/>
        </p:nvPicPr>
        <p:blipFill>
          <a:blip r:embed="rId6">
            <a:alphaModFix/>
          </a:blip>
          <a:stretch>
            <a:fillRect/>
          </a:stretch>
        </p:blipFill>
        <p:spPr>
          <a:xfrm>
            <a:off x="1373925" y="2197000"/>
            <a:ext cx="6230600" cy="7649601"/>
          </a:xfrm>
          <a:prstGeom prst="rect">
            <a:avLst/>
          </a:prstGeom>
          <a:noFill/>
          <a:ln>
            <a:noFill/>
          </a:ln>
        </p:spPr>
      </p:pic>
      <p:sp>
        <p:nvSpPr>
          <p:cNvPr id="1487" name="Google Shape;1487;p64"/>
          <p:cNvSpPr txBox="1"/>
          <p:nvPr/>
        </p:nvSpPr>
        <p:spPr>
          <a:xfrm>
            <a:off x="1524472" y="1497275"/>
            <a:ext cx="9712500" cy="461700"/>
          </a:xfrm>
          <a:prstGeom prst="rect">
            <a:avLst/>
          </a:prstGeom>
          <a:noFill/>
          <a:ln>
            <a:noFill/>
          </a:ln>
        </p:spPr>
        <p:txBody>
          <a:bodyPr spcFirstLastPara="1" wrap="square" lIns="91400" tIns="45650" rIns="91400" bIns="4565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18345"/>
                </a:solidFill>
                <a:latin typeface="Roboto"/>
                <a:ea typeface="Roboto"/>
                <a:cs typeface="Roboto"/>
                <a:sym typeface="Roboto"/>
              </a:rPr>
              <a:t>Talk/lecture 1: You will hear a man talking about the Statue of Liberty</a:t>
            </a:r>
            <a:endParaRPr sz="1400" b="0" i="0" u="none" strike="noStrike" cap="none">
              <a:solidFill>
                <a:srgbClr val="018345"/>
              </a:solidFill>
              <a:latin typeface="Arial"/>
              <a:ea typeface="Arial"/>
              <a:cs typeface="Arial"/>
              <a:sym typeface="Arial"/>
            </a:endParaRPr>
          </a:p>
        </p:txBody>
      </p:sp>
      <p:sp>
        <p:nvSpPr>
          <p:cNvPr id="1488" name="Google Shape;1488;p64"/>
          <p:cNvSpPr/>
          <p:nvPr/>
        </p:nvSpPr>
        <p:spPr>
          <a:xfrm>
            <a:off x="8192375" y="8464450"/>
            <a:ext cx="8530800" cy="1237200"/>
          </a:xfrm>
          <a:prstGeom prst="homePlate">
            <a:avLst>
              <a:gd name="adj" fmla="val 50000"/>
            </a:avLst>
          </a:prstGeom>
          <a:solidFill>
            <a:srgbClr val="6D9EEB"/>
          </a:solidFill>
          <a:ln w="9525" cap="flat" cmpd="sng">
            <a:solidFill>
              <a:srgbClr val="A4C2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2100">
                <a:latin typeface="Roboto"/>
                <a:ea typeface="Roboto"/>
                <a:cs typeface="Roboto"/>
                <a:sym typeface="Roboto"/>
              </a:rPr>
              <a:t>Trong Part 3, người nói thường sử dụng từ đồng nghĩa và những cách diễn đạt tương đồng, vì vậy học viên nên học các từ vựng đồng nghĩa thông dụng để nhận biết thông tin dễ dàng hơn.</a:t>
            </a:r>
            <a:endParaRPr sz="210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73"/>
                                        </p:tgtEl>
                                        <p:attrNameLst>
                                          <p:attrName>style.visibility</p:attrName>
                                        </p:attrNameLst>
                                      </p:cBhvr>
                                      <p:to>
                                        <p:strVal val="visible"/>
                                      </p:to>
                                    </p:set>
                                    <p:animEffect transition="in" filter="fade">
                                      <p:cBhvr>
                                        <p:cTn id="7" dur="500"/>
                                        <p:tgtEl>
                                          <p:spTgt spid="147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48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48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48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48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48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4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92"/>
        <p:cNvGrpSpPr/>
        <p:nvPr/>
      </p:nvGrpSpPr>
      <p:grpSpPr>
        <a:xfrm>
          <a:off x="0" y="0"/>
          <a:ext cx="0" cy="0"/>
          <a:chOff x="0" y="0"/>
          <a:chExt cx="0" cy="0"/>
        </a:xfrm>
      </p:grpSpPr>
      <p:cxnSp>
        <p:nvCxnSpPr>
          <p:cNvPr id="1493" name="Google Shape;1493;p65"/>
          <p:cNvCxnSpPr/>
          <p:nvPr/>
        </p:nvCxnSpPr>
        <p:spPr>
          <a:xfrm>
            <a:off x="0" y="5137903"/>
            <a:ext cx="5303400" cy="0"/>
          </a:xfrm>
          <a:prstGeom prst="straightConnector1">
            <a:avLst/>
          </a:prstGeom>
          <a:noFill/>
          <a:ln w="38100" cap="flat" cmpd="sng">
            <a:solidFill>
              <a:srgbClr val="FFFFFF"/>
            </a:solidFill>
            <a:prstDash val="solid"/>
            <a:round/>
            <a:headEnd type="none" w="sm" len="sm"/>
            <a:tailEnd type="none" w="sm" len="sm"/>
          </a:ln>
        </p:spPr>
      </p:cxnSp>
      <p:grpSp>
        <p:nvGrpSpPr>
          <p:cNvPr id="1494" name="Google Shape;1494;p65"/>
          <p:cNvGrpSpPr/>
          <p:nvPr/>
        </p:nvGrpSpPr>
        <p:grpSpPr>
          <a:xfrm rot="10800000">
            <a:off x="15044545" y="-741632"/>
            <a:ext cx="7681773" cy="4261259"/>
            <a:chOff x="0" y="-38100"/>
            <a:chExt cx="406400" cy="225405"/>
          </a:xfrm>
        </p:grpSpPr>
        <p:sp>
          <p:nvSpPr>
            <p:cNvPr id="1495" name="Google Shape;1495;p65"/>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496" name="Google Shape;1496;p65"/>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497" name="Google Shape;1497;p65"/>
          <p:cNvSpPr txBox="1"/>
          <p:nvPr/>
        </p:nvSpPr>
        <p:spPr>
          <a:xfrm>
            <a:off x="1487453" y="231495"/>
            <a:ext cx="116874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Clr>
                <a:srgbClr val="000000"/>
              </a:buClr>
              <a:buSzPts val="4504"/>
              <a:buFont typeface="Arial"/>
              <a:buNone/>
            </a:pPr>
            <a:r>
              <a:rPr lang="en-US" sz="4504" b="1">
                <a:solidFill>
                  <a:srgbClr val="018345"/>
                </a:solidFill>
                <a:latin typeface="Montserrat"/>
                <a:ea typeface="Montserrat"/>
                <a:cs typeface="Montserrat"/>
                <a:sym typeface="Montserrat"/>
              </a:rPr>
              <a:t>07. </a:t>
            </a:r>
            <a:r>
              <a:rPr lang="en-US" sz="4504" b="1" i="0" u="none" strike="noStrike" cap="none">
                <a:solidFill>
                  <a:srgbClr val="018345"/>
                </a:solidFill>
                <a:latin typeface="Montserrat"/>
                <a:ea typeface="Montserrat"/>
                <a:cs typeface="Montserrat"/>
                <a:sym typeface="Montserrat"/>
              </a:rPr>
              <a:t>Listening Practi</a:t>
            </a:r>
            <a:r>
              <a:rPr lang="en-US" sz="4504" b="1">
                <a:solidFill>
                  <a:srgbClr val="018345"/>
                </a:solidFill>
                <a:latin typeface="Montserrat"/>
                <a:ea typeface="Montserrat"/>
                <a:cs typeface="Montserrat"/>
                <a:sym typeface="Montserrat"/>
              </a:rPr>
              <a:t>ce: P</a:t>
            </a:r>
            <a:r>
              <a:rPr lang="en-US" sz="4504" b="1" i="0" u="none" strike="noStrike" cap="none">
                <a:solidFill>
                  <a:srgbClr val="018345"/>
                </a:solidFill>
                <a:latin typeface="Montserrat"/>
                <a:ea typeface="Montserrat"/>
                <a:cs typeface="Montserrat"/>
                <a:sym typeface="Montserrat"/>
              </a:rPr>
              <a:t>art 3</a:t>
            </a:r>
            <a:endParaRPr sz="1400" b="0" i="0" u="none" strike="noStrike" cap="none">
              <a:solidFill>
                <a:srgbClr val="000000"/>
              </a:solidFill>
              <a:latin typeface="Arial"/>
              <a:ea typeface="Arial"/>
              <a:cs typeface="Arial"/>
              <a:sym typeface="Arial"/>
            </a:endParaRPr>
          </a:p>
        </p:txBody>
      </p:sp>
      <p:sp>
        <p:nvSpPr>
          <p:cNvPr id="1498" name="Google Shape;1498;p65"/>
          <p:cNvSpPr/>
          <p:nvPr/>
        </p:nvSpPr>
        <p:spPr>
          <a:xfrm>
            <a:off x="562502" y="231511"/>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3">
              <a:alphaModFix/>
            </a:blip>
            <a:stretch>
              <a:fillRect/>
            </a:stretch>
          </a:blipFill>
          <a:ln>
            <a:noFill/>
          </a:ln>
        </p:spPr>
      </p:sp>
      <p:grpSp>
        <p:nvGrpSpPr>
          <p:cNvPr id="1499" name="Google Shape;1499;p65"/>
          <p:cNvGrpSpPr/>
          <p:nvPr/>
        </p:nvGrpSpPr>
        <p:grpSpPr>
          <a:xfrm>
            <a:off x="-2718010" y="9275955"/>
            <a:ext cx="7950378" cy="1707451"/>
            <a:chOff x="0" y="-384760"/>
            <a:chExt cx="10600504" cy="2276297"/>
          </a:xfrm>
        </p:grpSpPr>
        <p:grpSp>
          <p:nvGrpSpPr>
            <p:cNvPr id="1500" name="Google Shape;1500;p65"/>
            <p:cNvGrpSpPr/>
            <p:nvPr/>
          </p:nvGrpSpPr>
          <p:grpSpPr>
            <a:xfrm>
              <a:off x="0" y="-384760"/>
              <a:ext cx="10600504" cy="2276297"/>
              <a:chOff x="0" y="-38100"/>
              <a:chExt cx="1049690" cy="225405"/>
            </a:xfrm>
          </p:grpSpPr>
          <p:sp>
            <p:nvSpPr>
              <p:cNvPr id="1501" name="Google Shape;1501;p65"/>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502" name="Google Shape;1502;p65"/>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503" name="Google Shape;1503;p65"/>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504" name="Google Shape;1504;p65"/>
          <p:cNvSpPr txBox="1"/>
          <p:nvPr/>
        </p:nvSpPr>
        <p:spPr>
          <a:xfrm>
            <a:off x="474867" y="1274591"/>
            <a:ext cx="16989000" cy="461700"/>
          </a:xfrm>
          <a:prstGeom prst="rect">
            <a:avLst/>
          </a:prstGeom>
          <a:noFill/>
          <a:ln>
            <a:noFill/>
          </a:ln>
        </p:spPr>
        <p:txBody>
          <a:bodyPr spcFirstLastPara="1" wrap="square" lIns="91400" tIns="45650" rIns="91400" bIns="4565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18345"/>
                </a:solidFill>
                <a:latin typeface="Roboto"/>
                <a:ea typeface="Roboto"/>
                <a:cs typeface="Roboto"/>
                <a:sym typeface="Roboto"/>
              </a:rPr>
              <a:t>Talk/lecture 1: You will hear a man talking about the Statue of Liberty</a:t>
            </a:r>
            <a:endParaRPr sz="1400" b="0" i="0" u="none" strike="noStrike" cap="none">
              <a:solidFill>
                <a:srgbClr val="018345"/>
              </a:solidFill>
              <a:latin typeface="Arial"/>
              <a:ea typeface="Arial"/>
              <a:cs typeface="Arial"/>
              <a:sym typeface="Arial"/>
            </a:endParaRPr>
          </a:p>
        </p:txBody>
      </p:sp>
      <p:sp>
        <p:nvSpPr>
          <p:cNvPr id="1505" name="Google Shape;1505;p65"/>
          <p:cNvSpPr txBox="1"/>
          <p:nvPr/>
        </p:nvSpPr>
        <p:spPr>
          <a:xfrm>
            <a:off x="474875" y="1974625"/>
            <a:ext cx="8605800" cy="2678100"/>
          </a:xfrm>
          <a:prstGeom prst="rect">
            <a:avLst/>
          </a:prstGeom>
          <a:noFill/>
          <a:ln>
            <a:noFill/>
          </a:ln>
        </p:spPr>
        <p:txBody>
          <a:bodyPr spcFirstLastPara="1" wrap="square" lIns="91400" tIns="45650" rIns="91400" bIns="45650" anchor="t" anchorCtr="0">
            <a:spAutoFit/>
          </a:bodyPr>
          <a:lstStyle/>
          <a:p>
            <a:pPr marL="0" marR="0" lvl="0" indent="0" algn="l" rtl="0">
              <a:lnSpc>
                <a:spcPct val="150000"/>
              </a:lnSpc>
              <a:spcBef>
                <a:spcPts val="0"/>
              </a:spcBef>
              <a:spcAft>
                <a:spcPts val="0"/>
              </a:spcAft>
              <a:buNone/>
            </a:pPr>
            <a:r>
              <a:rPr lang="en-US" sz="2400" b="1">
                <a:solidFill>
                  <a:srgbClr val="018345"/>
                </a:solidFill>
                <a:latin typeface="Roboto"/>
                <a:ea typeface="Roboto"/>
                <a:cs typeface="Roboto"/>
                <a:sym typeface="Roboto"/>
              </a:rPr>
              <a:t>21</a:t>
            </a:r>
            <a:r>
              <a:rPr lang="en-US" sz="2400" b="1" i="0" strike="noStrike" cap="none">
                <a:solidFill>
                  <a:srgbClr val="018345"/>
                </a:solidFill>
                <a:latin typeface="Roboto"/>
                <a:ea typeface="Roboto"/>
                <a:cs typeface="Roboto"/>
                <a:sym typeface="Roboto"/>
              </a:rPr>
              <a:t>.Why did France give the statue to the United States?</a:t>
            </a:r>
            <a:endParaRPr sz="2800" b="0" i="0" strike="noStrike" cap="none">
              <a:solidFill>
                <a:srgbClr val="018345"/>
              </a:solidFill>
              <a:latin typeface="Arial"/>
              <a:ea typeface="Arial"/>
              <a:cs typeface="Arial"/>
              <a:sym typeface="Arial"/>
            </a:endParaRPr>
          </a:p>
          <a:p>
            <a:pPr marL="0" marR="0" lvl="0" indent="0" algn="l" rtl="0">
              <a:lnSpc>
                <a:spcPct val="150000"/>
              </a:lnSpc>
              <a:spcBef>
                <a:spcPts val="0"/>
              </a:spcBef>
              <a:spcAft>
                <a:spcPts val="0"/>
              </a:spcAft>
              <a:buNone/>
            </a:pPr>
            <a:r>
              <a:rPr lang="en-US" sz="2400" b="0" i="0" strike="noStrike" cap="none">
                <a:solidFill>
                  <a:srgbClr val="414041"/>
                </a:solidFill>
                <a:latin typeface="Roboto"/>
                <a:ea typeface="Roboto"/>
                <a:cs typeface="Roboto"/>
                <a:sym typeface="Roboto"/>
              </a:rPr>
              <a:t>A. To remember the war between France and America</a:t>
            </a:r>
            <a:endParaRPr sz="2800" b="0" i="0"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US" sz="2400" b="0" i="0" strike="noStrike" cap="none">
                <a:solidFill>
                  <a:srgbClr val="414041"/>
                </a:solidFill>
                <a:latin typeface="Roboto"/>
                <a:ea typeface="Roboto"/>
                <a:cs typeface="Roboto"/>
                <a:sym typeface="Roboto"/>
              </a:rPr>
              <a:t>B. To remember the friendship between France and America</a:t>
            </a:r>
            <a:endParaRPr sz="2800" b="0" i="0"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US" sz="2400" b="0" i="0" strike="noStrike" cap="none">
                <a:solidFill>
                  <a:srgbClr val="414041"/>
                </a:solidFill>
                <a:latin typeface="Roboto"/>
                <a:ea typeface="Roboto"/>
                <a:cs typeface="Roboto"/>
                <a:sym typeface="Roboto"/>
              </a:rPr>
              <a:t>C. To remember Gustave Eiffel</a:t>
            </a:r>
            <a:endParaRPr sz="2800" b="0" i="0"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US" sz="2400" b="0" i="0" strike="noStrike" cap="none">
                <a:solidFill>
                  <a:srgbClr val="414041"/>
                </a:solidFill>
                <a:latin typeface="Roboto"/>
                <a:ea typeface="Roboto"/>
                <a:cs typeface="Roboto"/>
                <a:sym typeface="Roboto"/>
              </a:rPr>
              <a:t>D. To remember the soldiers in the war against Britain</a:t>
            </a:r>
            <a:endParaRPr sz="2800" b="0" i="0" strike="noStrike" cap="none">
              <a:solidFill>
                <a:srgbClr val="000000"/>
              </a:solidFill>
              <a:latin typeface="Arial"/>
              <a:ea typeface="Arial"/>
              <a:cs typeface="Arial"/>
              <a:sym typeface="Arial"/>
            </a:endParaRPr>
          </a:p>
        </p:txBody>
      </p:sp>
      <p:sp>
        <p:nvSpPr>
          <p:cNvPr id="1506" name="Google Shape;1506;p65"/>
          <p:cNvSpPr txBox="1"/>
          <p:nvPr/>
        </p:nvSpPr>
        <p:spPr>
          <a:xfrm>
            <a:off x="474875" y="5038525"/>
            <a:ext cx="31059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latin typeface="Montserrat"/>
                <a:ea typeface="Montserrat"/>
                <a:cs typeface="Montserrat"/>
                <a:sym typeface="Montserrat"/>
              </a:rPr>
              <a:t>Question 21 audio: </a:t>
            </a:r>
            <a:endParaRPr sz="4200">
              <a:latin typeface="Roboto"/>
              <a:ea typeface="Roboto"/>
              <a:cs typeface="Roboto"/>
              <a:sym typeface="Roboto"/>
            </a:endParaRPr>
          </a:p>
        </p:txBody>
      </p:sp>
      <p:pic>
        <p:nvPicPr>
          <p:cNvPr id="1507" name="Google Shape;1507;p65" title="01. Question 13.mp3">
            <a:hlinkClick r:id="rId4"/>
          </p:cNvPr>
          <p:cNvPicPr preferRelativeResize="0"/>
          <p:nvPr/>
        </p:nvPicPr>
        <p:blipFill>
          <a:blip r:embed="rId5">
            <a:alphaModFix/>
          </a:blip>
          <a:stretch>
            <a:fillRect/>
          </a:stretch>
        </p:blipFill>
        <p:spPr>
          <a:xfrm>
            <a:off x="3460456" y="4825458"/>
            <a:ext cx="891325" cy="891350"/>
          </a:xfrm>
          <a:prstGeom prst="rect">
            <a:avLst/>
          </a:prstGeom>
          <a:noFill/>
          <a:ln>
            <a:noFill/>
          </a:ln>
        </p:spPr>
      </p:pic>
      <p:sp>
        <p:nvSpPr>
          <p:cNvPr id="1508" name="Google Shape;1508;p65"/>
          <p:cNvSpPr txBox="1"/>
          <p:nvPr/>
        </p:nvSpPr>
        <p:spPr>
          <a:xfrm>
            <a:off x="474875" y="5702550"/>
            <a:ext cx="8481000" cy="2818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2100" b="1" i="1">
                <a:solidFill>
                  <a:srgbClr val="EA222A"/>
                </a:solidFill>
                <a:latin typeface="Roboto"/>
                <a:ea typeface="Roboto"/>
                <a:cs typeface="Roboto"/>
                <a:sym typeface="Roboto"/>
              </a:rPr>
              <a:t>Phân tích ngữ cảnh (tương tự như Part 2)</a:t>
            </a:r>
            <a:endParaRPr sz="2100" b="1" i="1">
              <a:solidFill>
                <a:srgbClr val="EA222A"/>
              </a:solidFill>
              <a:latin typeface="Roboto"/>
              <a:ea typeface="Roboto"/>
              <a:cs typeface="Roboto"/>
              <a:sym typeface="Roboto"/>
            </a:endParaRPr>
          </a:p>
          <a:p>
            <a:pPr marL="0" lvl="0" indent="0" algn="l" rtl="0">
              <a:lnSpc>
                <a:spcPct val="115000"/>
              </a:lnSpc>
              <a:spcBef>
                <a:spcPts val="0"/>
              </a:spcBef>
              <a:spcAft>
                <a:spcPts val="0"/>
              </a:spcAft>
              <a:buNone/>
            </a:pPr>
            <a:r>
              <a:rPr lang="en-US" sz="2100" i="1">
                <a:solidFill>
                  <a:schemeClr val="dk1"/>
                </a:solidFill>
                <a:latin typeface="Roboto"/>
                <a:ea typeface="Roboto"/>
                <a:cs typeface="Roboto"/>
                <a:sym typeface="Roboto"/>
              </a:rPr>
              <a:t>Lý do Pháp tặng bức tượng cho Mỹ. </a:t>
            </a:r>
            <a:endParaRPr sz="2100" i="1">
              <a:solidFill>
                <a:schemeClr val="dk1"/>
              </a:solidFill>
              <a:latin typeface="Roboto"/>
              <a:ea typeface="Roboto"/>
              <a:cs typeface="Roboto"/>
              <a:sym typeface="Roboto"/>
            </a:endParaRPr>
          </a:p>
          <a:p>
            <a:pPr marL="0" lvl="0" indent="0" algn="l" rtl="0">
              <a:lnSpc>
                <a:spcPct val="115000"/>
              </a:lnSpc>
              <a:spcBef>
                <a:spcPts val="1000"/>
              </a:spcBef>
              <a:spcAft>
                <a:spcPts val="0"/>
              </a:spcAft>
              <a:buNone/>
            </a:pPr>
            <a:r>
              <a:rPr lang="en-US" sz="2100" i="1">
                <a:solidFill>
                  <a:schemeClr val="dk1"/>
                </a:solidFill>
                <a:latin typeface="Roboto"/>
                <a:ea typeface="Roboto"/>
                <a:cs typeface="Roboto"/>
                <a:sym typeface="Roboto"/>
              </a:rPr>
              <a:t>Các cách diễn đạt lý do có thể gặp trong ngữ cảnh này: </a:t>
            </a:r>
            <a:endParaRPr sz="2100" i="1">
              <a:solidFill>
                <a:schemeClr val="dk1"/>
              </a:solidFill>
              <a:latin typeface="Roboto"/>
              <a:ea typeface="Roboto"/>
              <a:cs typeface="Roboto"/>
              <a:sym typeface="Roboto"/>
            </a:endParaRPr>
          </a:p>
          <a:p>
            <a:pPr marL="457200" lvl="0" indent="-361950" algn="l" rtl="0">
              <a:lnSpc>
                <a:spcPct val="115000"/>
              </a:lnSpc>
              <a:spcBef>
                <a:spcPts val="1000"/>
              </a:spcBef>
              <a:spcAft>
                <a:spcPts val="0"/>
              </a:spcAft>
              <a:buClr>
                <a:schemeClr val="dk1"/>
              </a:buClr>
              <a:buSzPts val="2100"/>
              <a:buFont typeface="Roboto"/>
              <a:buChar char="●"/>
            </a:pPr>
            <a:r>
              <a:rPr lang="en-US" sz="2100" i="1">
                <a:solidFill>
                  <a:schemeClr val="dk1"/>
                </a:solidFill>
                <a:latin typeface="Roboto"/>
                <a:ea typeface="Roboto"/>
                <a:cs typeface="Roboto"/>
                <a:sym typeface="Roboto"/>
              </a:rPr>
              <a:t>because, since, as, because of, due to, owing to</a:t>
            </a:r>
            <a:endParaRPr sz="2100" i="1">
              <a:solidFill>
                <a:schemeClr val="dk1"/>
              </a:solidFill>
              <a:latin typeface="Roboto"/>
              <a:ea typeface="Roboto"/>
              <a:cs typeface="Roboto"/>
              <a:sym typeface="Roboto"/>
            </a:endParaRPr>
          </a:p>
          <a:p>
            <a:pPr marL="457200" lvl="0" indent="-361950" algn="l" rtl="0">
              <a:lnSpc>
                <a:spcPct val="115000"/>
              </a:lnSpc>
              <a:spcBef>
                <a:spcPts val="0"/>
              </a:spcBef>
              <a:spcAft>
                <a:spcPts val="0"/>
              </a:spcAft>
              <a:buClr>
                <a:schemeClr val="dk1"/>
              </a:buClr>
              <a:buSzPts val="2100"/>
              <a:buFont typeface="Roboto"/>
              <a:buChar char="●"/>
            </a:pPr>
            <a:r>
              <a:rPr lang="en-US" sz="2100" i="1">
                <a:solidFill>
                  <a:schemeClr val="dk1"/>
                </a:solidFill>
                <a:latin typeface="Roboto"/>
                <a:ea typeface="Roboto"/>
                <a:cs typeface="Roboto"/>
                <a:sym typeface="Roboto"/>
              </a:rPr>
              <a:t>The reason ….was…</a:t>
            </a:r>
            <a:endParaRPr sz="2100" i="1">
              <a:solidFill>
                <a:schemeClr val="dk1"/>
              </a:solidFill>
              <a:latin typeface="Roboto"/>
              <a:ea typeface="Roboto"/>
              <a:cs typeface="Roboto"/>
              <a:sym typeface="Roboto"/>
            </a:endParaRPr>
          </a:p>
          <a:p>
            <a:pPr marL="457200" lvl="0" indent="-361950" algn="l" rtl="0">
              <a:lnSpc>
                <a:spcPct val="115000"/>
              </a:lnSpc>
              <a:spcBef>
                <a:spcPts val="0"/>
              </a:spcBef>
              <a:spcAft>
                <a:spcPts val="0"/>
              </a:spcAft>
              <a:buClr>
                <a:schemeClr val="dk1"/>
              </a:buClr>
              <a:buSzPts val="2100"/>
              <a:buFont typeface="Roboto"/>
              <a:buChar char="●"/>
            </a:pPr>
            <a:r>
              <a:rPr lang="en-US" sz="2100" i="1">
                <a:solidFill>
                  <a:schemeClr val="dk1"/>
                </a:solidFill>
                <a:latin typeface="Roboto"/>
                <a:ea typeface="Roboto"/>
                <a:cs typeface="Roboto"/>
                <a:sym typeface="Roboto"/>
              </a:rPr>
              <a:t>…was given to + động từ chỉ mục đích ….</a:t>
            </a:r>
            <a:endParaRPr sz="2100" i="1">
              <a:solidFill>
                <a:schemeClr val="dk1"/>
              </a:solidFill>
              <a:latin typeface="Roboto"/>
              <a:ea typeface="Roboto"/>
              <a:cs typeface="Roboto"/>
              <a:sym typeface="Roboto"/>
            </a:endParaRPr>
          </a:p>
        </p:txBody>
      </p:sp>
      <p:sp>
        <p:nvSpPr>
          <p:cNvPr id="1509" name="Google Shape;1509;p65"/>
          <p:cNvSpPr/>
          <p:nvPr/>
        </p:nvSpPr>
        <p:spPr>
          <a:xfrm>
            <a:off x="9778075" y="2294713"/>
            <a:ext cx="7734600" cy="1428300"/>
          </a:xfrm>
          <a:prstGeom prst="roundRect">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i="1">
                <a:latin typeface="Roboto"/>
                <a:ea typeface="Roboto"/>
                <a:cs typeface="Roboto"/>
                <a:sym typeface="Roboto"/>
              </a:rPr>
              <a:t>The gift was given to remember the important friendship between the two countries.</a:t>
            </a:r>
            <a:endParaRPr sz="2100" i="1">
              <a:latin typeface="Roboto"/>
              <a:ea typeface="Roboto"/>
              <a:cs typeface="Roboto"/>
              <a:sym typeface="Roboto"/>
            </a:endParaRPr>
          </a:p>
        </p:txBody>
      </p:sp>
      <p:sp>
        <p:nvSpPr>
          <p:cNvPr id="1510" name="Google Shape;1510;p65"/>
          <p:cNvSpPr/>
          <p:nvPr/>
        </p:nvSpPr>
        <p:spPr>
          <a:xfrm>
            <a:off x="9778075" y="1813538"/>
            <a:ext cx="3924300" cy="870300"/>
          </a:xfrm>
          <a:prstGeom prst="doubleWave">
            <a:avLst>
              <a:gd name="adj1" fmla="val 6250"/>
              <a:gd name="adj2" fmla="val 0"/>
            </a:avLst>
          </a:prstGeom>
          <a:solidFill>
            <a:srgbClr val="D9EAD3"/>
          </a:solidFill>
          <a:ln w="9525" cap="flat" cmpd="sng">
            <a:solidFill>
              <a:srgbClr val="A4C2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rgbClr val="0000FF"/>
                </a:solidFill>
                <a:latin typeface="Roboto"/>
                <a:ea typeface="Roboto"/>
                <a:cs typeface="Roboto"/>
                <a:sym typeface="Roboto"/>
              </a:rPr>
              <a:t>PHƯƠNG ÁN TRONG AUDIO</a:t>
            </a:r>
            <a:endParaRPr b="1">
              <a:latin typeface="Roboto"/>
              <a:ea typeface="Roboto"/>
              <a:cs typeface="Roboto"/>
              <a:sym typeface="Roboto"/>
            </a:endParaRPr>
          </a:p>
        </p:txBody>
      </p:sp>
      <p:sp>
        <p:nvSpPr>
          <p:cNvPr id="1511" name="Google Shape;1511;p65"/>
          <p:cNvSpPr/>
          <p:nvPr/>
        </p:nvSpPr>
        <p:spPr>
          <a:xfrm>
            <a:off x="13428850" y="3953563"/>
            <a:ext cx="797100" cy="596400"/>
          </a:xfrm>
          <a:prstGeom prst="downArrow">
            <a:avLst>
              <a:gd name="adj1" fmla="val 50000"/>
              <a:gd name="adj2" fmla="val 50000"/>
            </a:avLst>
          </a:prstGeom>
          <a:solidFill>
            <a:srgbClr val="45B15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12" name="Google Shape;1512;p65"/>
          <p:cNvSpPr txBox="1"/>
          <p:nvPr/>
        </p:nvSpPr>
        <p:spPr>
          <a:xfrm>
            <a:off x="10275549" y="4794250"/>
            <a:ext cx="73533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b="1">
                <a:solidFill>
                  <a:srgbClr val="9900FF"/>
                </a:solidFill>
                <a:latin typeface="Roboto"/>
                <a:ea typeface="Roboto"/>
                <a:cs typeface="Roboto"/>
                <a:sym typeface="Roboto"/>
              </a:rPr>
              <a:t>CHỈ NHẮC ĐẾN PHƯƠNG ÁN B </a:t>
            </a:r>
            <a:r>
              <a:rPr lang="en-US" sz="2700" b="1" i="1">
                <a:solidFill>
                  <a:srgbClr val="9900FF"/>
                </a:solidFill>
                <a:latin typeface="Roboto"/>
                <a:ea typeface="Roboto"/>
                <a:cs typeface="Roboto"/>
                <a:sym typeface="Roboto"/>
              </a:rPr>
              <a:t>➨ </a:t>
            </a:r>
            <a:r>
              <a:rPr lang="en-US" sz="2800" b="1">
                <a:solidFill>
                  <a:srgbClr val="9900FF"/>
                </a:solidFill>
                <a:latin typeface="Roboto"/>
                <a:ea typeface="Roboto"/>
                <a:cs typeface="Roboto"/>
                <a:sym typeface="Roboto"/>
              </a:rPr>
              <a:t>CHỌN B</a:t>
            </a:r>
            <a:endParaRPr sz="2800" b="1">
              <a:solidFill>
                <a:srgbClr val="9900FF"/>
              </a:solidFill>
              <a:latin typeface="Roboto"/>
              <a:ea typeface="Roboto"/>
              <a:cs typeface="Roboto"/>
              <a:sym typeface="Roboto"/>
            </a:endParaRPr>
          </a:p>
        </p:txBody>
      </p:sp>
      <p:sp>
        <p:nvSpPr>
          <p:cNvPr id="1513" name="Google Shape;1513;p65"/>
          <p:cNvSpPr/>
          <p:nvPr/>
        </p:nvSpPr>
        <p:spPr>
          <a:xfrm>
            <a:off x="12360700" y="5635350"/>
            <a:ext cx="2828100" cy="647400"/>
          </a:xfrm>
          <a:prstGeom prst="round2DiagRect">
            <a:avLst>
              <a:gd name="adj1" fmla="val 50000"/>
              <a:gd name="adj2" fmla="val 0"/>
            </a:avLst>
          </a:prstGeom>
          <a:solidFill>
            <a:srgbClr val="FFF2CC"/>
          </a:solidFill>
          <a:ln w="9525" cap="flat" cmpd="sng">
            <a:solidFill>
              <a:srgbClr val="FFE5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rgbClr val="0000FF"/>
                </a:solidFill>
                <a:latin typeface="Roboto"/>
                <a:ea typeface="Roboto"/>
                <a:cs typeface="Roboto"/>
                <a:sym typeface="Roboto"/>
              </a:rPr>
              <a:t>TRANSCRIPT</a:t>
            </a:r>
            <a:endParaRPr sz="2100" b="1">
              <a:solidFill>
                <a:srgbClr val="0000FF"/>
              </a:solidFill>
              <a:latin typeface="Roboto"/>
              <a:ea typeface="Roboto"/>
              <a:cs typeface="Roboto"/>
              <a:sym typeface="Roboto"/>
            </a:endParaRPr>
          </a:p>
        </p:txBody>
      </p:sp>
      <p:pic>
        <p:nvPicPr>
          <p:cNvPr id="1514" name="Google Shape;1514;p65"/>
          <p:cNvPicPr preferRelativeResize="0"/>
          <p:nvPr/>
        </p:nvPicPr>
        <p:blipFill>
          <a:blip r:embed="rId6">
            <a:alphaModFix/>
          </a:blip>
          <a:stretch>
            <a:fillRect/>
          </a:stretch>
        </p:blipFill>
        <p:spPr>
          <a:xfrm>
            <a:off x="8848250" y="6527450"/>
            <a:ext cx="9349124" cy="2145700"/>
          </a:xfrm>
          <a:prstGeom prst="rect">
            <a:avLst/>
          </a:prstGeom>
          <a:noFill/>
          <a:ln>
            <a:noFill/>
          </a:ln>
        </p:spPr>
      </p:pic>
      <p:sp>
        <p:nvSpPr>
          <p:cNvPr id="1515" name="Google Shape;1515;p65"/>
          <p:cNvSpPr/>
          <p:nvPr/>
        </p:nvSpPr>
        <p:spPr>
          <a:xfrm>
            <a:off x="920825" y="1974625"/>
            <a:ext cx="797100" cy="431100"/>
          </a:xfrm>
          <a:prstGeom prst="rect">
            <a:avLst/>
          </a:prstGeom>
          <a:noFill/>
          <a:ln w="28575" cap="flat" cmpd="sng">
            <a:solidFill>
              <a:srgbClr val="EA222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16" name="Google Shape;1516;p65"/>
          <p:cNvSpPr/>
          <p:nvPr/>
        </p:nvSpPr>
        <p:spPr>
          <a:xfrm>
            <a:off x="3135175" y="1974625"/>
            <a:ext cx="2097300" cy="431100"/>
          </a:xfrm>
          <a:prstGeom prst="rect">
            <a:avLst/>
          </a:prstGeom>
          <a:noFill/>
          <a:ln w="28575" cap="flat" cmpd="sng">
            <a:solidFill>
              <a:srgbClr val="EA222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0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0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20"/>
        <p:cNvGrpSpPr/>
        <p:nvPr/>
      </p:nvGrpSpPr>
      <p:grpSpPr>
        <a:xfrm>
          <a:off x="0" y="0"/>
          <a:ext cx="0" cy="0"/>
          <a:chOff x="0" y="0"/>
          <a:chExt cx="0" cy="0"/>
        </a:xfrm>
      </p:grpSpPr>
      <p:cxnSp>
        <p:nvCxnSpPr>
          <p:cNvPr id="1521" name="Google Shape;1521;p66"/>
          <p:cNvCxnSpPr/>
          <p:nvPr/>
        </p:nvCxnSpPr>
        <p:spPr>
          <a:xfrm>
            <a:off x="0" y="5137903"/>
            <a:ext cx="5303400" cy="0"/>
          </a:xfrm>
          <a:prstGeom prst="straightConnector1">
            <a:avLst/>
          </a:prstGeom>
          <a:noFill/>
          <a:ln w="38100" cap="flat" cmpd="sng">
            <a:solidFill>
              <a:srgbClr val="FFFFFF"/>
            </a:solidFill>
            <a:prstDash val="solid"/>
            <a:round/>
            <a:headEnd type="none" w="sm" len="sm"/>
            <a:tailEnd type="none" w="sm" len="sm"/>
          </a:ln>
        </p:spPr>
      </p:cxnSp>
      <p:grpSp>
        <p:nvGrpSpPr>
          <p:cNvPr id="1522" name="Google Shape;1522;p66"/>
          <p:cNvGrpSpPr/>
          <p:nvPr/>
        </p:nvGrpSpPr>
        <p:grpSpPr>
          <a:xfrm rot="10800000">
            <a:off x="15044545" y="-741632"/>
            <a:ext cx="7681773" cy="4261259"/>
            <a:chOff x="0" y="-38100"/>
            <a:chExt cx="406400" cy="225405"/>
          </a:xfrm>
        </p:grpSpPr>
        <p:sp>
          <p:nvSpPr>
            <p:cNvPr id="1523" name="Google Shape;1523;p66"/>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24" name="Google Shape;1524;p66"/>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525" name="Google Shape;1525;p66"/>
          <p:cNvSpPr txBox="1"/>
          <p:nvPr/>
        </p:nvSpPr>
        <p:spPr>
          <a:xfrm>
            <a:off x="1487453" y="231495"/>
            <a:ext cx="116874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Clr>
                <a:srgbClr val="000000"/>
              </a:buClr>
              <a:buSzPts val="4504"/>
              <a:buFont typeface="Arial"/>
              <a:buNone/>
            </a:pPr>
            <a:r>
              <a:rPr lang="en-US" sz="4504" b="1">
                <a:solidFill>
                  <a:srgbClr val="018345"/>
                </a:solidFill>
                <a:latin typeface="Montserrat"/>
                <a:ea typeface="Montserrat"/>
                <a:cs typeface="Montserrat"/>
                <a:sym typeface="Montserrat"/>
              </a:rPr>
              <a:t>07. </a:t>
            </a:r>
            <a:r>
              <a:rPr lang="en-US" sz="4504" b="1" i="0" u="none" strike="noStrike" cap="none">
                <a:solidFill>
                  <a:srgbClr val="018345"/>
                </a:solidFill>
                <a:latin typeface="Montserrat"/>
                <a:ea typeface="Montserrat"/>
                <a:cs typeface="Montserrat"/>
                <a:sym typeface="Montserrat"/>
              </a:rPr>
              <a:t>Listening Practi</a:t>
            </a:r>
            <a:r>
              <a:rPr lang="en-US" sz="4504" b="1">
                <a:solidFill>
                  <a:srgbClr val="018345"/>
                </a:solidFill>
                <a:latin typeface="Montserrat"/>
                <a:ea typeface="Montserrat"/>
                <a:cs typeface="Montserrat"/>
                <a:sym typeface="Montserrat"/>
              </a:rPr>
              <a:t>ce: P</a:t>
            </a:r>
            <a:r>
              <a:rPr lang="en-US" sz="4504" b="1" i="0" u="none" strike="noStrike" cap="none">
                <a:solidFill>
                  <a:srgbClr val="018345"/>
                </a:solidFill>
                <a:latin typeface="Montserrat"/>
                <a:ea typeface="Montserrat"/>
                <a:cs typeface="Montserrat"/>
                <a:sym typeface="Montserrat"/>
              </a:rPr>
              <a:t>art 3</a:t>
            </a:r>
            <a:endParaRPr sz="1400" b="0" i="0" u="none" strike="noStrike" cap="none">
              <a:solidFill>
                <a:srgbClr val="000000"/>
              </a:solidFill>
              <a:latin typeface="Arial"/>
              <a:ea typeface="Arial"/>
              <a:cs typeface="Arial"/>
              <a:sym typeface="Arial"/>
            </a:endParaRPr>
          </a:p>
        </p:txBody>
      </p:sp>
      <p:sp>
        <p:nvSpPr>
          <p:cNvPr id="1526" name="Google Shape;1526;p66"/>
          <p:cNvSpPr/>
          <p:nvPr/>
        </p:nvSpPr>
        <p:spPr>
          <a:xfrm>
            <a:off x="562502" y="231511"/>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3">
              <a:alphaModFix/>
            </a:blip>
            <a:stretch>
              <a:fillRect/>
            </a:stretch>
          </a:blipFill>
          <a:ln>
            <a:noFill/>
          </a:ln>
        </p:spPr>
      </p:sp>
      <p:sp>
        <p:nvSpPr>
          <p:cNvPr id="1527" name="Google Shape;1527;p66"/>
          <p:cNvSpPr txBox="1"/>
          <p:nvPr/>
        </p:nvSpPr>
        <p:spPr>
          <a:xfrm>
            <a:off x="474867" y="1274591"/>
            <a:ext cx="16989000" cy="461700"/>
          </a:xfrm>
          <a:prstGeom prst="rect">
            <a:avLst/>
          </a:prstGeom>
          <a:noFill/>
          <a:ln>
            <a:noFill/>
          </a:ln>
        </p:spPr>
        <p:txBody>
          <a:bodyPr spcFirstLastPara="1" wrap="square" lIns="91400" tIns="45650" rIns="91400" bIns="4565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18345"/>
                </a:solidFill>
                <a:latin typeface="Roboto"/>
                <a:ea typeface="Roboto"/>
                <a:cs typeface="Roboto"/>
                <a:sym typeface="Roboto"/>
              </a:rPr>
              <a:t>Talk/lecture 1: You will hear a man talking about the Statue of Liberty</a:t>
            </a:r>
            <a:endParaRPr sz="1400" b="0" i="0" u="none" strike="noStrike" cap="none">
              <a:solidFill>
                <a:srgbClr val="018345"/>
              </a:solidFill>
              <a:latin typeface="Arial"/>
              <a:ea typeface="Arial"/>
              <a:cs typeface="Arial"/>
              <a:sym typeface="Arial"/>
            </a:endParaRPr>
          </a:p>
        </p:txBody>
      </p:sp>
      <p:sp>
        <p:nvSpPr>
          <p:cNvPr id="1528" name="Google Shape;1528;p66"/>
          <p:cNvSpPr txBox="1"/>
          <p:nvPr/>
        </p:nvSpPr>
        <p:spPr>
          <a:xfrm>
            <a:off x="474875" y="1974625"/>
            <a:ext cx="9422100" cy="6023400"/>
          </a:xfrm>
          <a:prstGeom prst="rect">
            <a:avLst/>
          </a:prstGeom>
          <a:noFill/>
          <a:ln>
            <a:noFill/>
          </a:ln>
        </p:spPr>
        <p:txBody>
          <a:bodyPr spcFirstLastPara="1" wrap="square" lIns="91400" tIns="45650" rIns="91400" bIns="45650" anchor="t" anchorCtr="0">
            <a:spAutoFit/>
          </a:bodyPr>
          <a:lstStyle/>
          <a:p>
            <a:pPr marL="0" lvl="0" indent="0" algn="l" rtl="0">
              <a:lnSpc>
                <a:spcPct val="150000"/>
              </a:lnSpc>
              <a:spcBef>
                <a:spcPts val="0"/>
              </a:spcBef>
              <a:spcAft>
                <a:spcPts val="0"/>
              </a:spcAft>
              <a:buNone/>
            </a:pPr>
            <a:r>
              <a:rPr lang="en-US" sz="2600" b="1">
                <a:solidFill>
                  <a:srgbClr val="018345"/>
                </a:solidFill>
                <a:latin typeface="Roboto"/>
                <a:ea typeface="Roboto"/>
                <a:cs typeface="Roboto"/>
                <a:sym typeface="Roboto"/>
              </a:rPr>
              <a:t>22. Which is NOT TRUE about the construction of the Statue?</a:t>
            </a:r>
            <a:endParaRPr sz="3000">
              <a:solidFill>
                <a:srgbClr val="018345"/>
              </a:solidFill>
            </a:endParaRPr>
          </a:p>
          <a:p>
            <a:pPr marL="0" lvl="0" indent="0" algn="l" rtl="0">
              <a:lnSpc>
                <a:spcPct val="150000"/>
              </a:lnSpc>
              <a:spcBef>
                <a:spcPts val="0"/>
              </a:spcBef>
              <a:spcAft>
                <a:spcPts val="0"/>
              </a:spcAft>
              <a:buNone/>
            </a:pPr>
            <a:r>
              <a:rPr lang="en-US" sz="2600">
                <a:solidFill>
                  <a:schemeClr val="dk1"/>
                </a:solidFill>
                <a:latin typeface="Roboto"/>
                <a:ea typeface="Roboto"/>
                <a:cs typeface="Roboto"/>
                <a:sym typeface="Roboto"/>
              </a:rPr>
              <a:t>A. The statue’s skin was made of copper</a:t>
            </a:r>
            <a:endParaRPr sz="3000"/>
          </a:p>
          <a:p>
            <a:pPr marL="0" lvl="0" indent="0" algn="l" rtl="0">
              <a:lnSpc>
                <a:spcPct val="150000"/>
              </a:lnSpc>
              <a:spcBef>
                <a:spcPts val="0"/>
              </a:spcBef>
              <a:spcAft>
                <a:spcPts val="0"/>
              </a:spcAft>
              <a:buNone/>
            </a:pPr>
            <a:r>
              <a:rPr lang="en-US" sz="2600">
                <a:solidFill>
                  <a:schemeClr val="dk1"/>
                </a:solidFill>
                <a:latin typeface="Roboto"/>
                <a:ea typeface="Roboto"/>
                <a:cs typeface="Roboto"/>
                <a:sym typeface="Roboto"/>
              </a:rPr>
              <a:t>B. Gustave Eiffel was chosen to design the statue.</a:t>
            </a:r>
            <a:endParaRPr sz="3000"/>
          </a:p>
          <a:p>
            <a:pPr marL="0" lvl="0" indent="0" algn="l" rtl="0">
              <a:lnSpc>
                <a:spcPct val="150000"/>
              </a:lnSpc>
              <a:spcBef>
                <a:spcPts val="0"/>
              </a:spcBef>
              <a:spcAft>
                <a:spcPts val="0"/>
              </a:spcAft>
              <a:buNone/>
            </a:pPr>
            <a:r>
              <a:rPr lang="en-US" sz="2600">
                <a:solidFill>
                  <a:schemeClr val="dk1"/>
                </a:solidFill>
                <a:latin typeface="Roboto"/>
                <a:ea typeface="Roboto"/>
                <a:cs typeface="Roboto"/>
                <a:sym typeface="Roboto"/>
              </a:rPr>
              <a:t>C. It is reduced to 350 pieces and shipped to America</a:t>
            </a:r>
            <a:endParaRPr sz="3000"/>
          </a:p>
          <a:p>
            <a:pPr marL="0" lvl="0" indent="0" algn="l" rtl="0">
              <a:lnSpc>
                <a:spcPct val="150000"/>
              </a:lnSpc>
              <a:spcBef>
                <a:spcPts val="0"/>
              </a:spcBef>
              <a:spcAft>
                <a:spcPts val="0"/>
              </a:spcAft>
              <a:buNone/>
            </a:pPr>
            <a:r>
              <a:rPr lang="en-US" sz="2600">
                <a:solidFill>
                  <a:schemeClr val="dk1"/>
                </a:solidFill>
                <a:latin typeface="Roboto"/>
                <a:ea typeface="Roboto"/>
                <a:cs typeface="Roboto"/>
                <a:sym typeface="Roboto"/>
              </a:rPr>
              <a:t>D. It is 46 meters high</a:t>
            </a:r>
            <a:endParaRPr sz="2600">
              <a:solidFill>
                <a:schemeClr val="dk1"/>
              </a:solidFill>
              <a:latin typeface="Roboto"/>
              <a:ea typeface="Roboto"/>
              <a:cs typeface="Roboto"/>
              <a:sym typeface="Roboto"/>
            </a:endParaRPr>
          </a:p>
          <a:p>
            <a:pPr marL="0" lvl="0" indent="0" algn="l" rtl="0">
              <a:lnSpc>
                <a:spcPct val="150000"/>
              </a:lnSpc>
              <a:spcBef>
                <a:spcPts val="1000"/>
              </a:spcBef>
              <a:spcAft>
                <a:spcPts val="0"/>
              </a:spcAft>
              <a:buNone/>
            </a:pPr>
            <a:r>
              <a:rPr lang="en-US" sz="2600" b="1">
                <a:solidFill>
                  <a:srgbClr val="018345"/>
                </a:solidFill>
                <a:latin typeface="Roboto"/>
                <a:ea typeface="Roboto"/>
                <a:cs typeface="Roboto"/>
                <a:sym typeface="Roboto"/>
              </a:rPr>
              <a:t>23. How did the statue get to the United States?</a:t>
            </a:r>
            <a:endParaRPr sz="3000">
              <a:solidFill>
                <a:srgbClr val="018345"/>
              </a:solidFill>
            </a:endParaRPr>
          </a:p>
          <a:p>
            <a:pPr marL="0" lvl="0" indent="0" algn="l" rtl="0">
              <a:lnSpc>
                <a:spcPct val="150000"/>
              </a:lnSpc>
              <a:spcBef>
                <a:spcPts val="0"/>
              </a:spcBef>
              <a:spcAft>
                <a:spcPts val="0"/>
              </a:spcAft>
              <a:buNone/>
            </a:pPr>
            <a:r>
              <a:rPr lang="en-US" sz="2600">
                <a:solidFill>
                  <a:schemeClr val="dk1"/>
                </a:solidFill>
                <a:latin typeface="Roboto"/>
                <a:ea typeface="Roboto"/>
                <a:cs typeface="Roboto"/>
                <a:sym typeface="Roboto"/>
              </a:rPr>
              <a:t>A. It was put together and sent by ship</a:t>
            </a:r>
            <a:endParaRPr sz="3000"/>
          </a:p>
          <a:p>
            <a:pPr marL="0" lvl="0" indent="0" algn="l" rtl="0">
              <a:lnSpc>
                <a:spcPct val="150000"/>
              </a:lnSpc>
              <a:spcBef>
                <a:spcPts val="0"/>
              </a:spcBef>
              <a:spcAft>
                <a:spcPts val="0"/>
              </a:spcAft>
              <a:buNone/>
            </a:pPr>
            <a:r>
              <a:rPr lang="en-US" sz="2600">
                <a:solidFill>
                  <a:schemeClr val="dk1"/>
                </a:solidFill>
                <a:latin typeface="Roboto"/>
                <a:ea typeface="Roboto"/>
                <a:cs typeface="Roboto"/>
                <a:sym typeface="Roboto"/>
              </a:rPr>
              <a:t>B. It was reduced to 46 pieces</a:t>
            </a:r>
            <a:endParaRPr sz="3000"/>
          </a:p>
          <a:p>
            <a:pPr marL="0" lvl="0" indent="0" algn="l" rtl="0">
              <a:lnSpc>
                <a:spcPct val="150000"/>
              </a:lnSpc>
              <a:spcBef>
                <a:spcPts val="0"/>
              </a:spcBef>
              <a:spcAft>
                <a:spcPts val="0"/>
              </a:spcAft>
              <a:buNone/>
            </a:pPr>
            <a:r>
              <a:rPr lang="en-US" sz="2600">
                <a:solidFill>
                  <a:schemeClr val="dk1"/>
                </a:solidFill>
                <a:latin typeface="Roboto"/>
                <a:ea typeface="Roboto"/>
                <a:cs typeface="Roboto"/>
                <a:sym typeface="Roboto"/>
              </a:rPr>
              <a:t>C. It came in many parts in many boxes</a:t>
            </a:r>
            <a:endParaRPr sz="3000"/>
          </a:p>
          <a:p>
            <a:pPr marL="0" lvl="0" indent="0" algn="l" rtl="0">
              <a:lnSpc>
                <a:spcPct val="150000"/>
              </a:lnSpc>
              <a:spcBef>
                <a:spcPts val="0"/>
              </a:spcBef>
              <a:spcAft>
                <a:spcPts val="0"/>
              </a:spcAft>
              <a:buNone/>
            </a:pPr>
            <a:r>
              <a:rPr lang="en-US" sz="2600">
                <a:solidFill>
                  <a:schemeClr val="dk1"/>
                </a:solidFill>
                <a:latin typeface="Roboto"/>
                <a:ea typeface="Roboto"/>
                <a:cs typeface="Roboto"/>
                <a:sym typeface="Roboto"/>
              </a:rPr>
              <a:t>D. It was transported by a big plane</a:t>
            </a:r>
            <a:endParaRPr sz="2600">
              <a:solidFill>
                <a:schemeClr val="dk1"/>
              </a:solidFill>
              <a:latin typeface="Roboto"/>
              <a:ea typeface="Roboto"/>
              <a:cs typeface="Roboto"/>
              <a:sym typeface="Roboto"/>
            </a:endParaRPr>
          </a:p>
        </p:txBody>
      </p:sp>
      <p:sp>
        <p:nvSpPr>
          <p:cNvPr id="1529" name="Google Shape;1529;p66"/>
          <p:cNvSpPr txBox="1"/>
          <p:nvPr/>
        </p:nvSpPr>
        <p:spPr>
          <a:xfrm>
            <a:off x="474875" y="8379175"/>
            <a:ext cx="36225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latin typeface="Montserrat"/>
                <a:ea typeface="Montserrat"/>
                <a:cs typeface="Montserrat"/>
                <a:sym typeface="Montserrat"/>
              </a:rPr>
              <a:t>Question 22 - 23 audio: </a:t>
            </a:r>
            <a:endParaRPr sz="4200">
              <a:latin typeface="Roboto"/>
              <a:ea typeface="Roboto"/>
              <a:cs typeface="Roboto"/>
              <a:sym typeface="Roboto"/>
            </a:endParaRPr>
          </a:p>
        </p:txBody>
      </p:sp>
      <p:sp>
        <p:nvSpPr>
          <p:cNvPr id="1530" name="Google Shape;1530;p66"/>
          <p:cNvSpPr txBox="1"/>
          <p:nvPr/>
        </p:nvSpPr>
        <p:spPr>
          <a:xfrm>
            <a:off x="9822500" y="2258975"/>
            <a:ext cx="7920000" cy="1676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US" sz="2100" b="1" i="1">
                <a:solidFill>
                  <a:schemeClr val="dk1"/>
                </a:solidFill>
                <a:latin typeface="Roboto"/>
                <a:ea typeface="Roboto"/>
                <a:cs typeface="Roboto"/>
                <a:sym typeface="Roboto"/>
              </a:rPr>
              <a:t>Câu 22: </a:t>
            </a:r>
            <a:r>
              <a:rPr lang="en-US" sz="2100" i="1">
                <a:solidFill>
                  <a:schemeClr val="dk1"/>
                </a:solidFill>
                <a:latin typeface="Roboto"/>
                <a:ea typeface="Roboto"/>
                <a:cs typeface="Roboto"/>
                <a:sym typeface="Roboto"/>
              </a:rPr>
              <a:t>Với dạng câu hỏi này, thông tin thường được nhắc đến trong một đoạn audio dài nên học viên cần tập trung cao khi nghe ➨ loại các thông tin nghe được. </a:t>
            </a:r>
            <a:endParaRPr sz="2100" i="1">
              <a:solidFill>
                <a:schemeClr val="dk1"/>
              </a:solidFill>
              <a:latin typeface="Roboto"/>
              <a:ea typeface="Roboto"/>
              <a:cs typeface="Roboto"/>
              <a:sym typeface="Roboto"/>
            </a:endParaRPr>
          </a:p>
        </p:txBody>
      </p:sp>
      <p:sp>
        <p:nvSpPr>
          <p:cNvPr id="1531" name="Google Shape;1531;p66"/>
          <p:cNvSpPr/>
          <p:nvPr/>
        </p:nvSpPr>
        <p:spPr>
          <a:xfrm>
            <a:off x="2460900" y="1974625"/>
            <a:ext cx="1636500" cy="461700"/>
          </a:xfrm>
          <a:prstGeom prst="rect">
            <a:avLst/>
          </a:prstGeom>
          <a:noFill/>
          <a:ln w="28575"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1532" name="Google Shape;1532;p66" title="02. Question 22-23.mp3">
            <a:hlinkClick r:id="rId4"/>
          </p:cNvPr>
          <p:cNvPicPr preferRelativeResize="0"/>
          <p:nvPr/>
        </p:nvPicPr>
        <p:blipFill>
          <a:blip r:embed="rId5">
            <a:alphaModFix/>
          </a:blip>
          <a:stretch>
            <a:fillRect/>
          </a:stretch>
        </p:blipFill>
        <p:spPr>
          <a:xfrm rot="10800000" flipH="1">
            <a:off x="4163700" y="8272395"/>
            <a:ext cx="751450" cy="751450"/>
          </a:xfrm>
          <a:prstGeom prst="rect">
            <a:avLst/>
          </a:prstGeom>
          <a:noFill/>
          <a:ln>
            <a:noFill/>
          </a:ln>
        </p:spPr>
      </p:pic>
      <p:sp>
        <p:nvSpPr>
          <p:cNvPr id="1533" name="Google Shape;1533;p66"/>
          <p:cNvSpPr txBox="1"/>
          <p:nvPr/>
        </p:nvSpPr>
        <p:spPr>
          <a:xfrm>
            <a:off x="9844550" y="4641275"/>
            <a:ext cx="7875900" cy="1401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US" sz="2100" b="1" i="1">
                <a:solidFill>
                  <a:schemeClr val="dk1"/>
                </a:solidFill>
                <a:latin typeface="Roboto"/>
                <a:ea typeface="Roboto"/>
                <a:cs typeface="Roboto"/>
                <a:sym typeface="Roboto"/>
              </a:rPr>
              <a:t>Câu 23: </a:t>
            </a:r>
            <a:r>
              <a:rPr lang="en-US" sz="2100" i="1">
                <a:solidFill>
                  <a:schemeClr val="dk1"/>
                </a:solidFill>
                <a:latin typeface="Roboto"/>
                <a:ea typeface="Roboto"/>
                <a:cs typeface="Roboto"/>
                <a:sym typeface="Roboto"/>
              </a:rPr>
              <a:t>Với dạng câu hỏi này, học viên cần dự đoán những từ đồng nghĩa có thể được dùng để paraphrase từ khóa </a:t>
            </a:r>
            <a:r>
              <a:rPr lang="en-US" sz="2100" b="1" i="1">
                <a:solidFill>
                  <a:schemeClr val="dk1"/>
                </a:solidFill>
                <a:latin typeface="Roboto"/>
                <a:ea typeface="Roboto"/>
                <a:cs typeface="Roboto"/>
                <a:sym typeface="Roboto"/>
              </a:rPr>
              <a:t>get to </a:t>
            </a:r>
            <a:r>
              <a:rPr lang="en-US" sz="2100" i="1">
                <a:solidFill>
                  <a:schemeClr val="dk1"/>
                </a:solidFill>
                <a:latin typeface="Roboto"/>
                <a:ea typeface="Roboto"/>
                <a:cs typeface="Roboto"/>
                <a:sym typeface="Roboto"/>
              </a:rPr>
              <a:t>sẽ xuất hiện trong audio, và loại ngay các đáp án không xuất hiện trong bài</a:t>
            </a:r>
            <a:endParaRPr sz="2100" i="1">
              <a:solidFill>
                <a:schemeClr val="dk1"/>
              </a:solidFill>
              <a:latin typeface="Roboto"/>
              <a:ea typeface="Roboto"/>
              <a:cs typeface="Roboto"/>
              <a:sym typeface="Roboto"/>
            </a:endParaRPr>
          </a:p>
        </p:txBody>
      </p:sp>
      <p:sp>
        <p:nvSpPr>
          <p:cNvPr id="1534" name="Google Shape;1534;p66"/>
          <p:cNvSpPr/>
          <p:nvPr/>
        </p:nvSpPr>
        <p:spPr>
          <a:xfrm>
            <a:off x="3887250" y="5110925"/>
            <a:ext cx="1027800" cy="461700"/>
          </a:xfrm>
          <a:prstGeom prst="rect">
            <a:avLst/>
          </a:prstGeom>
          <a:noFill/>
          <a:ln w="28575"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38"/>
        <p:cNvGrpSpPr/>
        <p:nvPr/>
      </p:nvGrpSpPr>
      <p:grpSpPr>
        <a:xfrm>
          <a:off x="0" y="0"/>
          <a:ext cx="0" cy="0"/>
          <a:chOff x="0" y="0"/>
          <a:chExt cx="0" cy="0"/>
        </a:xfrm>
      </p:grpSpPr>
      <p:cxnSp>
        <p:nvCxnSpPr>
          <p:cNvPr id="1539" name="Google Shape;1539;p67"/>
          <p:cNvCxnSpPr/>
          <p:nvPr/>
        </p:nvCxnSpPr>
        <p:spPr>
          <a:xfrm>
            <a:off x="0" y="5137903"/>
            <a:ext cx="5303400" cy="0"/>
          </a:xfrm>
          <a:prstGeom prst="straightConnector1">
            <a:avLst/>
          </a:prstGeom>
          <a:noFill/>
          <a:ln w="38100" cap="flat" cmpd="sng">
            <a:solidFill>
              <a:srgbClr val="FFFFFF"/>
            </a:solidFill>
            <a:prstDash val="solid"/>
            <a:round/>
            <a:headEnd type="none" w="sm" len="sm"/>
            <a:tailEnd type="none" w="sm" len="sm"/>
          </a:ln>
        </p:spPr>
      </p:cxnSp>
      <p:grpSp>
        <p:nvGrpSpPr>
          <p:cNvPr id="1540" name="Google Shape;1540;p67"/>
          <p:cNvGrpSpPr/>
          <p:nvPr/>
        </p:nvGrpSpPr>
        <p:grpSpPr>
          <a:xfrm rot="10800000">
            <a:off x="15044545" y="-741632"/>
            <a:ext cx="7681773" cy="4261259"/>
            <a:chOff x="0" y="-38100"/>
            <a:chExt cx="406400" cy="225405"/>
          </a:xfrm>
        </p:grpSpPr>
        <p:sp>
          <p:nvSpPr>
            <p:cNvPr id="1541" name="Google Shape;1541;p67"/>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42" name="Google Shape;1542;p67"/>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543" name="Google Shape;1543;p67"/>
          <p:cNvSpPr txBox="1"/>
          <p:nvPr/>
        </p:nvSpPr>
        <p:spPr>
          <a:xfrm>
            <a:off x="1487453" y="231495"/>
            <a:ext cx="116874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Clr>
                <a:srgbClr val="000000"/>
              </a:buClr>
              <a:buSzPts val="4504"/>
              <a:buFont typeface="Arial"/>
              <a:buNone/>
            </a:pPr>
            <a:r>
              <a:rPr lang="en-US" sz="4504" b="1">
                <a:solidFill>
                  <a:srgbClr val="018345"/>
                </a:solidFill>
                <a:latin typeface="Montserrat"/>
                <a:ea typeface="Montserrat"/>
                <a:cs typeface="Montserrat"/>
                <a:sym typeface="Montserrat"/>
              </a:rPr>
              <a:t>07. </a:t>
            </a:r>
            <a:r>
              <a:rPr lang="en-US" sz="4504" b="1" i="0" u="none" strike="noStrike" cap="none">
                <a:solidFill>
                  <a:srgbClr val="018345"/>
                </a:solidFill>
                <a:latin typeface="Montserrat"/>
                <a:ea typeface="Montserrat"/>
                <a:cs typeface="Montserrat"/>
                <a:sym typeface="Montserrat"/>
              </a:rPr>
              <a:t>Listening Practi</a:t>
            </a:r>
            <a:r>
              <a:rPr lang="en-US" sz="4504" b="1">
                <a:solidFill>
                  <a:srgbClr val="018345"/>
                </a:solidFill>
                <a:latin typeface="Montserrat"/>
                <a:ea typeface="Montserrat"/>
                <a:cs typeface="Montserrat"/>
                <a:sym typeface="Montserrat"/>
              </a:rPr>
              <a:t>ce: P</a:t>
            </a:r>
            <a:r>
              <a:rPr lang="en-US" sz="4504" b="1" i="0" u="none" strike="noStrike" cap="none">
                <a:solidFill>
                  <a:srgbClr val="018345"/>
                </a:solidFill>
                <a:latin typeface="Montserrat"/>
                <a:ea typeface="Montserrat"/>
                <a:cs typeface="Montserrat"/>
                <a:sym typeface="Montserrat"/>
              </a:rPr>
              <a:t>art 3</a:t>
            </a:r>
            <a:endParaRPr sz="1400" b="0" i="0" u="none" strike="noStrike" cap="none">
              <a:solidFill>
                <a:srgbClr val="000000"/>
              </a:solidFill>
              <a:latin typeface="Arial"/>
              <a:ea typeface="Arial"/>
              <a:cs typeface="Arial"/>
              <a:sym typeface="Arial"/>
            </a:endParaRPr>
          </a:p>
        </p:txBody>
      </p:sp>
      <p:sp>
        <p:nvSpPr>
          <p:cNvPr id="1544" name="Google Shape;1544;p67"/>
          <p:cNvSpPr/>
          <p:nvPr/>
        </p:nvSpPr>
        <p:spPr>
          <a:xfrm>
            <a:off x="562502" y="231511"/>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3">
              <a:alphaModFix/>
            </a:blip>
            <a:stretch>
              <a:fillRect/>
            </a:stretch>
          </a:blipFill>
          <a:ln>
            <a:noFill/>
          </a:ln>
        </p:spPr>
      </p:sp>
      <p:sp>
        <p:nvSpPr>
          <p:cNvPr id="1545" name="Google Shape;1545;p67"/>
          <p:cNvSpPr txBox="1"/>
          <p:nvPr/>
        </p:nvSpPr>
        <p:spPr>
          <a:xfrm>
            <a:off x="474867" y="1274591"/>
            <a:ext cx="16989000" cy="461700"/>
          </a:xfrm>
          <a:prstGeom prst="rect">
            <a:avLst/>
          </a:prstGeom>
          <a:noFill/>
          <a:ln>
            <a:noFill/>
          </a:ln>
        </p:spPr>
        <p:txBody>
          <a:bodyPr spcFirstLastPara="1" wrap="square" lIns="91400" tIns="45650" rIns="91400" bIns="4565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18345"/>
                </a:solidFill>
                <a:latin typeface="Roboto"/>
                <a:ea typeface="Roboto"/>
                <a:cs typeface="Roboto"/>
                <a:sym typeface="Roboto"/>
              </a:rPr>
              <a:t>Talk/lecture 1: You will hear a man talking about the Statue of Liberty</a:t>
            </a:r>
            <a:endParaRPr sz="1400" b="0" i="0" u="none" strike="noStrike" cap="none">
              <a:solidFill>
                <a:srgbClr val="018345"/>
              </a:solidFill>
              <a:latin typeface="Arial"/>
              <a:ea typeface="Arial"/>
              <a:cs typeface="Arial"/>
              <a:sym typeface="Arial"/>
            </a:endParaRPr>
          </a:p>
        </p:txBody>
      </p:sp>
      <p:sp>
        <p:nvSpPr>
          <p:cNvPr id="1546" name="Google Shape;1546;p67"/>
          <p:cNvSpPr txBox="1"/>
          <p:nvPr/>
        </p:nvSpPr>
        <p:spPr>
          <a:xfrm>
            <a:off x="474750" y="2221700"/>
            <a:ext cx="8181900" cy="6143400"/>
          </a:xfrm>
          <a:prstGeom prst="rect">
            <a:avLst/>
          </a:prstGeom>
          <a:noFill/>
          <a:ln>
            <a:noFill/>
          </a:ln>
        </p:spPr>
        <p:txBody>
          <a:bodyPr spcFirstLastPara="1" wrap="square" lIns="91400" tIns="45650" rIns="91400" bIns="45650" anchor="t" anchorCtr="0">
            <a:spAutoFit/>
          </a:bodyPr>
          <a:lstStyle/>
          <a:p>
            <a:pPr marL="0" lvl="0" indent="0" algn="l" rtl="0">
              <a:lnSpc>
                <a:spcPct val="150000"/>
              </a:lnSpc>
              <a:spcBef>
                <a:spcPts val="0"/>
              </a:spcBef>
              <a:spcAft>
                <a:spcPts val="0"/>
              </a:spcAft>
              <a:buNone/>
            </a:pPr>
            <a:r>
              <a:rPr lang="en-US" sz="2600" b="1">
                <a:solidFill>
                  <a:srgbClr val="018345"/>
                </a:solidFill>
                <a:latin typeface="Roboto"/>
                <a:ea typeface="Roboto"/>
                <a:cs typeface="Roboto"/>
                <a:sym typeface="Roboto"/>
              </a:rPr>
              <a:t>22. Which is NOT TRUE about the construction of the Statue?</a:t>
            </a:r>
            <a:endParaRPr sz="3000">
              <a:solidFill>
                <a:srgbClr val="018345"/>
              </a:solidFill>
            </a:endParaRPr>
          </a:p>
          <a:p>
            <a:pPr marL="0" lvl="0" indent="0" algn="l" rtl="0">
              <a:lnSpc>
                <a:spcPct val="150000"/>
              </a:lnSpc>
              <a:spcBef>
                <a:spcPts val="0"/>
              </a:spcBef>
              <a:spcAft>
                <a:spcPts val="0"/>
              </a:spcAft>
              <a:buNone/>
            </a:pPr>
            <a:r>
              <a:rPr lang="en-US" sz="2600">
                <a:solidFill>
                  <a:schemeClr val="dk1"/>
                </a:solidFill>
                <a:latin typeface="Roboto"/>
                <a:ea typeface="Roboto"/>
                <a:cs typeface="Roboto"/>
                <a:sym typeface="Roboto"/>
              </a:rPr>
              <a:t>A. The statue’s skin was made of copper</a:t>
            </a:r>
            <a:endParaRPr sz="3000"/>
          </a:p>
          <a:p>
            <a:pPr marL="0" lvl="0" indent="0" algn="l" rtl="0">
              <a:lnSpc>
                <a:spcPct val="150000"/>
              </a:lnSpc>
              <a:spcBef>
                <a:spcPts val="0"/>
              </a:spcBef>
              <a:spcAft>
                <a:spcPts val="0"/>
              </a:spcAft>
              <a:buNone/>
            </a:pPr>
            <a:r>
              <a:rPr lang="en-US" sz="2600">
                <a:solidFill>
                  <a:schemeClr val="dk1"/>
                </a:solidFill>
                <a:latin typeface="Roboto"/>
                <a:ea typeface="Roboto"/>
                <a:cs typeface="Roboto"/>
                <a:sym typeface="Roboto"/>
              </a:rPr>
              <a:t>B. Gustave Eiffel was chosen to design the statue.</a:t>
            </a:r>
            <a:endParaRPr sz="3000"/>
          </a:p>
          <a:p>
            <a:pPr marL="0" lvl="0" indent="0" algn="l" rtl="0">
              <a:lnSpc>
                <a:spcPct val="150000"/>
              </a:lnSpc>
              <a:spcBef>
                <a:spcPts val="0"/>
              </a:spcBef>
              <a:spcAft>
                <a:spcPts val="0"/>
              </a:spcAft>
              <a:buNone/>
            </a:pPr>
            <a:r>
              <a:rPr lang="en-US" sz="2600">
                <a:solidFill>
                  <a:schemeClr val="dk1"/>
                </a:solidFill>
                <a:latin typeface="Roboto"/>
                <a:ea typeface="Roboto"/>
                <a:cs typeface="Roboto"/>
                <a:sym typeface="Roboto"/>
              </a:rPr>
              <a:t>C. It is reduced to 350 pieces and shipped to America</a:t>
            </a:r>
            <a:endParaRPr sz="3000"/>
          </a:p>
          <a:p>
            <a:pPr marL="0" lvl="0" indent="0" algn="l" rtl="0">
              <a:lnSpc>
                <a:spcPct val="150000"/>
              </a:lnSpc>
              <a:spcBef>
                <a:spcPts val="0"/>
              </a:spcBef>
              <a:spcAft>
                <a:spcPts val="0"/>
              </a:spcAft>
              <a:buNone/>
            </a:pPr>
            <a:r>
              <a:rPr lang="en-US" sz="2600">
                <a:solidFill>
                  <a:schemeClr val="dk1"/>
                </a:solidFill>
                <a:latin typeface="Roboto"/>
                <a:ea typeface="Roboto"/>
                <a:cs typeface="Roboto"/>
                <a:sym typeface="Roboto"/>
              </a:rPr>
              <a:t>D. It is 46 meters high</a:t>
            </a:r>
            <a:endParaRPr sz="2600">
              <a:solidFill>
                <a:schemeClr val="dk1"/>
              </a:solidFill>
              <a:latin typeface="Roboto"/>
              <a:ea typeface="Roboto"/>
              <a:cs typeface="Roboto"/>
              <a:sym typeface="Roboto"/>
            </a:endParaRPr>
          </a:p>
          <a:p>
            <a:pPr marL="0" lvl="0" indent="0" algn="l" rtl="0">
              <a:lnSpc>
                <a:spcPct val="120000"/>
              </a:lnSpc>
              <a:spcBef>
                <a:spcPts val="1000"/>
              </a:spcBef>
              <a:spcAft>
                <a:spcPts val="0"/>
              </a:spcAft>
              <a:buNone/>
            </a:pPr>
            <a:r>
              <a:rPr lang="en-US" sz="2600" b="1">
                <a:solidFill>
                  <a:srgbClr val="018345"/>
                </a:solidFill>
                <a:latin typeface="Roboto"/>
                <a:ea typeface="Roboto"/>
                <a:cs typeface="Roboto"/>
                <a:sym typeface="Roboto"/>
              </a:rPr>
              <a:t>23. How did the statue get to the United States?</a:t>
            </a:r>
            <a:endParaRPr sz="3000">
              <a:solidFill>
                <a:srgbClr val="018345"/>
              </a:solidFill>
            </a:endParaRPr>
          </a:p>
          <a:p>
            <a:pPr marL="0" lvl="0" indent="0" algn="l" rtl="0">
              <a:lnSpc>
                <a:spcPct val="120000"/>
              </a:lnSpc>
              <a:spcBef>
                <a:spcPts val="0"/>
              </a:spcBef>
              <a:spcAft>
                <a:spcPts val="0"/>
              </a:spcAft>
              <a:buNone/>
            </a:pPr>
            <a:r>
              <a:rPr lang="en-US" sz="2600">
                <a:solidFill>
                  <a:schemeClr val="dk1"/>
                </a:solidFill>
                <a:latin typeface="Roboto"/>
                <a:ea typeface="Roboto"/>
                <a:cs typeface="Roboto"/>
                <a:sym typeface="Roboto"/>
              </a:rPr>
              <a:t>A. It was put together and sent by ship</a:t>
            </a:r>
            <a:endParaRPr sz="3000"/>
          </a:p>
          <a:p>
            <a:pPr marL="0" lvl="0" indent="0" algn="l" rtl="0">
              <a:lnSpc>
                <a:spcPct val="120000"/>
              </a:lnSpc>
              <a:spcBef>
                <a:spcPts val="0"/>
              </a:spcBef>
              <a:spcAft>
                <a:spcPts val="0"/>
              </a:spcAft>
              <a:buNone/>
            </a:pPr>
            <a:r>
              <a:rPr lang="en-US" sz="2600">
                <a:solidFill>
                  <a:schemeClr val="dk1"/>
                </a:solidFill>
                <a:latin typeface="Roboto"/>
                <a:ea typeface="Roboto"/>
                <a:cs typeface="Roboto"/>
                <a:sym typeface="Roboto"/>
              </a:rPr>
              <a:t>B. It was reduced to 46 pieces</a:t>
            </a:r>
            <a:endParaRPr sz="3000"/>
          </a:p>
          <a:p>
            <a:pPr marL="0" lvl="0" indent="0" algn="l" rtl="0">
              <a:lnSpc>
                <a:spcPct val="120000"/>
              </a:lnSpc>
              <a:spcBef>
                <a:spcPts val="0"/>
              </a:spcBef>
              <a:spcAft>
                <a:spcPts val="0"/>
              </a:spcAft>
              <a:buNone/>
            </a:pPr>
            <a:r>
              <a:rPr lang="en-US" sz="2600">
                <a:solidFill>
                  <a:schemeClr val="dk1"/>
                </a:solidFill>
                <a:latin typeface="Roboto"/>
                <a:ea typeface="Roboto"/>
                <a:cs typeface="Roboto"/>
                <a:sym typeface="Roboto"/>
              </a:rPr>
              <a:t>C. It came in many parts in many boxes</a:t>
            </a:r>
            <a:endParaRPr sz="3000"/>
          </a:p>
          <a:p>
            <a:pPr marL="0" lvl="0" indent="0" algn="l" rtl="0">
              <a:lnSpc>
                <a:spcPct val="120000"/>
              </a:lnSpc>
              <a:spcBef>
                <a:spcPts val="0"/>
              </a:spcBef>
              <a:spcAft>
                <a:spcPts val="0"/>
              </a:spcAft>
              <a:buNone/>
            </a:pPr>
            <a:r>
              <a:rPr lang="en-US" sz="2600">
                <a:solidFill>
                  <a:schemeClr val="dk1"/>
                </a:solidFill>
                <a:latin typeface="Roboto"/>
                <a:ea typeface="Roboto"/>
                <a:cs typeface="Roboto"/>
                <a:sym typeface="Roboto"/>
              </a:rPr>
              <a:t>D. It was transported by a big plane</a:t>
            </a:r>
            <a:endParaRPr sz="2600">
              <a:solidFill>
                <a:schemeClr val="dk1"/>
              </a:solidFill>
              <a:latin typeface="Roboto"/>
              <a:ea typeface="Roboto"/>
              <a:cs typeface="Roboto"/>
              <a:sym typeface="Roboto"/>
            </a:endParaRPr>
          </a:p>
        </p:txBody>
      </p:sp>
      <p:sp>
        <p:nvSpPr>
          <p:cNvPr id="1547" name="Google Shape;1547;p67"/>
          <p:cNvSpPr/>
          <p:nvPr/>
        </p:nvSpPr>
        <p:spPr>
          <a:xfrm>
            <a:off x="12114225" y="1736300"/>
            <a:ext cx="2828100" cy="647400"/>
          </a:xfrm>
          <a:prstGeom prst="round2DiagRect">
            <a:avLst>
              <a:gd name="adj1" fmla="val 50000"/>
              <a:gd name="adj2" fmla="val 0"/>
            </a:avLst>
          </a:prstGeom>
          <a:solidFill>
            <a:srgbClr val="FFF2CC"/>
          </a:solidFill>
          <a:ln w="9525" cap="flat" cmpd="sng">
            <a:solidFill>
              <a:srgbClr val="FFE5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rgbClr val="0000FF"/>
                </a:solidFill>
                <a:latin typeface="Roboto"/>
                <a:ea typeface="Roboto"/>
                <a:cs typeface="Roboto"/>
                <a:sym typeface="Roboto"/>
              </a:rPr>
              <a:t>TRANSCRIPT</a:t>
            </a:r>
            <a:endParaRPr sz="2100" b="1">
              <a:solidFill>
                <a:srgbClr val="0000FF"/>
              </a:solidFill>
              <a:latin typeface="Roboto"/>
              <a:ea typeface="Roboto"/>
              <a:cs typeface="Roboto"/>
              <a:sym typeface="Roboto"/>
            </a:endParaRPr>
          </a:p>
        </p:txBody>
      </p:sp>
      <p:pic>
        <p:nvPicPr>
          <p:cNvPr id="1548" name="Google Shape;1548;p67"/>
          <p:cNvPicPr preferRelativeResize="0"/>
          <p:nvPr/>
        </p:nvPicPr>
        <p:blipFill>
          <a:blip r:embed="rId4">
            <a:alphaModFix/>
          </a:blip>
          <a:stretch>
            <a:fillRect/>
          </a:stretch>
        </p:blipFill>
        <p:spPr>
          <a:xfrm>
            <a:off x="8855475" y="2556775"/>
            <a:ext cx="9124050" cy="6234626"/>
          </a:xfrm>
          <a:prstGeom prst="rect">
            <a:avLst/>
          </a:prstGeom>
          <a:solidFill>
            <a:srgbClr val="FFF2CC"/>
          </a:solidFill>
          <a:ln>
            <a:noFill/>
          </a:ln>
        </p:spPr>
      </p:pic>
      <p:sp>
        <p:nvSpPr>
          <p:cNvPr id="1549" name="Google Shape;1549;p67"/>
          <p:cNvSpPr/>
          <p:nvPr/>
        </p:nvSpPr>
        <p:spPr>
          <a:xfrm>
            <a:off x="8930075" y="2504525"/>
            <a:ext cx="4832700" cy="393600"/>
          </a:xfrm>
          <a:prstGeom prst="rect">
            <a:avLst/>
          </a:prstGeom>
          <a:noFill/>
          <a:ln w="28575" cap="flat" cmpd="sng">
            <a:solidFill>
              <a:srgbClr val="01814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50" name="Google Shape;1550;p67"/>
          <p:cNvSpPr/>
          <p:nvPr/>
        </p:nvSpPr>
        <p:spPr>
          <a:xfrm>
            <a:off x="13281000" y="3466025"/>
            <a:ext cx="4428900" cy="393600"/>
          </a:xfrm>
          <a:prstGeom prst="rect">
            <a:avLst/>
          </a:prstGeom>
          <a:noFill/>
          <a:ln w="28575" cap="flat" cmpd="sng">
            <a:solidFill>
              <a:srgbClr val="01814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51" name="Google Shape;1551;p67"/>
          <p:cNvSpPr/>
          <p:nvPr/>
        </p:nvSpPr>
        <p:spPr>
          <a:xfrm>
            <a:off x="8855475" y="3935825"/>
            <a:ext cx="5180700" cy="393600"/>
          </a:xfrm>
          <a:prstGeom prst="rect">
            <a:avLst/>
          </a:prstGeom>
          <a:noFill/>
          <a:ln w="28575" cap="flat" cmpd="sng">
            <a:solidFill>
              <a:srgbClr val="01814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52" name="Google Shape;1552;p67"/>
          <p:cNvSpPr/>
          <p:nvPr/>
        </p:nvSpPr>
        <p:spPr>
          <a:xfrm>
            <a:off x="14298850" y="3935275"/>
            <a:ext cx="404700" cy="393600"/>
          </a:xfrm>
          <a:prstGeom prst="rightArrow">
            <a:avLst>
              <a:gd name="adj1" fmla="val 50000"/>
              <a:gd name="adj2" fmla="val 50000"/>
            </a:avLst>
          </a:prstGeom>
          <a:solidFill>
            <a:srgbClr val="0181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553" name="Google Shape;1553;p67"/>
          <p:cNvCxnSpPr/>
          <p:nvPr/>
        </p:nvCxnSpPr>
        <p:spPr>
          <a:xfrm rot="10800000" flipH="1">
            <a:off x="9465825" y="3237050"/>
            <a:ext cx="5062200" cy="21900"/>
          </a:xfrm>
          <a:prstGeom prst="straightConnector1">
            <a:avLst/>
          </a:prstGeom>
          <a:noFill/>
          <a:ln w="19050" cap="flat" cmpd="sng">
            <a:solidFill>
              <a:srgbClr val="FF0000"/>
            </a:solidFill>
            <a:prstDash val="solid"/>
            <a:round/>
            <a:headEnd type="none" w="med" len="med"/>
            <a:tailEnd type="none" w="med" len="med"/>
          </a:ln>
        </p:spPr>
      </p:cxnSp>
      <p:sp>
        <p:nvSpPr>
          <p:cNvPr id="1554" name="Google Shape;1554;p67"/>
          <p:cNvSpPr/>
          <p:nvPr/>
        </p:nvSpPr>
        <p:spPr>
          <a:xfrm>
            <a:off x="14703550" y="2972450"/>
            <a:ext cx="404700" cy="393600"/>
          </a:xfrm>
          <a:prstGeom prst="rightArrow">
            <a:avLst>
              <a:gd name="adj1" fmla="val 50000"/>
              <a:gd name="adj2" fmla="val 50000"/>
            </a:avLst>
          </a:prstGeom>
          <a:solidFill>
            <a:srgbClr val="EC1B23"/>
          </a:solidFill>
          <a:ln w="9525"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55" name="Google Shape;1555;p67"/>
          <p:cNvSpPr txBox="1"/>
          <p:nvPr/>
        </p:nvSpPr>
        <p:spPr>
          <a:xfrm>
            <a:off x="15337200" y="2898125"/>
            <a:ext cx="1060500" cy="461700"/>
          </a:xfrm>
          <a:prstGeom prst="rect">
            <a:avLst/>
          </a:prstGeom>
          <a:solidFill>
            <a:srgbClr val="FF000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b="1">
                <a:solidFill>
                  <a:schemeClr val="lt1"/>
                </a:solidFill>
                <a:latin typeface="Roboto"/>
                <a:ea typeface="Roboto"/>
                <a:cs typeface="Roboto"/>
                <a:sym typeface="Roboto"/>
              </a:rPr>
              <a:t>LOẠI A</a:t>
            </a:r>
            <a:endParaRPr sz="2100" b="1">
              <a:solidFill>
                <a:schemeClr val="lt1"/>
              </a:solidFill>
              <a:latin typeface="Roboto"/>
              <a:ea typeface="Roboto"/>
              <a:cs typeface="Roboto"/>
              <a:sym typeface="Roboto"/>
            </a:endParaRPr>
          </a:p>
        </p:txBody>
      </p:sp>
      <p:cxnSp>
        <p:nvCxnSpPr>
          <p:cNvPr id="1556" name="Google Shape;1556;p67"/>
          <p:cNvCxnSpPr/>
          <p:nvPr/>
        </p:nvCxnSpPr>
        <p:spPr>
          <a:xfrm rot="10800000" flipH="1">
            <a:off x="9006600" y="5128750"/>
            <a:ext cx="8604900" cy="10800"/>
          </a:xfrm>
          <a:prstGeom prst="straightConnector1">
            <a:avLst/>
          </a:prstGeom>
          <a:noFill/>
          <a:ln w="19050" cap="flat" cmpd="sng">
            <a:solidFill>
              <a:srgbClr val="FF0000"/>
            </a:solidFill>
            <a:prstDash val="solid"/>
            <a:round/>
            <a:headEnd type="none" w="med" len="med"/>
            <a:tailEnd type="none" w="med" len="med"/>
          </a:ln>
        </p:spPr>
      </p:cxnSp>
      <p:sp>
        <p:nvSpPr>
          <p:cNvPr id="1557" name="Google Shape;1557;p67"/>
          <p:cNvSpPr/>
          <p:nvPr/>
        </p:nvSpPr>
        <p:spPr>
          <a:xfrm rot="10800000">
            <a:off x="8526975" y="4824275"/>
            <a:ext cx="404700" cy="393600"/>
          </a:xfrm>
          <a:prstGeom prst="rightArrow">
            <a:avLst>
              <a:gd name="adj1" fmla="val 50000"/>
              <a:gd name="adj2" fmla="val 50000"/>
            </a:avLst>
          </a:prstGeom>
          <a:solidFill>
            <a:srgbClr val="EC1B23"/>
          </a:solidFill>
          <a:ln w="9525"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58" name="Google Shape;1558;p67"/>
          <p:cNvSpPr txBox="1"/>
          <p:nvPr/>
        </p:nvSpPr>
        <p:spPr>
          <a:xfrm>
            <a:off x="7302675" y="4824275"/>
            <a:ext cx="1148100" cy="461700"/>
          </a:xfrm>
          <a:prstGeom prst="rect">
            <a:avLst/>
          </a:prstGeom>
          <a:solidFill>
            <a:srgbClr val="EC1B2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b="1">
                <a:solidFill>
                  <a:srgbClr val="FEFEFE"/>
                </a:solidFill>
                <a:latin typeface="Roboto"/>
                <a:ea typeface="Roboto"/>
                <a:cs typeface="Roboto"/>
                <a:sym typeface="Roboto"/>
              </a:rPr>
              <a:t>LOẠI C</a:t>
            </a:r>
            <a:endParaRPr sz="2100" b="1">
              <a:solidFill>
                <a:srgbClr val="FEFEFE"/>
              </a:solidFill>
              <a:latin typeface="Roboto"/>
              <a:ea typeface="Roboto"/>
              <a:cs typeface="Roboto"/>
              <a:sym typeface="Roboto"/>
            </a:endParaRPr>
          </a:p>
        </p:txBody>
      </p:sp>
      <p:cxnSp>
        <p:nvCxnSpPr>
          <p:cNvPr id="1559" name="Google Shape;1559;p67"/>
          <p:cNvCxnSpPr/>
          <p:nvPr/>
        </p:nvCxnSpPr>
        <p:spPr>
          <a:xfrm rot="10800000" flipH="1">
            <a:off x="8973800" y="8365100"/>
            <a:ext cx="2875500" cy="10800"/>
          </a:xfrm>
          <a:prstGeom prst="straightConnector1">
            <a:avLst/>
          </a:prstGeom>
          <a:noFill/>
          <a:ln w="19050" cap="flat" cmpd="sng">
            <a:solidFill>
              <a:srgbClr val="FF0000"/>
            </a:solidFill>
            <a:prstDash val="solid"/>
            <a:round/>
            <a:headEnd type="none" w="med" len="med"/>
            <a:tailEnd type="none" w="med" len="med"/>
          </a:ln>
        </p:spPr>
      </p:cxnSp>
      <p:sp>
        <p:nvSpPr>
          <p:cNvPr id="1560" name="Google Shape;1560;p67"/>
          <p:cNvSpPr/>
          <p:nvPr/>
        </p:nvSpPr>
        <p:spPr>
          <a:xfrm>
            <a:off x="11969450" y="8045000"/>
            <a:ext cx="404700" cy="393600"/>
          </a:xfrm>
          <a:prstGeom prst="rightArrow">
            <a:avLst>
              <a:gd name="adj1" fmla="val 50000"/>
              <a:gd name="adj2" fmla="val 50000"/>
            </a:avLst>
          </a:prstGeom>
          <a:solidFill>
            <a:srgbClr val="EC1B23"/>
          </a:solidFill>
          <a:ln w="9525"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61" name="Google Shape;1561;p67"/>
          <p:cNvSpPr txBox="1"/>
          <p:nvPr/>
        </p:nvSpPr>
        <p:spPr>
          <a:xfrm>
            <a:off x="12428175" y="8045000"/>
            <a:ext cx="1006500" cy="461700"/>
          </a:xfrm>
          <a:prstGeom prst="rect">
            <a:avLst/>
          </a:prstGeom>
          <a:solidFill>
            <a:srgbClr val="EC1B2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b="1">
                <a:solidFill>
                  <a:schemeClr val="lt1"/>
                </a:solidFill>
                <a:latin typeface="Roboto"/>
                <a:ea typeface="Roboto"/>
                <a:cs typeface="Roboto"/>
                <a:sym typeface="Roboto"/>
              </a:rPr>
              <a:t>LOẠI D</a:t>
            </a:r>
            <a:endParaRPr sz="2100" b="1">
              <a:solidFill>
                <a:schemeClr val="lt1"/>
              </a:solidFill>
              <a:latin typeface="Roboto"/>
              <a:ea typeface="Roboto"/>
              <a:cs typeface="Roboto"/>
              <a:sym typeface="Roboto"/>
            </a:endParaRPr>
          </a:p>
        </p:txBody>
      </p:sp>
      <p:sp>
        <p:nvSpPr>
          <p:cNvPr id="1562" name="Google Shape;1562;p67"/>
          <p:cNvSpPr txBox="1"/>
          <p:nvPr/>
        </p:nvSpPr>
        <p:spPr>
          <a:xfrm>
            <a:off x="14844900" y="3935825"/>
            <a:ext cx="1213800" cy="461700"/>
          </a:xfrm>
          <a:prstGeom prst="rect">
            <a:avLst/>
          </a:prstGeom>
          <a:solidFill>
            <a:srgbClr val="018345"/>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b="1">
                <a:solidFill>
                  <a:schemeClr val="lt1"/>
                </a:solidFill>
                <a:latin typeface="Roboto"/>
                <a:ea typeface="Roboto"/>
                <a:cs typeface="Roboto"/>
                <a:sym typeface="Roboto"/>
              </a:rPr>
              <a:t>CHỌN B</a:t>
            </a:r>
            <a:endParaRPr sz="2100" b="1">
              <a:solidFill>
                <a:schemeClr val="lt1"/>
              </a:solidFill>
              <a:latin typeface="Roboto"/>
              <a:ea typeface="Roboto"/>
              <a:cs typeface="Roboto"/>
              <a:sym typeface="Roboto"/>
            </a:endParaRPr>
          </a:p>
        </p:txBody>
      </p:sp>
      <p:sp>
        <p:nvSpPr>
          <p:cNvPr id="1563" name="Google Shape;1563;p67"/>
          <p:cNvSpPr/>
          <p:nvPr/>
        </p:nvSpPr>
        <p:spPr>
          <a:xfrm>
            <a:off x="15938525" y="4813725"/>
            <a:ext cx="841800" cy="393600"/>
          </a:xfrm>
          <a:prstGeom prst="flowChartConnector">
            <a:avLst/>
          </a:prstGeom>
          <a:noFill/>
          <a:ln w="38100" cap="flat" cmpd="sng">
            <a:solidFill>
              <a:srgbClr val="01834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64" name="Google Shape;1564;p67"/>
          <p:cNvSpPr/>
          <p:nvPr/>
        </p:nvSpPr>
        <p:spPr>
          <a:xfrm>
            <a:off x="8855475" y="5257800"/>
            <a:ext cx="2294100" cy="393600"/>
          </a:xfrm>
          <a:prstGeom prst="rect">
            <a:avLst/>
          </a:prstGeom>
          <a:noFill/>
          <a:ln w="28575" cap="flat" cmpd="sng">
            <a:solidFill>
              <a:srgbClr val="01814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65" name="Google Shape;1565;p67"/>
          <p:cNvSpPr/>
          <p:nvPr/>
        </p:nvSpPr>
        <p:spPr>
          <a:xfrm>
            <a:off x="11243475" y="5257800"/>
            <a:ext cx="404700" cy="393600"/>
          </a:xfrm>
          <a:prstGeom prst="rightArrow">
            <a:avLst>
              <a:gd name="adj1" fmla="val 50000"/>
              <a:gd name="adj2" fmla="val 50000"/>
            </a:avLst>
          </a:prstGeom>
          <a:solidFill>
            <a:srgbClr val="0181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66" name="Google Shape;1566;p67"/>
          <p:cNvSpPr txBox="1"/>
          <p:nvPr/>
        </p:nvSpPr>
        <p:spPr>
          <a:xfrm>
            <a:off x="11742075" y="5209775"/>
            <a:ext cx="1213800" cy="461700"/>
          </a:xfrm>
          <a:prstGeom prst="rect">
            <a:avLst/>
          </a:prstGeom>
          <a:solidFill>
            <a:srgbClr val="018345"/>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b="1">
                <a:solidFill>
                  <a:schemeClr val="lt1"/>
                </a:solidFill>
                <a:latin typeface="Roboto"/>
                <a:ea typeface="Roboto"/>
                <a:cs typeface="Roboto"/>
                <a:sym typeface="Roboto"/>
              </a:rPr>
              <a:t>CHỌN C</a:t>
            </a:r>
            <a:endParaRPr sz="2100" b="1">
              <a:solidFill>
                <a:schemeClr val="lt1"/>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5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5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5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5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5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6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5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5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5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55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56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56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56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56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56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5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70"/>
        <p:cNvGrpSpPr/>
        <p:nvPr/>
      </p:nvGrpSpPr>
      <p:grpSpPr>
        <a:xfrm>
          <a:off x="0" y="0"/>
          <a:ext cx="0" cy="0"/>
          <a:chOff x="0" y="0"/>
          <a:chExt cx="0" cy="0"/>
        </a:xfrm>
      </p:grpSpPr>
      <p:cxnSp>
        <p:nvCxnSpPr>
          <p:cNvPr id="1571" name="Google Shape;1571;p68"/>
          <p:cNvCxnSpPr/>
          <p:nvPr/>
        </p:nvCxnSpPr>
        <p:spPr>
          <a:xfrm>
            <a:off x="0" y="5137903"/>
            <a:ext cx="5303400" cy="0"/>
          </a:xfrm>
          <a:prstGeom prst="straightConnector1">
            <a:avLst/>
          </a:prstGeom>
          <a:noFill/>
          <a:ln w="38100" cap="flat" cmpd="sng">
            <a:solidFill>
              <a:srgbClr val="FFFFFF"/>
            </a:solidFill>
            <a:prstDash val="solid"/>
            <a:round/>
            <a:headEnd type="none" w="sm" len="sm"/>
            <a:tailEnd type="none" w="sm" len="sm"/>
          </a:ln>
        </p:spPr>
      </p:cxnSp>
      <p:grpSp>
        <p:nvGrpSpPr>
          <p:cNvPr id="1572" name="Google Shape;1572;p68"/>
          <p:cNvGrpSpPr/>
          <p:nvPr/>
        </p:nvGrpSpPr>
        <p:grpSpPr>
          <a:xfrm rot="10800000">
            <a:off x="15044545" y="-741632"/>
            <a:ext cx="7681773" cy="4261259"/>
            <a:chOff x="0" y="-38100"/>
            <a:chExt cx="406400" cy="225405"/>
          </a:xfrm>
        </p:grpSpPr>
        <p:sp>
          <p:nvSpPr>
            <p:cNvPr id="1573" name="Google Shape;1573;p68"/>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74" name="Google Shape;1574;p68"/>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575" name="Google Shape;1575;p68"/>
          <p:cNvSpPr txBox="1"/>
          <p:nvPr/>
        </p:nvSpPr>
        <p:spPr>
          <a:xfrm>
            <a:off x="1487453" y="231495"/>
            <a:ext cx="116874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Clr>
                <a:srgbClr val="000000"/>
              </a:buClr>
              <a:buSzPts val="4504"/>
              <a:buFont typeface="Arial"/>
              <a:buNone/>
            </a:pPr>
            <a:r>
              <a:rPr lang="en-US" sz="4504" b="1">
                <a:solidFill>
                  <a:srgbClr val="018345"/>
                </a:solidFill>
                <a:latin typeface="Montserrat"/>
                <a:ea typeface="Montserrat"/>
                <a:cs typeface="Montserrat"/>
                <a:sym typeface="Montserrat"/>
              </a:rPr>
              <a:t>07. </a:t>
            </a:r>
            <a:r>
              <a:rPr lang="en-US" sz="4504" b="1" i="0" u="none" strike="noStrike" cap="none">
                <a:solidFill>
                  <a:srgbClr val="018345"/>
                </a:solidFill>
                <a:latin typeface="Montserrat"/>
                <a:ea typeface="Montserrat"/>
                <a:cs typeface="Montserrat"/>
                <a:sym typeface="Montserrat"/>
              </a:rPr>
              <a:t>Listening Practi</a:t>
            </a:r>
            <a:r>
              <a:rPr lang="en-US" sz="4504" b="1">
                <a:solidFill>
                  <a:srgbClr val="018345"/>
                </a:solidFill>
                <a:latin typeface="Montserrat"/>
                <a:ea typeface="Montserrat"/>
                <a:cs typeface="Montserrat"/>
                <a:sym typeface="Montserrat"/>
              </a:rPr>
              <a:t>ce: P</a:t>
            </a:r>
            <a:r>
              <a:rPr lang="en-US" sz="4504" b="1" i="0" u="none" strike="noStrike" cap="none">
                <a:solidFill>
                  <a:srgbClr val="018345"/>
                </a:solidFill>
                <a:latin typeface="Montserrat"/>
                <a:ea typeface="Montserrat"/>
                <a:cs typeface="Montserrat"/>
                <a:sym typeface="Montserrat"/>
              </a:rPr>
              <a:t>art 3</a:t>
            </a:r>
            <a:endParaRPr sz="1400" b="0" i="0" u="none" strike="noStrike" cap="none">
              <a:solidFill>
                <a:srgbClr val="000000"/>
              </a:solidFill>
              <a:latin typeface="Arial"/>
              <a:ea typeface="Arial"/>
              <a:cs typeface="Arial"/>
              <a:sym typeface="Arial"/>
            </a:endParaRPr>
          </a:p>
        </p:txBody>
      </p:sp>
      <p:sp>
        <p:nvSpPr>
          <p:cNvPr id="1576" name="Google Shape;1576;p68"/>
          <p:cNvSpPr/>
          <p:nvPr/>
        </p:nvSpPr>
        <p:spPr>
          <a:xfrm>
            <a:off x="562502" y="231511"/>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3">
              <a:alphaModFix/>
            </a:blip>
            <a:stretch>
              <a:fillRect/>
            </a:stretch>
          </a:blipFill>
          <a:ln>
            <a:noFill/>
          </a:ln>
        </p:spPr>
      </p:sp>
      <p:sp>
        <p:nvSpPr>
          <p:cNvPr id="1577" name="Google Shape;1577;p68"/>
          <p:cNvSpPr txBox="1"/>
          <p:nvPr/>
        </p:nvSpPr>
        <p:spPr>
          <a:xfrm>
            <a:off x="474867" y="1274591"/>
            <a:ext cx="16989000" cy="461700"/>
          </a:xfrm>
          <a:prstGeom prst="rect">
            <a:avLst/>
          </a:prstGeom>
          <a:noFill/>
          <a:ln>
            <a:noFill/>
          </a:ln>
        </p:spPr>
        <p:txBody>
          <a:bodyPr spcFirstLastPara="1" wrap="square" lIns="91400" tIns="45650" rIns="91400" bIns="4565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18345"/>
                </a:solidFill>
                <a:latin typeface="Roboto"/>
                <a:ea typeface="Roboto"/>
                <a:cs typeface="Roboto"/>
                <a:sym typeface="Roboto"/>
              </a:rPr>
              <a:t>Talk/lecture 1: You will hear a man talking about the Statue of Liberty</a:t>
            </a:r>
            <a:endParaRPr sz="1400" b="0" i="0" u="none" strike="noStrike" cap="none">
              <a:solidFill>
                <a:srgbClr val="018345"/>
              </a:solidFill>
              <a:latin typeface="Arial"/>
              <a:ea typeface="Arial"/>
              <a:cs typeface="Arial"/>
              <a:sym typeface="Arial"/>
            </a:endParaRPr>
          </a:p>
        </p:txBody>
      </p:sp>
      <p:sp>
        <p:nvSpPr>
          <p:cNvPr id="1578" name="Google Shape;1578;p68"/>
          <p:cNvSpPr txBox="1"/>
          <p:nvPr/>
        </p:nvSpPr>
        <p:spPr>
          <a:xfrm>
            <a:off x="474875" y="6873225"/>
            <a:ext cx="3622500" cy="5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latin typeface="Montserrat"/>
                <a:ea typeface="Montserrat"/>
                <a:cs typeface="Montserrat"/>
                <a:sym typeface="Montserrat"/>
              </a:rPr>
              <a:t>Question 24 - 25 audio: </a:t>
            </a:r>
            <a:endParaRPr sz="4200">
              <a:latin typeface="Roboto"/>
              <a:ea typeface="Roboto"/>
              <a:cs typeface="Roboto"/>
              <a:sym typeface="Roboto"/>
            </a:endParaRPr>
          </a:p>
        </p:txBody>
      </p:sp>
      <p:sp>
        <p:nvSpPr>
          <p:cNvPr id="1579" name="Google Shape;1579;p68"/>
          <p:cNvSpPr txBox="1"/>
          <p:nvPr/>
        </p:nvSpPr>
        <p:spPr>
          <a:xfrm>
            <a:off x="419050" y="7545175"/>
            <a:ext cx="7495200" cy="1177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US" sz="2100" b="1" i="1">
                <a:solidFill>
                  <a:schemeClr val="dk1"/>
                </a:solidFill>
                <a:latin typeface="Roboto"/>
                <a:ea typeface="Roboto"/>
                <a:cs typeface="Roboto"/>
                <a:sym typeface="Roboto"/>
              </a:rPr>
              <a:t>Câu 24: </a:t>
            </a:r>
            <a:r>
              <a:rPr lang="en-US" sz="2100" i="1">
                <a:solidFill>
                  <a:schemeClr val="dk1"/>
                </a:solidFill>
                <a:latin typeface="Roboto"/>
                <a:ea typeface="Roboto"/>
                <a:cs typeface="Roboto"/>
                <a:sym typeface="Roboto"/>
              </a:rPr>
              <a:t>tương tự câu 23, học viên cần chú ý đến từ đồng nghĩa với từ khóa built có thể sẽ xuất hiện (ví dụ: construct…)</a:t>
            </a:r>
            <a:endParaRPr sz="2100" i="1">
              <a:solidFill>
                <a:schemeClr val="dk1"/>
              </a:solidFill>
              <a:latin typeface="Roboto"/>
              <a:ea typeface="Roboto"/>
              <a:cs typeface="Roboto"/>
              <a:sym typeface="Roboto"/>
            </a:endParaRPr>
          </a:p>
        </p:txBody>
      </p:sp>
      <p:sp>
        <p:nvSpPr>
          <p:cNvPr id="1580" name="Google Shape;1580;p68"/>
          <p:cNvSpPr txBox="1"/>
          <p:nvPr/>
        </p:nvSpPr>
        <p:spPr>
          <a:xfrm>
            <a:off x="419050" y="8605400"/>
            <a:ext cx="7558800" cy="1381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US" sz="2100" b="1" i="1">
                <a:solidFill>
                  <a:schemeClr val="dk1"/>
                </a:solidFill>
                <a:latin typeface="Roboto"/>
                <a:ea typeface="Roboto"/>
                <a:cs typeface="Roboto"/>
                <a:sym typeface="Roboto"/>
              </a:rPr>
              <a:t>Câu 25: </a:t>
            </a:r>
            <a:r>
              <a:rPr lang="en-US" sz="2100" i="1">
                <a:solidFill>
                  <a:schemeClr val="dk1"/>
                </a:solidFill>
                <a:latin typeface="Roboto"/>
                <a:ea typeface="Roboto"/>
                <a:cs typeface="Roboto"/>
                <a:sym typeface="Roboto"/>
              </a:rPr>
              <a:t>trong câu này học viên cần chú ý đến thì của câu hỏi (hiện tại đơn) để loại thông tin gây nhiễu</a:t>
            </a:r>
            <a:endParaRPr sz="2100" i="1">
              <a:solidFill>
                <a:schemeClr val="dk1"/>
              </a:solidFill>
              <a:latin typeface="Roboto"/>
              <a:ea typeface="Roboto"/>
              <a:cs typeface="Roboto"/>
              <a:sym typeface="Roboto"/>
            </a:endParaRPr>
          </a:p>
        </p:txBody>
      </p:sp>
      <p:sp>
        <p:nvSpPr>
          <p:cNvPr id="1581" name="Google Shape;1581;p68"/>
          <p:cNvSpPr/>
          <p:nvPr/>
        </p:nvSpPr>
        <p:spPr>
          <a:xfrm>
            <a:off x="11691563" y="1370987"/>
            <a:ext cx="2828100" cy="647400"/>
          </a:xfrm>
          <a:prstGeom prst="round2DiagRect">
            <a:avLst>
              <a:gd name="adj1" fmla="val 50000"/>
              <a:gd name="adj2" fmla="val 0"/>
            </a:avLst>
          </a:prstGeom>
          <a:solidFill>
            <a:srgbClr val="FFF2CC"/>
          </a:solidFill>
          <a:ln w="9525" cap="flat" cmpd="sng">
            <a:solidFill>
              <a:srgbClr val="FFE59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rgbClr val="0000FF"/>
                </a:solidFill>
                <a:latin typeface="Roboto"/>
                <a:ea typeface="Roboto"/>
                <a:cs typeface="Roboto"/>
                <a:sym typeface="Roboto"/>
              </a:rPr>
              <a:t>TRANSCRIPT</a:t>
            </a:r>
            <a:endParaRPr sz="2100" b="1">
              <a:solidFill>
                <a:srgbClr val="0000FF"/>
              </a:solidFill>
              <a:latin typeface="Roboto"/>
              <a:ea typeface="Roboto"/>
              <a:cs typeface="Roboto"/>
              <a:sym typeface="Roboto"/>
            </a:endParaRPr>
          </a:p>
        </p:txBody>
      </p:sp>
      <p:sp>
        <p:nvSpPr>
          <p:cNvPr id="1582" name="Google Shape;1582;p68"/>
          <p:cNvSpPr txBox="1"/>
          <p:nvPr/>
        </p:nvSpPr>
        <p:spPr>
          <a:xfrm>
            <a:off x="465925" y="2018375"/>
            <a:ext cx="8039100" cy="4779300"/>
          </a:xfrm>
          <a:prstGeom prst="rect">
            <a:avLst/>
          </a:prstGeom>
          <a:noFill/>
          <a:ln>
            <a:noFill/>
          </a:ln>
        </p:spPr>
        <p:txBody>
          <a:bodyPr spcFirstLastPara="1" wrap="square" lIns="91400" tIns="45650" rIns="91400" bIns="45650" anchor="t" anchorCtr="0">
            <a:spAutoFit/>
          </a:bodyPr>
          <a:lstStyle/>
          <a:p>
            <a:pPr marL="0" marR="0" lvl="0" indent="0" algn="l" rtl="0">
              <a:lnSpc>
                <a:spcPct val="150000"/>
              </a:lnSpc>
              <a:spcBef>
                <a:spcPts val="0"/>
              </a:spcBef>
              <a:spcAft>
                <a:spcPts val="0"/>
              </a:spcAft>
              <a:buNone/>
            </a:pPr>
            <a:r>
              <a:rPr lang="en-US" sz="2100" b="1">
                <a:solidFill>
                  <a:srgbClr val="018345"/>
                </a:solidFill>
                <a:latin typeface="Roboto"/>
                <a:ea typeface="Roboto"/>
                <a:cs typeface="Roboto"/>
                <a:sym typeface="Roboto"/>
              </a:rPr>
              <a:t>2</a:t>
            </a:r>
            <a:r>
              <a:rPr lang="en-US" sz="2100" b="1" i="0" strike="noStrike" cap="none">
                <a:solidFill>
                  <a:srgbClr val="018345"/>
                </a:solidFill>
                <a:latin typeface="Roboto"/>
                <a:ea typeface="Roboto"/>
                <a:cs typeface="Roboto"/>
                <a:sym typeface="Roboto"/>
              </a:rPr>
              <a:t>4. What needed to be built in the United States?</a:t>
            </a:r>
            <a:endParaRPr sz="2500" b="0" i="0" strike="noStrike" cap="none">
              <a:solidFill>
                <a:srgbClr val="018345"/>
              </a:solidFill>
              <a:latin typeface="Arial"/>
              <a:ea typeface="Arial"/>
              <a:cs typeface="Arial"/>
              <a:sym typeface="Arial"/>
            </a:endParaRPr>
          </a:p>
          <a:p>
            <a:pPr marL="0" marR="0" lvl="0" indent="0" algn="l" rtl="0">
              <a:lnSpc>
                <a:spcPct val="150000"/>
              </a:lnSpc>
              <a:spcBef>
                <a:spcPts val="0"/>
              </a:spcBef>
              <a:spcAft>
                <a:spcPts val="0"/>
              </a:spcAft>
              <a:buNone/>
            </a:pPr>
            <a:r>
              <a:rPr lang="en-US" sz="2100" b="0" i="0" strike="noStrike" cap="none">
                <a:solidFill>
                  <a:srgbClr val="414041"/>
                </a:solidFill>
                <a:latin typeface="Roboto"/>
                <a:ea typeface="Roboto"/>
                <a:cs typeface="Roboto"/>
                <a:sym typeface="Roboto"/>
              </a:rPr>
              <a:t>A base.	</a:t>
            </a:r>
            <a:endParaRPr sz="2500" b="0" i="0"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US" sz="2100" b="0" i="0" strike="noStrike" cap="none">
                <a:solidFill>
                  <a:srgbClr val="414041"/>
                </a:solidFill>
                <a:latin typeface="Roboto"/>
                <a:ea typeface="Roboto"/>
                <a:cs typeface="Roboto"/>
                <a:sym typeface="Roboto"/>
              </a:rPr>
              <a:t>B. An ice cream cone.</a:t>
            </a:r>
            <a:endParaRPr sz="2500" b="0" i="0"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US" sz="2100" b="0" i="0" strike="noStrike" cap="none">
                <a:solidFill>
                  <a:srgbClr val="414041"/>
                </a:solidFill>
                <a:latin typeface="Roboto"/>
                <a:ea typeface="Roboto"/>
                <a:cs typeface="Roboto"/>
                <a:sym typeface="Roboto"/>
              </a:rPr>
              <a:t>C. torch.</a:t>
            </a:r>
            <a:endParaRPr sz="2500" b="0" i="0"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US" sz="2100" b="0" i="0" strike="noStrike" cap="none">
                <a:solidFill>
                  <a:srgbClr val="414041"/>
                </a:solidFill>
                <a:latin typeface="Roboto"/>
                <a:ea typeface="Roboto"/>
                <a:cs typeface="Roboto"/>
                <a:sym typeface="Roboto"/>
              </a:rPr>
              <a:t>D. A huge metal frame</a:t>
            </a:r>
            <a:endParaRPr sz="2500" b="0" i="0"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US" sz="2100" b="1">
                <a:solidFill>
                  <a:srgbClr val="018345"/>
                </a:solidFill>
                <a:latin typeface="Roboto"/>
                <a:ea typeface="Roboto"/>
                <a:cs typeface="Roboto"/>
                <a:sym typeface="Roboto"/>
              </a:rPr>
              <a:t>2</a:t>
            </a:r>
            <a:r>
              <a:rPr lang="en-US" sz="2100" b="1" i="0" strike="noStrike" cap="none">
                <a:solidFill>
                  <a:srgbClr val="018345"/>
                </a:solidFill>
                <a:latin typeface="Roboto"/>
                <a:ea typeface="Roboto"/>
                <a:cs typeface="Roboto"/>
                <a:sym typeface="Roboto"/>
              </a:rPr>
              <a:t>5. Which is TRUE about the statue?</a:t>
            </a:r>
            <a:endParaRPr sz="2500" b="0" i="0" strike="noStrike" cap="none">
              <a:solidFill>
                <a:srgbClr val="018345"/>
              </a:solidFill>
              <a:latin typeface="Arial"/>
              <a:ea typeface="Arial"/>
              <a:cs typeface="Arial"/>
              <a:sym typeface="Arial"/>
            </a:endParaRPr>
          </a:p>
          <a:p>
            <a:pPr marL="0" marR="0" lvl="0" indent="0" algn="l" rtl="0">
              <a:lnSpc>
                <a:spcPct val="150000"/>
              </a:lnSpc>
              <a:spcBef>
                <a:spcPts val="0"/>
              </a:spcBef>
              <a:spcAft>
                <a:spcPts val="0"/>
              </a:spcAft>
              <a:buNone/>
            </a:pPr>
            <a:r>
              <a:rPr lang="en-US" sz="2100" b="0" i="0" strike="noStrike" cap="none">
                <a:solidFill>
                  <a:srgbClr val="414041"/>
                </a:solidFill>
                <a:latin typeface="Roboto"/>
                <a:ea typeface="Roboto"/>
                <a:cs typeface="Roboto"/>
                <a:sym typeface="Roboto"/>
              </a:rPr>
              <a:t>A. It serves as a lighthouse</a:t>
            </a:r>
            <a:endParaRPr sz="2500" b="0" i="0"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US" sz="2100" b="0" i="0" strike="noStrike" cap="none">
                <a:solidFill>
                  <a:srgbClr val="414041"/>
                </a:solidFill>
                <a:latin typeface="Roboto"/>
                <a:ea typeface="Roboto"/>
                <a:cs typeface="Roboto"/>
                <a:sym typeface="Roboto"/>
              </a:rPr>
              <a:t>B. Visitors can only see the statue from far away</a:t>
            </a:r>
            <a:endParaRPr sz="2500" b="0" i="0"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US" sz="2100" b="0" i="0" strike="noStrike" cap="none">
                <a:solidFill>
                  <a:srgbClr val="414041"/>
                </a:solidFill>
                <a:latin typeface="Roboto"/>
                <a:ea typeface="Roboto"/>
                <a:cs typeface="Roboto"/>
                <a:sym typeface="Roboto"/>
              </a:rPr>
              <a:t>C. There are 354 steps to the top</a:t>
            </a:r>
            <a:endParaRPr sz="2500" b="0" i="0"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None/>
            </a:pPr>
            <a:r>
              <a:rPr lang="en-US" sz="2100" b="0" i="0" strike="noStrike" cap="none">
                <a:solidFill>
                  <a:srgbClr val="414041"/>
                </a:solidFill>
                <a:latin typeface="Roboto"/>
                <a:ea typeface="Roboto"/>
                <a:cs typeface="Roboto"/>
                <a:sym typeface="Roboto"/>
              </a:rPr>
              <a:t>D. It is the tallest structure in America</a:t>
            </a:r>
            <a:endParaRPr sz="2500" b="0" i="0" strike="noStrike" cap="none">
              <a:solidFill>
                <a:srgbClr val="000000"/>
              </a:solidFill>
              <a:latin typeface="Arial"/>
              <a:ea typeface="Arial"/>
              <a:cs typeface="Arial"/>
              <a:sym typeface="Arial"/>
            </a:endParaRPr>
          </a:p>
        </p:txBody>
      </p:sp>
      <p:sp>
        <p:nvSpPr>
          <p:cNvPr id="1583" name="Google Shape;1583;p68"/>
          <p:cNvSpPr/>
          <p:nvPr/>
        </p:nvSpPr>
        <p:spPr>
          <a:xfrm>
            <a:off x="2075625" y="4409550"/>
            <a:ext cx="751500" cy="461700"/>
          </a:xfrm>
          <a:prstGeom prst="rect">
            <a:avLst/>
          </a:prstGeom>
          <a:noFill/>
          <a:ln w="28575"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84" name="Google Shape;1584;p68"/>
          <p:cNvSpPr/>
          <p:nvPr/>
        </p:nvSpPr>
        <p:spPr>
          <a:xfrm>
            <a:off x="1622375" y="1945875"/>
            <a:ext cx="2229300" cy="461700"/>
          </a:xfrm>
          <a:prstGeom prst="rect">
            <a:avLst/>
          </a:prstGeom>
          <a:noFill/>
          <a:ln w="28575"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1585" name="Google Shape;1585;p68"/>
          <p:cNvPicPr preferRelativeResize="0"/>
          <p:nvPr/>
        </p:nvPicPr>
        <p:blipFill>
          <a:blip r:embed="rId4">
            <a:alphaModFix/>
          </a:blip>
          <a:stretch>
            <a:fillRect/>
          </a:stretch>
        </p:blipFill>
        <p:spPr>
          <a:xfrm>
            <a:off x="8033688" y="2247825"/>
            <a:ext cx="10143874" cy="5297353"/>
          </a:xfrm>
          <a:prstGeom prst="rect">
            <a:avLst/>
          </a:prstGeom>
          <a:noFill/>
          <a:ln>
            <a:noFill/>
          </a:ln>
        </p:spPr>
      </p:pic>
      <p:sp>
        <p:nvSpPr>
          <p:cNvPr id="1586" name="Google Shape;1586;p68"/>
          <p:cNvSpPr/>
          <p:nvPr/>
        </p:nvSpPr>
        <p:spPr>
          <a:xfrm>
            <a:off x="13625700" y="2360250"/>
            <a:ext cx="3379200" cy="393600"/>
          </a:xfrm>
          <a:prstGeom prst="rect">
            <a:avLst/>
          </a:prstGeom>
          <a:noFill/>
          <a:ln w="28575" cap="flat" cmpd="sng">
            <a:solidFill>
              <a:srgbClr val="01814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87" name="Google Shape;1587;p68"/>
          <p:cNvSpPr txBox="1"/>
          <p:nvPr/>
        </p:nvSpPr>
        <p:spPr>
          <a:xfrm>
            <a:off x="17065025" y="2326200"/>
            <a:ext cx="1213800" cy="461700"/>
          </a:xfrm>
          <a:prstGeom prst="rect">
            <a:avLst/>
          </a:prstGeom>
          <a:solidFill>
            <a:srgbClr val="018345"/>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b="1">
                <a:solidFill>
                  <a:schemeClr val="lt1"/>
                </a:solidFill>
                <a:latin typeface="Roboto"/>
                <a:ea typeface="Roboto"/>
                <a:cs typeface="Roboto"/>
                <a:sym typeface="Roboto"/>
              </a:rPr>
              <a:t>CHỌN A</a:t>
            </a:r>
            <a:endParaRPr sz="2100" b="1">
              <a:solidFill>
                <a:schemeClr val="lt1"/>
              </a:solidFill>
              <a:latin typeface="Roboto"/>
              <a:ea typeface="Roboto"/>
              <a:cs typeface="Roboto"/>
              <a:sym typeface="Roboto"/>
            </a:endParaRPr>
          </a:p>
        </p:txBody>
      </p:sp>
      <p:cxnSp>
        <p:nvCxnSpPr>
          <p:cNvPr id="1588" name="Google Shape;1588;p68"/>
          <p:cNvCxnSpPr/>
          <p:nvPr/>
        </p:nvCxnSpPr>
        <p:spPr>
          <a:xfrm rot="10800000" flipH="1">
            <a:off x="12450025" y="4248538"/>
            <a:ext cx="4013400" cy="22200"/>
          </a:xfrm>
          <a:prstGeom prst="straightConnector1">
            <a:avLst/>
          </a:prstGeom>
          <a:noFill/>
          <a:ln w="19050" cap="flat" cmpd="sng">
            <a:solidFill>
              <a:srgbClr val="FF0000"/>
            </a:solidFill>
            <a:prstDash val="solid"/>
            <a:round/>
            <a:headEnd type="none" w="med" len="med"/>
            <a:tailEnd type="none" w="med" len="med"/>
          </a:ln>
        </p:spPr>
      </p:cxnSp>
      <p:sp>
        <p:nvSpPr>
          <p:cNvPr id="1589" name="Google Shape;1589;p68"/>
          <p:cNvSpPr/>
          <p:nvPr/>
        </p:nvSpPr>
        <p:spPr>
          <a:xfrm>
            <a:off x="16600200" y="3945250"/>
            <a:ext cx="404700" cy="393600"/>
          </a:xfrm>
          <a:prstGeom prst="rightArrow">
            <a:avLst>
              <a:gd name="adj1" fmla="val 50000"/>
              <a:gd name="adj2" fmla="val 50000"/>
            </a:avLst>
          </a:prstGeom>
          <a:solidFill>
            <a:srgbClr val="EC1B23"/>
          </a:solidFill>
          <a:ln w="9525"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90" name="Google Shape;1590;p68"/>
          <p:cNvSpPr txBox="1"/>
          <p:nvPr/>
        </p:nvSpPr>
        <p:spPr>
          <a:xfrm>
            <a:off x="17141675" y="3877150"/>
            <a:ext cx="1060500" cy="461700"/>
          </a:xfrm>
          <a:prstGeom prst="rect">
            <a:avLst/>
          </a:prstGeom>
          <a:solidFill>
            <a:srgbClr val="FF0000"/>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b="1">
                <a:solidFill>
                  <a:schemeClr val="lt1"/>
                </a:solidFill>
                <a:latin typeface="Roboto"/>
                <a:ea typeface="Roboto"/>
                <a:cs typeface="Roboto"/>
                <a:sym typeface="Roboto"/>
              </a:rPr>
              <a:t>LOẠI D</a:t>
            </a:r>
            <a:endParaRPr sz="2100" b="1">
              <a:solidFill>
                <a:schemeClr val="lt1"/>
              </a:solidFill>
              <a:latin typeface="Roboto"/>
              <a:ea typeface="Roboto"/>
              <a:cs typeface="Roboto"/>
              <a:sym typeface="Roboto"/>
            </a:endParaRPr>
          </a:p>
        </p:txBody>
      </p:sp>
      <p:sp>
        <p:nvSpPr>
          <p:cNvPr id="1591" name="Google Shape;1591;p68"/>
          <p:cNvSpPr/>
          <p:nvPr/>
        </p:nvSpPr>
        <p:spPr>
          <a:xfrm>
            <a:off x="14734500" y="5606075"/>
            <a:ext cx="3379200" cy="393600"/>
          </a:xfrm>
          <a:prstGeom prst="rect">
            <a:avLst/>
          </a:prstGeom>
          <a:noFill/>
          <a:ln w="28575" cap="flat" cmpd="sng">
            <a:solidFill>
              <a:srgbClr val="01814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92" name="Google Shape;1592;p68"/>
          <p:cNvSpPr/>
          <p:nvPr/>
        </p:nvSpPr>
        <p:spPr>
          <a:xfrm>
            <a:off x="8097075" y="6043425"/>
            <a:ext cx="2658900" cy="393600"/>
          </a:xfrm>
          <a:prstGeom prst="rect">
            <a:avLst/>
          </a:prstGeom>
          <a:noFill/>
          <a:ln w="28575" cap="flat" cmpd="sng">
            <a:solidFill>
              <a:srgbClr val="01814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93" name="Google Shape;1593;p68"/>
          <p:cNvSpPr/>
          <p:nvPr/>
        </p:nvSpPr>
        <p:spPr>
          <a:xfrm>
            <a:off x="10957913" y="6043425"/>
            <a:ext cx="291600" cy="393600"/>
          </a:xfrm>
          <a:prstGeom prst="rightArrow">
            <a:avLst>
              <a:gd name="adj1" fmla="val 50000"/>
              <a:gd name="adj2" fmla="val 50000"/>
            </a:avLst>
          </a:prstGeom>
          <a:solidFill>
            <a:srgbClr val="01814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594" name="Google Shape;1594;p68"/>
          <p:cNvSpPr txBox="1"/>
          <p:nvPr/>
        </p:nvSpPr>
        <p:spPr>
          <a:xfrm>
            <a:off x="11364575" y="6022963"/>
            <a:ext cx="1213800" cy="461700"/>
          </a:xfrm>
          <a:prstGeom prst="rect">
            <a:avLst/>
          </a:prstGeom>
          <a:solidFill>
            <a:srgbClr val="018345"/>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100" b="1">
                <a:solidFill>
                  <a:schemeClr val="lt1"/>
                </a:solidFill>
                <a:latin typeface="Roboto"/>
                <a:ea typeface="Roboto"/>
                <a:cs typeface="Roboto"/>
                <a:sym typeface="Roboto"/>
              </a:rPr>
              <a:t>CHỌN C</a:t>
            </a:r>
            <a:endParaRPr sz="2100" b="1">
              <a:solidFill>
                <a:schemeClr val="lt1"/>
              </a:solidFill>
              <a:latin typeface="Roboto"/>
              <a:ea typeface="Roboto"/>
              <a:cs typeface="Roboto"/>
              <a:sym typeface="Roboto"/>
            </a:endParaRPr>
          </a:p>
        </p:txBody>
      </p:sp>
      <p:sp>
        <p:nvSpPr>
          <p:cNvPr id="1595" name="Google Shape;1595;p68"/>
          <p:cNvSpPr/>
          <p:nvPr/>
        </p:nvSpPr>
        <p:spPr>
          <a:xfrm>
            <a:off x="8481575" y="7652188"/>
            <a:ext cx="3590700" cy="804900"/>
          </a:xfrm>
          <a:prstGeom prst="chevron">
            <a:avLst>
              <a:gd name="adj" fmla="val 50000"/>
            </a:avLst>
          </a:prstGeom>
          <a:solidFill>
            <a:srgbClr val="CFE2F3"/>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latin typeface="Roboto"/>
                <a:ea typeface="Roboto"/>
                <a:cs typeface="Roboto"/>
                <a:sym typeface="Roboto"/>
              </a:rPr>
              <a:t>Chỉ nhắc tới A</a:t>
            </a:r>
            <a:endParaRPr sz="2100" b="1">
              <a:latin typeface="Roboto"/>
              <a:ea typeface="Roboto"/>
              <a:cs typeface="Roboto"/>
              <a:sym typeface="Roboto"/>
            </a:endParaRPr>
          </a:p>
        </p:txBody>
      </p:sp>
      <p:sp>
        <p:nvSpPr>
          <p:cNvPr id="1596" name="Google Shape;1596;p68"/>
          <p:cNvSpPr/>
          <p:nvPr/>
        </p:nvSpPr>
        <p:spPr>
          <a:xfrm>
            <a:off x="11817775" y="7650888"/>
            <a:ext cx="1213800" cy="804900"/>
          </a:xfrm>
          <a:prstGeom prst="chevron">
            <a:avLst>
              <a:gd name="adj" fmla="val 47719"/>
            </a:avLst>
          </a:prstGeom>
          <a:solidFill>
            <a:srgbClr val="EAD1D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rgbClr val="FF0000"/>
                </a:solidFill>
                <a:latin typeface="Roboto"/>
                <a:ea typeface="Roboto"/>
                <a:cs typeface="Roboto"/>
                <a:sym typeface="Roboto"/>
              </a:rPr>
              <a:t>A</a:t>
            </a:r>
            <a:endParaRPr sz="2100" b="1">
              <a:solidFill>
                <a:srgbClr val="FF0000"/>
              </a:solidFill>
              <a:latin typeface="Roboto"/>
              <a:ea typeface="Roboto"/>
              <a:cs typeface="Roboto"/>
              <a:sym typeface="Roboto"/>
            </a:endParaRPr>
          </a:p>
        </p:txBody>
      </p:sp>
      <p:sp>
        <p:nvSpPr>
          <p:cNvPr id="1597" name="Google Shape;1597;p68"/>
          <p:cNvSpPr/>
          <p:nvPr/>
        </p:nvSpPr>
        <p:spPr>
          <a:xfrm>
            <a:off x="8133925" y="7624775"/>
            <a:ext cx="916500" cy="857100"/>
          </a:xfrm>
          <a:prstGeom prst="ellipse">
            <a:avLst/>
          </a:prstGeom>
          <a:solidFill>
            <a:srgbClr val="FFF2C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500" b="1">
                <a:solidFill>
                  <a:schemeClr val="lt2"/>
                </a:solidFill>
                <a:latin typeface="Roboto"/>
                <a:ea typeface="Roboto"/>
                <a:cs typeface="Roboto"/>
                <a:sym typeface="Roboto"/>
              </a:rPr>
              <a:t>24</a:t>
            </a:r>
            <a:endParaRPr sz="2500" b="1">
              <a:solidFill>
                <a:schemeClr val="lt2"/>
              </a:solidFill>
              <a:latin typeface="Roboto"/>
              <a:ea typeface="Roboto"/>
              <a:cs typeface="Roboto"/>
              <a:sym typeface="Roboto"/>
            </a:endParaRPr>
          </a:p>
        </p:txBody>
      </p:sp>
      <p:sp>
        <p:nvSpPr>
          <p:cNvPr id="1598" name="Google Shape;1598;p68"/>
          <p:cNvSpPr txBox="1"/>
          <p:nvPr/>
        </p:nvSpPr>
        <p:spPr>
          <a:xfrm>
            <a:off x="13157025" y="7624788"/>
            <a:ext cx="916500" cy="800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4000" b="1" i="1">
                <a:solidFill>
                  <a:srgbClr val="00BF63"/>
                </a:solidFill>
                <a:latin typeface="Roboto"/>
                <a:ea typeface="Roboto"/>
                <a:cs typeface="Roboto"/>
                <a:sym typeface="Roboto"/>
              </a:rPr>
              <a:t>✔</a:t>
            </a:r>
            <a:endParaRPr sz="4000" b="1">
              <a:solidFill>
                <a:srgbClr val="00BF63"/>
              </a:solidFill>
              <a:latin typeface="Roboto"/>
              <a:ea typeface="Roboto"/>
              <a:cs typeface="Roboto"/>
              <a:sym typeface="Roboto"/>
            </a:endParaRPr>
          </a:p>
        </p:txBody>
      </p:sp>
      <p:sp>
        <p:nvSpPr>
          <p:cNvPr id="1599" name="Google Shape;1599;p68"/>
          <p:cNvSpPr/>
          <p:nvPr/>
        </p:nvSpPr>
        <p:spPr>
          <a:xfrm>
            <a:off x="8481575" y="8588875"/>
            <a:ext cx="3590700" cy="804900"/>
          </a:xfrm>
          <a:prstGeom prst="chevron">
            <a:avLst>
              <a:gd name="adj" fmla="val 50000"/>
            </a:avLst>
          </a:prstGeom>
          <a:solidFill>
            <a:srgbClr val="CFE2F3"/>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latin typeface="Roboto"/>
                <a:ea typeface="Roboto"/>
                <a:cs typeface="Roboto"/>
                <a:sym typeface="Roboto"/>
              </a:rPr>
              <a:t>Chỉ nhắc tới C, D</a:t>
            </a:r>
            <a:endParaRPr sz="2100" b="1">
              <a:latin typeface="Roboto"/>
              <a:ea typeface="Roboto"/>
              <a:cs typeface="Roboto"/>
              <a:sym typeface="Roboto"/>
            </a:endParaRPr>
          </a:p>
        </p:txBody>
      </p:sp>
      <p:sp>
        <p:nvSpPr>
          <p:cNvPr id="1600" name="Google Shape;1600;p68"/>
          <p:cNvSpPr/>
          <p:nvPr/>
        </p:nvSpPr>
        <p:spPr>
          <a:xfrm>
            <a:off x="11817775" y="8587575"/>
            <a:ext cx="3622500" cy="804900"/>
          </a:xfrm>
          <a:prstGeom prst="chevron">
            <a:avLst>
              <a:gd name="adj" fmla="val 47719"/>
            </a:avLst>
          </a:prstGeom>
          <a:solidFill>
            <a:srgbClr val="B6D7A8"/>
          </a:solidFill>
          <a:ln w="9525" cap="flat" cmpd="sng">
            <a:solidFill>
              <a:srgbClr val="B6D7A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latin typeface="Roboto"/>
                <a:ea typeface="Roboto"/>
                <a:cs typeface="Roboto"/>
                <a:sym typeface="Roboto"/>
              </a:rPr>
              <a:t>D sai vì was = đã từng</a:t>
            </a:r>
            <a:endParaRPr sz="2100" b="1">
              <a:latin typeface="Roboto"/>
              <a:ea typeface="Roboto"/>
              <a:cs typeface="Roboto"/>
              <a:sym typeface="Roboto"/>
            </a:endParaRPr>
          </a:p>
        </p:txBody>
      </p:sp>
      <p:sp>
        <p:nvSpPr>
          <p:cNvPr id="1601" name="Google Shape;1601;p68"/>
          <p:cNvSpPr/>
          <p:nvPr/>
        </p:nvSpPr>
        <p:spPr>
          <a:xfrm>
            <a:off x="8133925" y="8561463"/>
            <a:ext cx="916500" cy="857100"/>
          </a:xfrm>
          <a:prstGeom prst="ellipse">
            <a:avLst/>
          </a:prstGeom>
          <a:solidFill>
            <a:srgbClr val="FFF2C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500" b="1">
                <a:solidFill>
                  <a:schemeClr val="lt2"/>
                </a:solidFill>
                <a:latin typeface="Roboto"/>
                <a:ea typeface="Roboto"/>
                <a:cs typeface="Roboto"/>
                <a:sym typeface="Roboto"/>
              </a:rPr>
              <a:t>25</a:t>
            </a:r>
            <a:endParaRPr sz="2500" b="1">
              <a:solidFill>
                <a:schemeClr val="lt2"/>
              </a:solidFill>
              <a:latin typeface="Roboto"/>
              <a:ea typeface="Roboto"/>
              <a:cs typeface="Roboto"/>
              <a:sym typeface="Roboto"/>
            </a:endParaRPr>
          </a:p>
        </p:txBody>
      </p:sp>
      <p:sp>
        <p:nvSpPr>
          <p:cNvPr id="1602" name="Google Shape;1602;p68"/>
          <p:cNvSpPr/>
          <p:nvPr/>
        </p:nvSpPr>
        <p:spPr>
          <a:xfrm>
            <a:off x="15184175" y="8587563"/>
            <a:ext cx="1213800" cy="804900"/>
          </a:xfrm>
          <a:prstGeom prst="chevron">
            <a:avLst>
              <a:gd name="adj" fmla="val 47719"/>
            </a:avLst>
          </a:prstGeom>
          <a:solidFill>
            <a:srgbClr val="EAD1DC"/>
          </a:solidFill>
          <a:ln w="9525"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b="1">
                <a:solidFill>
                  <a:srgbClr val="FF0000"/>
                </a:solidFill>
                <a:latin typeface="Roboto"/>
                <a:ea typeface="Roboto"/>
                <a:cs typeface="Roboto"/>
                <a:sym typeface="Roboto"/>
              </a:rPr>
              <a:t>C</a:t>
            </a:r>
            <a:endParaRPr sz="2100" b="1">
              <a:solidFill>
                <a:srgbClr val="FF0000"/>
              </a:solidFill>
              <a:latin typeface="Roboto"/>
              <a:ea typeface="Roboto"/>
              <a:cs typeface="Roboto"/>
              <a:sym typeface="Roboto"/>
            </a:endParaRPr>
          </a:p>
        </p:txBody>
      </p:sp>
      <p:sp>
        <p:nvSpPr>
          <p:cNvPr id="1603" name="Google Shape;1603;p68"/>
          <p:cNvSpPr txBox="1"/>
          <p:nvPr/>
        </p:nvSpPr>
        <p:spPr>
          <a:xfrm>
            <a:off x="16600200" y="8589813"/>
            <a:ext cx="916500" cy="800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4000" b="1" i="1">
                <a:solidFill>
                  <a:srgbClr val="00BF63"/>
                </a:solidFill>
                <a:latin typeface="Roboto"/>
                <a:ea typeface="Roboto"/>
                <a:cs typeface="Roboto"/>
                <a:sym typeface="Roboto"/>
              </a:rPr>
              <a:t>✔</a:t>
            </a:r>
            <a:endParaRPr sz="4000" b="1">
              <a:solidFill>
                <a:srgbClr val="00BF63"/>
              </a:solidFill>
              <a:latin typeface="Roboto"/>
              <a:ea typeface="Roboto"/>
              <a:cs typeface="Roboto"/>
              <a:sym typeface="Roboto"/>
            </a:endParaRPr>
          </a:p>
        </p:txBody>
      </p:sp>
      <p:pic>
        <p:nvPicPr>
          <p:cNvPr id="1604" name="Google Shape;1604;p68" title="03. Question 24-25.mp3">
            <a:hlinkClick r:id="rId5"/>
          </p:cNvPr>
          <p:cNvPicPr preferRelativeResize="0"/>
          <p:nvPr/>
        </p:nvPicPr>
        <p:blipFill>
          <a:blip r:embed="rId6">
            <a:alphaModFix/>
          </a:blip>
          <a:stretch>
            <a:fillRect/>
          </a:stretch>
        </p:blipFill>
        <p:spPr>
          <a:xfrm>
            <a:off x="4169400" y="6713163"/>
            <a:ext cx="916500" cy="916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8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8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9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9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8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8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9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9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60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59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59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58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60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58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58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59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59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59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59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59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602"/>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6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08"/>
        <p:cNvGrpSpPr/>
        <p:nvPr/>
      </p:nvGrpSpPr>
      <p:grpSpPr>
        <a:xfrm>
          <a:off x="0" y="0"/>
          <a:ext cx="0" cy="0"/>
          <a:chOff x="0" y="0"/>
          <a:chExt cx="0" cy="0"/>
        </a:xfrm>
      </p:grpSpPr>
      <p:grpSp>
        <p:nvGrpSpPr>
          <p:cNvPr id="1609" name="Google Shape;1609;p69"/>
          <p:cNvGrpSpPr/>
          <p:nvPr/>
        </p:nvGrpSpPr>
        <p:grpSpPr>
          <a:xfrm rot="10800000">
            <a:off x="15044545" y="-741632"/>
            <a:ext cx="7681773" cy="4261259"/>
            <a:chOff x="0" y="-38100"/>
            <a:chExt cx="406400" cy="225405"/>
          </a:xfrm>
        </p:grpSpPr>
        <p:sp>
          <p:nvSpPr>
            <p:cNvPr id="1610" name="Google Shape;1610;p69"/>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611" name="Google Shape;1611;p69"/>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612" name="Google Shape;1612;p69"/>
          <p:cNvSpPr/>
          <p:nvPr/>
        </p:nvSpPr>
        <p:spPr>
          <a:xfrm>
            <a:off x="5095877" y="525511"/>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3">
              <a:alphaModFix/>
            </a:blip>
            <a:stretch>
              <a:fillRect/>
            </a:stretch>
          </a:blipFill>
          <a:ln>
            <a:noFill/>
          </a:ln>
        </p:spPr>
      </p:sp>
      <p:grpSp>
        <p:nvGrpSpPr>
          <p:cNvPr id="1613" name="Google Shape;1613;p69"/>
          <p:cNvGrpSpPr/>
          <p:nvPr/>
        </p:nvGrpSpPr>
        <p:grpSpPr>
          <a:xfrm>
            <a:off x="-2718010" y="9275955"/>
            <a:ext cx="7950378" cy="1707451"/>
            <a:chOff x="0" y="-384760"/>
            <a:chExt cx="10600504" cy="2276297"/>
          </a:xfrm>
        </p:grpSpPr>
        <p:grpSp>
          <p:nvGrpSpPr>
            <p:cNvPr id="1614" name="Google Shape;1614;p69"/>
            <p:cNvGrpSpPr/>
            <p:nvPr/>
          </p:nvGrpSpPr>
          <p:grpSpPr>
            <a:xfrm>
              <a:off x="0" y="-384760"/>
              <a:ext cx="10600504" cy="2276297"/>
              <a:chOff x="0" y="-38100"/>
              <a:chExt cx="1049690" cy="225405"/>
            </a:xfrm>
          </p:grpSpPr>
          <p:sp>
            <p:nvSpPr>
              <p:cNvPr id="1615" name="Google Shape;1615;p69"/>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616" name="Google Shape;1616;p69"/>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617" name="Google Shape;1617;p69"/>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618" name="Google Shape;1618;p69"/>
          <p:cNvSpPr txBox="1"/>
          <p:nvPr/>
        </p:nvSpPr>
        <p:spPr>
          <a:xfrm>
            <a:off x="474867" y="1274591"/>
            <a:ext cx="16989000" cy="461700"/>
          </a:xfrm>
          <a:prstGeom prst="rect">
            <a:avLst/>
          </a:prstGeom>
          <a:noFill/>
          <a:ln>
            <a:noFill/>
          </a:ln>
        </p:spPr>
        <p:txBody>
          <a:bodyPr spcFirstLastPara="1" wrap="square" lIns="91400" tIns="45650" rIns="91400" bIns="4565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18146"/>
                </a:solidFill>
                <a:latin typeface="Roboto"/>
                <a:ea typeface="Roboto"/>
                <a:cs typeface="Roboto"/>
                <a:sym typeface="Roboto"/>
              </a:rPr>
              <a:t>Talk/lecture 2: Listen to a woman talking about Bamboo</a:t>
            </a:r>
            <a:endParaRPr sz="1400" b="0" i="0" u="none" strike="noStrike" cap="none">
              <a:solidFill>
                <a:srgbClr val="000000"/>
              </a:solidFill>
              <a:latin typeface="Arial"/>
              <a:ea typeface="Arial"/>
              <a:cs typeface="Arial"/>
              <a:sym typeface="Arial"/>
            </a:endParaRPr>
          </a:p>
        </p:txBody>
      </p:sp>
      <p:sp>
        <p:nvSpPr>
          <p:cNvPr id="1619" name="Google Shape;1619;p69"/>
          <p:cNvSpPr txBox="1"/>
          <p:nvPr/>
        </p:nvSpPr>
        <p:spPr>
          <a:xfrm>
            <a:off x="9144001" y="1974617"/>
            <a:ext cx="8039100" cy="6224400"/>
          </a:xfrm>
          <a:prstGeom prst="rect">
            <a:avLst/>
          </a:prstGeom>
          <a:noFill/>
          <a:ln>
            <a:noFill/>
          </a:ln>
        </p:spPr>
        <p:txBody>
          <a:bodyPr spcFirstLastPara="1" wrap="square" lIns="91400" tIns="45650" rIns="91400" bIns="45650" anchor="t" anchorCtr="0">
            <a:spAutoFit/>
          </a:bodyPr>
          <a:lstStyle/>
          <a:p>
            <a:pPr marL="0" lvl="0" indent="0" algn="l" rtl="0">
              <a:lnSpc>
                <a:spcPct val="120000"/>
              </a:lnSpc>
              <a:spcBef>
                <a:spcPts val="0"/>
              </a:spcBef>
              <a:spcAft>
                <a:spcPts val="0"/>
              </a:spcAft>
              <a:buNone/>
            </a:pPr>
            <a:r>
              <a:rPr lang="en-US" sz="2400" b="1">
                <a:solidFill>
                  <a:srgbClr val="018345"/>
                </a:solidFill>
                <a:latin typeface="Roboto"/>
                <a:ea typeface="Roboto"/>
                <a:cs typeface="Roboto"/>
                <a:sym typeface="Roboto"/>
              </a:rPr>
              <a:t>29. Why is growing bamboo more efficient than growing trees?</a:t>
            </a:r>
            <a:endParaRPr sz="2800">
              <a:solidFill>
                <a:srgbClr val="018345"/>
              </a:solidFill>
            </a:endParaRPr>
          </a:p>
          <a:p>
            <a:pPr marL="0" lvl="0" indent="0" algn="l" rtl="0">
              <a:lnSpc>
                <a:spcPct val="120000"/>
              </a:lnSpc>
              <a:spcBef>
                <a:spcPts val="0"/>
              </a:spcBef>
              <a:spcAft>
                <a:spcPts val="0"/>
              </a:spcAft>
              <a:buNone/>
            </a:pPr>
            <a:r>
              <a:rPr lang="en-US" sz="2400">
                <a:solidFill>
                  <a:srgbClr val="414041"/>
                </a:solidFill>
                <a:latin typeface="Roboto"/>
                <a:ea typeface="Roboto"/>
                <a:cs typeface="Roboto"/>
                <a:sym typeface="Roboto"/>
              </a:rPr>
              <a:t>A. It isn’t like other plants in the tree family</a:t>
            </a:r>
            <a:endParaRPr sz="2800">
              <a:solidFill>
                <a:schemeClr val="dk1"/>
              </a:solidFill>
            </a:endParaRPr>
          </a:p>
          <a:p>
            <a:pPr marL="0" lvl="0" indent="0" algn="l" rtl="0">
              <a:lnSpc>
                <a:spcPct val="120000"/>
              </a:lnSpc>
              <a:spcBef>
                <a:spcPts val="0"/>
              </a:spcBef>
              <a:spcAft>
                <a:spcPts val="0"/>
              </a:spcAft>
              <a:buNone/>
            </a:pPr>
            <a:r>
              <a:rPr lang="en-US" sz="2400">
                <a:solidFill>
                  <a:srgbClr val="414041"/>
                </a:solidFill>
                <a:latin typeface="Roboto"/>
                <a:ea typeface="Roboto"/>
                <a:cs typeface="Roboto"/>
                <a:sym typeface="Roboto"/>
              </a:rPr>
              <a:t>B. It grows faster than trees</a:t>
            </a:r>
            <a:endParaRPr sz="2800">
              <a:solidFill>
                <a:schemeClr val="dk1"/>
              </a:solidFill>
            </a:endParaRPr>
          </a:p>
          <a:p>
            <a:pPr marL="0" lvl="0" indent="0" algn="l" rtl="0">
              <a:lnSpc>
                <a:spcPct val="120000"/>
              </a:lnSpc>
              <a:spcBef>
                <a:spcPts val="0"/>
              </a:spcBef>
              <a:spcAft>
                <a:spcPts val="0"/>
              </a:spcAft>
              <a:buNone/>
            </a:pPr>
            <a:r>
              <a:rPr lang="en-US" sz="2400">
                <a:solidFill>
                  <a:srgbClr val="414041"/>
                </a:solidFill>
                <a:latin typeface="Roboto"/>
                <a:ea typeface="Roboto"/>
                <a:cs typeface="Roboto"/>
                <a:sym typeface="Roboto"/>
              </a:rPr>
              <a:t>C. It can be used in different fields of construction</a:t>
            </a:r>
            <a:endParaRPr sz="2800">
              <a:solidFill>
                <a:schemeClr val="dk1"/>
              </a:solidFill>
            </a:endParaRPr>
          </a:p>
          <a:p>
            <a:pPr marL="0" lvl="0" indent="0" algn="l" rtl="0">
              <a:lnSpc>
                <a:spcPct val="120000"/>
              </a:lnSpc>
              <a:spcBef>
                <a:spcPts val="0"/>
              </a:spcBef>
              <a:spcAft>
                <a:spcPts val="0"/>
              </a:spcAft>
              <a:buClr>
                <a:schemeClr val="dk1"/>
              </a:buClr>
              <a:buFont typeface="Arial"/>
              <a:buNone/>
            </a:pPr>
            <a:r>
              <a:rPr lang="en-US" sz="2400">
                <a:solidFill>
                  <a:srgbClr val="414041"/>
                </a:solidFill>
                <a:latin typeface="Roboto"/>
                <a:ea typeface="Roboto"/>
                <a:cs typeface="Roboto"/>
                <a:sym typeface="Roboto"/>
              </a:rPr>
              <a:t>D. It sells better than wood</a:t>
            </a:r>
            <a:endParaRPr sz="2400" b="1">
              <a:solidFill>
                <a:srgbClr val="018146"/>
              </a:solidFill>
              <a:latin typeface="Roboto"/>
              <a:ea typeface="Roboto"/>
              <a:cs typeface="Roboto"/>
              <a:sym typeface="Roboto"/>
            </a:endParaRPr>
          </a:p>
          <a:p>
            <a:pPr marL="0" marR="0" lvl="0" indent="0" algn="l" rtl="0">
              <a:lnSpc>
                <a:spcPct val="120000"/>
              </a:lnSpc>
              <a:spcBef>
                <a:spcPts val="0"/>
              </a:spcBef>
              <a:spcAft>
                <a:spcPts val="0"/>
              </a:spcAft>
              <a:buNone/>
            </a:pPr>
            <a:r>
              <a:rPr lang="en-US" sz="2400" b="1">
                <a:solidFill>
                  <a:srgbClr val="018345"/>
                </a:solidFill>
                <a:latin typeface="Roboto"/>
                <a:ea typeface="Roboto"/>
                <a:cs typeface="Roboto"/>
                <a:sym typeface="Roboto"/>
              </a:rPr>
              <a:t>3</a:t>
            </a:r>
            <a:r>
              <a:rPr lang="en-US" sz="2400" b="1" i="0" strike="noStrike" cap="none">
                <a:solidFill>
                  <a:srgbClr val="018345"/>
                </a:solidFill>
                <a:latin typeface="Roboto"/>
                <a:ea typeface="Roboto"/>
                <a:cs typeface="Roboto"/>
                <a:sym typeface="Roboto"/>
              </a:rPr>
              <a:t>0. According to the story, how will bamboo help the world in the future?</a:t>
            </a:r>
            <a:endParaRPr sz="2800" b="0" i="0" strike="noStrike" cap="none">
              <a:solidFill>
                <a:srgbClr val="018345"/>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A. It can help feed many hungry people</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B. Using bamboo can help to save trees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C. Planting bamboo will make the world smell better</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D. It can be used instead of other materials</a:t>
            </a:r>
            <a:endParaRPr sz="2400" b="0" i="0" strike="noStrike" cap="none">
              <a:solidFill>
                <a:srgbClr val="414041"/>
              </a:solidFill>
              <a:latin typeface="Roboto"/>
              <a:ea typeface="Roboto"/>
              <a:cs typeface="Roboto"/>
              <a:sym typeface="Roboto"/>
            </a:endParaRPr>
          </a:p>
          <a:p>
            <a:pPr marL="0" lvl="0" indent="0" algn="l" rtl="0">
              <a:lnSpc>
                <a:spcPct val="120000"/>
              </a:lnSpc>
              <a:spcBef>
                <a:spcPts val="0"/>
              </a:spcBef>
              <a:spcAft>
                <a:spcPts val="0"/>
              </a:spcAft>
              <a:buClr>
                <a:schemeClr val="dk1"/>
              </a:buClr>
              <a:buFont typeface="Arial"/>
              <a:buNone/>
            </a:pPr>
            <a:endParaRPr sz="2400">
              <a:solidFill>
                <a:srgbClr val="414041"/>
              </a:solidFill>
              <a:latin typeface="Roboto"/>
              <a:ea typeface="Roboto"/>
              <a:cs typeface="Roboto"/>
              <a:sym typeface="Roboto"/>
            </a:endParaRPr>
          </a:p>
          <a:p>
            <a:pPr marL="0" lvl="0" indent="0" algn="l" rtl="0">
              <a:lnSpc>
                <a:spcPct val="120000"/>
              </a:lnSpc>
              <a:spcBef>
                <a:spcPts val="0"/>
              </a:spcBef>
              <a:spcAft>
                <a:spcPts val="0"/>
              </a:spcAft>
              <a:buClr>
                <a:schemeClr val="dk1"/>
              </a:buClr>
              <a:buFont typeface="Arial"/>
              <a:buNone/>
            </a:pPr>
            <a:endParaRPr sz="2400">
              <a:solidFill>
                <a:srgbClr val="414041"/>
              </a:solidFill>
              <a:latin typeface="Roboto"/>
              <a:ea typeface="Roboto"/>
              <a:cs typeface="Roboto"/>
              <a:sym typeface="Roboto"/>
            </a:endParaRPr>
          </a:p>
        </p:txBody>
      </p:sp>
      <p:sp>
        <p:nvSpPr>
          <p:cNvPr id="1620" name="Google Shape;1620;p69"/>
          <p:cNvSpPr txBox="1"/>
          <p:nvPr/>
        </p:nvSpPr>
        <p:spPr>
          <a:xfrm>
            <a:off x="474868" y="1974616"/>
            <a:ext cx="8225100" cy="7111200"/>
          </a:xfrm>
          <a:prstGeom prst="rect">
            <a:avLst/>
          </a:prstGeom>
          <a:noFill/>
          <a:ln>
            <a:noFill/>
          </a:ln>
        </p:spPr>
        <p:txBody>
          <a:bodyPr spcFirstLastPara="1" wrap="square" lIns="91400" tIns="45650" rIns="91400" bIns="45650" anchor="t" anchorCtr="0">
            <a:spAutoFit/>
          </a:bodyPr>
          <a:lstStyle/>
          <a:p>
            <a:pPr marL="0" marR="0" lvl="0" indent="0" algn="l" rtl="0">
              <a:lnSpc>
                <a:spcPct val="120000"/>
              </a:lnSpc>
              <a:spcBef>
                <a:spcPts val="0"/>
              </a:spcBef>
              <a:spcAft>
                <a:spcPts val="0"/>
              </a:spcAft>
              <a:buNone/>
            </a:pPr>
            <a:r>
              <a:rPr lang="en-US" sz="2400" b="1">
                <a:solidFill>
                  <a:srgbClr val="018345"/>
                </a:solidFill>
                <a:latin typeface="Roboto"/>
                <a:ea typeface="Roboto"/>
                <a:cs typeface="Roboto"/>
                <a:sym typeface="Roboto"/>
              </a:rPr>
              <a:t>2</a:t>
            </a:r>
            <a:r>
              <a:rPr lang="en-US" sz="2400" b="1" i="0" strike="noStrike" cap="none">
                <a:solidFill>
                  <a:srgbClr val="018345"/>
                </a:solidFill>
                <a:latin typeface="Roboto"/>
                <a:ea typeface="Roboto"/>
                <a:cs typeface="Roboto"/>
                <a:sym typeface="Roboto"/>
              </a:rPr>
              <a:t>6. Which of the following is NOT mentioned as a use of bamboo?</a:t>
            </a:r>
            <a:endParaRPr sz="2800" b="0" i="0" strike="noStrike" cap="none">
              <a:solidFill>
                <a:srgbClr val="018345"/>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A. Building houses. </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B. Making clothes.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C. Making cars.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D. Making bicycles</a:t>
            </a:r>
            <a:endParaRPr sz="2800" b="0" i="0" strike="noStrike" cap="none">
              <a:solidFill>
                <a:srgbClr val="000000"/>
              </a:solidFill>
              <a:latin typeface="Arial"/>
              <a:ea typeface="Arial"/>
              <a:cs typeface="Arial"/>
              <a:sym typeface="Arial"/>
            </a:endParaRPr>
          </a:p>
          <a:p>
            <a:pPr marL="0" lvl="0" indent="0" algn="l" rtl="0">
              <a:lnSpc>
                <a:spcPct val="120000"/>
              </a:lnSpc>
              <a:spcBef>
                <a:spcPts val="0"/>
              </a:spcBef>
              <a:spcAft>
                <a:spcPts val="0"/>
              </a:spcAft>
              <a:buClr>
                <a:schemeClr val="dk1"/>
              </a:buClr>
              <a:buFont typeface="Arial"/>
              <a:buNone/>
            </a:pPr>
            <a:r>
              <a:rPr lang="en-US" sz="2400" b="1">
                <a:solidFill>
                  <a:srgbClr val="018146"/>
                </a:solidFill>
                <a:latin typeface="Roboto"/>
                <a:ea typeface="Roboto"/>
                <a:cs typeface="Roboto"/>
                <a:sym typeface="Roboto"/>
              </a:rPr>
              <a:t>27. Bamboo ……………………………</a:t>
            </a:r>
            <a:endParaRPr sz="2800">
              <a:solidFill>
                <a:schemeClr val="dk1"/>
              </a:solidFill>
            </a:endParaRPr>
          </a:p>
          <a:p>
            <a:pPr marL="0" lvl="0" indent="0" algn="l" rtl="0">
              <a:lnSpc>
                <a:spcPct val="120000"/>
              </a:lnSpc>
              <a:spcBef>
                <a:spcPts val="0"/>
              </a:spcBef>
              <a:spcAft>
                <a:spcPts val="0"/>
              </a:spcAft>
              <a:buClr>
                <a:schemeClr val="dk1"/>
              </a:buClr>
              <a:buFont typeface="Arial"/>
              <a:buNone/>
            </a:pPr>
            <a:r>
              <a:rPr lang="en-US" sz="2400">
                <a:solidFill>
                  <a:srgbClr val="414041"/>
                </a:solidFill>
                <a:latin typeface="Roboto"/>
                <a:ea typeface="Roboto"/>
                <a:cs typeface="Roboto"/>
                <a:sym typeface="Roboto"/>
              </a:rPr>
              <a:t>A. Can grow on any kind of soil	</a:t>
            </a:r>
            <a:endParaRPr sz="2800">
              <a:solidFill>
                <a:schemeClr val="dk1"/>
              </a:solidFill>
            </a:endParaRPr>
          </a:p>
          <a:p>
            <a:pPr marL="0" lvl="0" indent="0" algn="l" rtl="0">
              <a:lnSpc>
                <a:spcPct val="120000"/>
              </a:lnSpc>
              <a:spcBef>
                <a:spcPts val="0"/>
              </a:spcBef>
              <a:spcAft>
                <a:spcPts val="0"/>
              </a:spcAft>
              <a:buClr>
                <a:schemeClr val="dk1"/>
              </a:buClr>
              <a:buFont typeface="Arial"/>
              <a:buNone/>
            </a:pPr>
            <a:r>
              <a:rPr lang="en-US" sz="2400">
                <a:solidFill>
                  <a:srgbClr val="414041"/>
                </a:solidFill>
                <a:latin typeface="Roboto"/>
                <a:ea typeface="Roboto"/>
                <a:cs typeface="Roboto"/>
                <a:sym typeface="Roboto"/>
              </a:rPr>
              <a:t>B. Reaches a useful size in 3 to 7 years</a:t>
            </a:r>
            <a:endParaRPr sz="2800">
              <a:solidFill>
                <a:schemeClr val="dk1"/>
              </a:solidFill>
            </a:endParaRPr>
          </a:p>
          <a:p>
            <a:pPr marL="0" lvl="0" indent="0" algn="l" rtl="0">
              <a:lnSpc>
                <a:spcPct val="120000"/>
              </a:lnSpc>
              <a:spcBef>
                <a:spcPts val="0"/>
              </a:spcBef>
              <a:spcAft>
                <a:spcPts val="0"/>
              </a:spcAft>
              <a:buClr>
                <a:schemeClr val="dk1"/>
              </a:buClr>
              <a:buFont typeface="Arial"/>
              <a:buNone/>
            </a:pPr>
            <a:r>
              <a:rPr lang="en-US" sz="2400">
                <a:solidFill>
                  <a:srgbClr val="414041"/>
                </a:solidFill>
                <a:latin typeface="Roboto"/>
                <a:ea typeface="Roboto"/>
                <a:cs typeface="Roboto"/>
                <a:sym typeface="Roboto"/>
              </a:rPr>
              <a:t>C. Is a member of tree family	</a:t>
            </a:r>
            <a:endParaRPr sz="2800">
              <a:solidFill>
                <a:schemeClr val="dk1"/>
              </a:solidFill>
            </a:endParaRPr>
          </a:p>
          <a:p>
            <a:pPr marL="0" lvl="0" indent="0" algn="l" rtl="0">
              <a:lnSpc>
                <a:spcPct val="120000"/>
              </a:lnSpc>
              <a:spcBef>
                <a:spcPts val="0"/>
              </a:spcBef>
              <a:spcAft>
                <a:spcPts val="0"/>
              </a:spcAft>
              <a:buClr>
                <a:schemeClr val="dk1"/>
              </a:buClr>
              <a:buFont typeface="Arial"/>
              <a:buNone/>
            </a:pPr>
            <a:r>
              <a:rPr lang="en-US" sz="2400">
                <a:solidFill>
                  <a:srgbClr val="414041"/>
                </a:solidFill>
                <a:latin typeface="Roboto"/>
                <a:ea typeface="Roboto"/>
                <a:cs typeface="Roboto"/>
                <a:sym typeface="Roboto"/>
              </a:rPr>
              <a:t>D. Is used to make paper</a:t>
            </a:r>
            <a:endParaRPr sz="2400" b="1">
              <a:solidFill>
                <a:srgbClr val="018146"/>
              </a:solidFill>
              <a:latin typeface="Roboto"/>
              <a:ea typeface="Roboto"/>
              <a:cs typeface="Roboto"/>
              <a:sym typeface="Roboto"/>
            </a:endParaRPr>
          </a:p>
          <a:p>
            <a:pPr marL="0" lvl="0" indent="0" algn="l" rtl="0">
              <a:lnSpc>
                <a:spcPct val="120000"/>
              </a:lnSpc>
              <a:spcBef>
                <a:spcPts val="0"/>
              </a:spcBef>
              <a:spcAft>
                <a:spcPts val="0"/>
              </a:spcAft>
              <a:buClr>
                <a:schemeClr val="dk1"/>
              </a:buClr>
              <a:buFont typeface="Arial"/>
              <a:buNone/>
            </a:pPr>
            <a:r>
              <a:rPr lang="en-US" sz="2400" b="1">
                <a:solidFill>
                  <a:srgbClr val="018146"/>
                </a:solidFill>
                <a:latin typeface="Roboto"/>
                <a:ea typeface="Roboto"/>
                <a:cs typeface="Roboto"/>
                <a:sym typeface="Roboto"/>
              </a:rPr>
              <a:t>2</a:t>
            </a:r>
            <a:r>
              <a:rPr lang="en-US" sz="2400" b="1">
                <a:solidFill>
                  <a:srgbClr val="018345"/>
                </a:solidFill>
                <a:latin typeface="Roboto"/>
                <a:ea typeface="Roboto"/>
                <a:cs typeface="Roboto"/>
                <a:sym typeface="Roboto"/>
              </a:rPr>
              <a:t>8. People build houses with bamboo because …………………</a:t>
            </a:r>
            <a:endParaRPr sz="2800">
              <a:solidFill>
                <a:srgbClr val="018345"/>
              </a:solidFill>
            </a:endParaRPr>
          </a:p>
          <a:p>
            <a:pPr marL="0" lvl="0" indent="0" algn="l" rtl="0">
              <a:lnSpc>
                <a:spcPct val="120000"/>
              </a:lnSpc>
              <a:spcBef>
                <a:spcPts val="0"/>
              </a:spcBef>
              <a:spcAft>
                <a:spcPts val="0"/>
              </a:spcAft>
              <a:buClr>
                <a:schemeClr val="dk1"/>
              </a:buClr>
              <a:buFont typeface="Arial"/>
              <a:buNone/>
            </a:pPr>
            <a:r>
              <a:rPr lang="en-US" sz="2400">
                <a:solidFill>
                  <a:srgbClr val="414041"/>
                </a:solidFill>
                <a:latin typeface="Roboto"/>
                <a:ea typeface="Roboto"/>
                <a:cs typeface="Roboto"/>
                <a:sym typeface="Roboto"/>
              </a:rPr>
              <a:t>A. It is very strong.	</a:t>
            </a:r>
            <a:endParaRPr sz="2800">
              <a:solidFill>
                <a:schemeClr val="dk1"/>
              </a:solidFill>
            </a:endParaRPr>
          </a:p>
          <a:p>
            <a:pPr marL="0" lvl="0" indent="0" algn="l" rtl="0">
              <a:lnSpc>
                <a:spcPct val="120000"/>
              </a:lnSpc>
              <a:spcBef>
                <a:spcPts val="0"/>
              </a:spcBef>
              <a:spcAft>
                <a:spcPts val="0"/>
              </a:spcAft>
              <a:buClr>
                <a:schemeClr val="dk1"/>
              </a:buClr>
              <a:buFont typeface="Arial"/>
              <a:buNone/>
            </a:pPr>
            <a:r>
              <a:rPr lang="en-US" sz="2400">
                <a:solidFill>
                  <a:srgbClr val="414041"/>
                </a:solidFill>
                <a:latin typeface="Roboto"/>
                <a:ea typeface="Roboto"/>
                <a:cs typeface="Roboto"/>
                <a:sym typeface="Roboto"/>
              </a:rPr>
              <a:t>B. It can be formed into different shapes</a:t>
            </a:r>
            <a:endParaRPr sz="2800">
              <a:solidFill>
                <a:schemeClr val="dk1"/>
              </a:solidFill>
            </a:endParaRPr>
          </a:p>
          <a:p>
            <a:pPr marL="0" lvl="0" indent="0" algn="l" rtl="0">
              <a:lnSpc>
                <a:spcPct val="120000"/>
              </a:lnSpc>
              <a:spcBef>
                <a:spcPts val="0"/>
              </a:spcBef>
              <a:spcAft>
                <a:spcPts val="0"/>
              </a:spcAft>
              <a:buClr>
                <a:schemeClr val="dk1"/>
              </a:buClr>
              <a:buFont typeface="Arial"/>
              <a:buNone/>
            </a:pPr>
            <a:r>
              <a:rPr lang="en-US" sz="2400">
                <a:solidFill>
                  <a:srgbClr val="414041"/>
                </a:solidFill>
                <a:latin typeface="Roboto"/>
                <a:ea typeface="Roboto"/>
                <a:cs typeface="Roboto"/>
                <a:sym typeface="Roboto"/>
              </a:rPr>
              <a:t>C. It stops bad smells	</a:t>
            </a:r>
            <a:endParaRPr sz="2800">
              <a:solidFill>
                <a:schemeClr val="dk1"/>
              </a:solidFill>
            </a:endParaRPr>
          </a:p>
          <a:p>
            <a:pPr marL="0" lvl="0" indent="0" algn="l" rtl="0">
              <a:lnSpc>
                <a:spcPct val="120000"/>
              </a:lnSpc>
              <a:spcBef>
                <a:spcPts val="0"/>
              </a:spcBef>
              <a:spcAft>
                <a:spcPts val="0"/>
              </a:spcAft>
              <a:buClr>
                <a:schemeClr val="dk1"/>
              </a:buClr>
              <a:buFont typeface="Arial"/>
              <a:buNone/>
            </a:pPr>
            <a:r>
              <a:rPr lang="en-US" sz="2400">
                <a:solidFill>
                  <a:srgbClr val="414041"/>
                </a:solidFill>
                <a:latin typeface="Roboto"/>
                <a:ea typeface="Roboto"/>
                <a:cs typeface="Roboto"/>
                <a:sym typeface="Roboto"/>
              </a:rPr>
              <a:t>D. It can be used instead of metal tubes</a:t>
            </a:r>
            <a:endParaRPr sz="2400" b="1">
              <a:solidFill>
                <a:srgbClr val="018146"/>
              </a:solidFill>
              <a:latin typeface="Roboto"/>
              <a:ea typeface="Roboto"/>
              <a:cs typeface="Roboto"/>
              <a:sym typeface="Roboto"/>
            </a:endParaRPr>
          </a:p>
        </p:txBody>
      </p:sp>
      <p:sp>
        <p:nvSpPr>
          <p:cNvPr id="1621" name="Google Shape;1621;p69"/>
          <p:cNvSpPr txBox="1"/>
          <p:nvPr/>
        </p:nvSpPr>
        <p:spPr>
          <a:xfrm>
            <a:off x="6411878" y="489770"/>
            <a:ext cx="116874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Clr>
                <a:srgbClr val="000000"/>
              </a:buClr>
              <a:buSzPts val="4504"/>
              <a:buFont typeface="Arial"/>
              <a:buNone/>
            </a:pPr>
            <a:r>
              <a:rPr lang="en-US" sz="4504" b="1">
                <a:solidFill>
                  <a:srgbClr val="018345"/>
                </a:solidFill>
                <a:latin typeface="Montserrat"/>
                <a:ea typeface="Montserrat"/>
                <a:cs typeface="Montserrat"/>
                <a:sym typeface="Montserrat"/>
              </a:rPr>
              <a:t>07. </a:t>
            </a:r>
            <a:r>
              <a:rPr lang="en-US" sz="4504" b="1" i="0" u="none" strike="noStrike" cap="none">
                <a:solidFill>
                  <a:srgbClr val="018345"/>
                </a:solidFill>
                <a:latin typeface="Montserrat"/>
                <a:ea typeface="Montserrat"/>
                <a:cs typeface="Montserrat"/>
                <a:sym typeface="Montserrat"/>
              </a:rPr>
              <a:t>Listening Practi</a:t>
            </a:r>
            <a:r>
              <a:rPr lang="en-US" sz="4504" b="1">
                <a:solidFill>
                  <a:srgbClr val="018345"/>
                </a:solidFill>
                <a:latin typeface="Montserrat"/>
                <a:ea typeface="Montserrat"/>
                <a:cs typeface="Montserrat"/>
                <a:sym typeface="Montserrat"/>
              </a:rPr>
              <a:t>ce: P</a:t>
            </a:r>
            <a:r>
              <a:rPr lang="en-US" sz="4504" b="1" i="0" u="none" strike="noStrike" cap="none">
                <a:solidFill>
                  <a:srgbClr val="018345"/>
                </a:solidFill>
                <a:latin typeface="Montserrat"/>
                <a:ea typeface="Montserrat"/>
                <a:cs typeface="Montserrat"/>
                <a:sym typeface="Montserrat"/>
              </a:rPr>
              <a:t>art 3</a:t>
            </a:r>
            <a:endParaRPr sz="1400" b="0" i="0" u="none" strike="noStrike" cap="none">
              <a:solidFill>
                <a:srgbClr val="000000"/>
              </a:solidFill>
              <a:latin typeface="Arial"/>
              <a:ea typeface="Arial"/>
              <a:cs typeface="Arial"/>
              <a:sym typeface="Arial"/>
            </a:endParaRPr>
          </a:p>
        </p:txBody>
      </p:sp>
      <p:sp>
        <p:nvSpPr>
          <p:cNvPr id="1622" name="Google Shape;1622;p69"/>
          <p:cNvSpPr/>
          <p:nvPr/>
        </p:nvSpPr>
        <p:spPr>
          <a:xfrm>
            <a:off x="450850" y="3742775"/>
            <a:ext cx="470100" cy="461700"/>
          </a:xfrm>
          <a:prstGeom prst="ellipse">
            <a:avLst/>
          </a:prstGeom>
          <a:noFill/>
          <a:ln w="19050"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623" name="Google Shape;1623;p69"/>
          <p:cNvSpPr/>
          <p:nvPr/>
        </p:nvSpPr>
        <p:spPr>
          <a:xfrm>
            <a:off x="406450" y="5480550"/>
            <a:ext cx="470100" cy="461700"/>
          </a:xfrm>
          <a:prstGeom prst="ellipse">
            <a:avLst/>
          </a:prstGeom>
          <a:noFill/>
          <a:ln w="19050"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624" name="Google Shape;1624;p69"/>
          <p:cNvSpPr/>
          <p:nvPr/>
        </p:nvSpPr>
        <p:spPr>
          <a:xfrm>
            <a:off x="450850" y="7283925"/>
            <a:ext cx="470100" cy="461700"/>
          </a:xfrm>
          <a:prstGeom prst="ellipse">
            <a:avLst/>
          </a:prstGeom>
          <a:noFill/>
          <a:ln w="19050"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625" name="Google Shape;1625;p69"/>
          <p:cNvSpPr/>
          <p:nvPr/>
        </p:nvSpPr>
        <p:spPr>
          <a:xfrm>
            <a:off x="9087100" y="3281075"/>
            <a:ext cx="470100" cy="461700"/>
          </a:xfrm>
          <a:prstGeom prst="ellipse">
            <a:avLst/>
          </a:prstGeom>
          <a:noFill/>
          <a:ln w="19050"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626" name="Google Shape;1626;p69"/>
          <p:cNvSpPr/>
          <p:nvPr/>
        </p:nvSpPr>
        <p:spPr>
          <a:xfrm>
            <a:off x="9087100" y="5942250"/>
            <a:ext cx="470100" cy="461700"/>
          </a:xfrm>
          <a:prstGeom prst="ellipse">
            <a:avLst/>
          </a:prstGeom>
          <a:noFill/>
          <a:ln w="19050"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630"/>
        <p:cNvGrpSpPr/>
        <p:nvPr/>
      </p:nvGrpSpPr>
      <p:grpSpPr>
        <a:xfrm>
          <a:off x="0" y="0"/>
          <a:ext cx="0" cy="0"/>
          <a:chOff x="0" y="0"/>
          <a:chExt cx="0" cy="0"/>
        </a:xfrm>
      </p:grpSpPr>
      <p:cxnSp>
        <p:nvCxnSpPr>
          <p:cNvPr id="1631" name="Google Shape;1631;p70"/>
          <p:cNvCxnSpPr/>
          <p:nvPr/>
        </p:nvCxnSpPr>
        <p:spPr>
          <a:xfrm>
            <a:off x="-249883" y="5125235"/>
            <a:ext cx="5303400" cy="0"/>
          </a:xfrm>
          <a:prstGeom prst="straightConnector1">
            <a:avLst/>
          </a:prstGeom>
          <a:noFill/>
          <a:ln w="38100" cap="flat" cmpd="sng">
            <a:solidFill>
              <a:srgbClr val="FFFFFF"/>
            </a:solidFill>
            <a:prstDash val="solid"/>
            <a:round/>
            <a:headEnd type="none" w="sm" len="sm"/>
            <a:tailEnd type="none" w="sm" len="sm"/>
          </a:ln>
        </p:spPr>
      </p:cxnSp>
      <p:sp>
        <p:nvSpPr>
          <p:cNvPr id="1632" name="Google Shape;1632;p70" descr="Books with solid fill"/>
          <p:cNvSpPr/>
          <p:nvPr/>
        </p:nvSpPr>
        <p:spPr>
          <a:xfrm>
            <a:off x="3241317" y="6938897"/>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1633" name="Google Shape;1633;p70"/>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1634" name="Google Shape;1634;p70"/>
          <p:cNvSpPr/>
          <p:nvPr/>
        </p:nvSpPr>
        <p:spPr>
          <a:xfrm>
            <a:off x="1028700" y="171160"/>
            <a:ext cx="1487252" cy="1427762"/>
          </a:xfrm>
          <a:custGeom>
            <a:avLst/>
            <a:gdLst/>
            <a:ahLst/>
            <a:cxnLst/>
            <a:rect l="l" t="t" r="r" b="b"/>
            <a:pathLst>
              <a:path w="1487252" h="1427762" extrusionOk="0">
                <a:moveTo>
                  <a:pt x="0" y="0"/>
                </a:moveTo>
                <a:lnTo>
                  <a:pt x="1487252" y="0"/>
                </a:lnTo>
                <a:lnTo>
                  <a:pt x="1487252" y="1427762"/>
                </a:lnTo>
                <a:lnTo>
                  <a:pt x="0" y="1427762"/>
                </a:lnTo>
                <a:lnTo>
                  <a:pt x="0" y="0"/>
                </a:lnTo>
                <a:close/>
              </a:path>
            </a:pathLst>
          </a:custGeom>
          <a:blipFill rotWithShape="1">
            <a:blip r:embed="rId5">
              <a:alphaModFix/>
            </a:blip>
            <a:stretch>
              <a:fillRect/>
            </a:stretch>
          </a:blipFill>
          <a:ln>
            <a:noFill/>
          </a:ln>
        </p:spPr>
      </p:sp>
      <p:sp>
        <p:nvSpPr>
          <p:cNvPr id="1635" name="Google Shape;1635;p70"/>
          <p:cNvSpPr txBox="1"/>
          <p:nvPr/>
        </p:nvSpPr>
        <p:spPr>
          <a:xfrm>
            <a:off x="3269892" y="607826"/>
            <a:ext cx="116874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Clr>
                <a:srgbClr val="000000"/>
              </a:buClr>
              <a:buSzPts val="4504"/>
              <a:buFont typeface="Arial"/>
              <a:buNone/>
            </a:pPr>
            <a:r>
              <a:rPr lang="en-US" sz="4504" b="1" i="0" u="none" strike="noStrike" cap="none">
                <a:solidFill>
                  <a:srgbClr val="018345"/>
                </a:solidFill>
                <a:latin typeface="Montserrat"/>
                <a:ea typeface="Montserrat"/>
                <a:cs typeface="Montserrat"/>
                <a:sym typeface="Montserrat"/>
              </a:rPr>
              <a:t>PHẦN ĐÁP ÁN VÀ GIẢI THÍCH</a:t>
            </a:r>
            <a:endParaRPr sz="1400" b="0" i="0" u="none" strike="noStrike" cap="none">
              <a:solidFill>
                <a:srgbClr val="000000"/>
              </a:solidFill>
              <a:latin typeface="Arial"/>
              <a:ea typeface="Arial"/>
              <a:cs typeface="Arial"/>
              <a:sym typeface="Arial"/>
            </a:endParaRPr>
          </a:p>
        </p:txBody>
      </p:sp>
      <p:grpSp>
        <p:nvGrpSpPr>
          <p:cNvPr id="1636" name="Google Shape;1636;p70"/>
          <p:cNvGrpSpPr/>
          <p:nvPr/>
        </p:nvGrpSpPr>
        <p:grpSpPr>
          <a:xfrm rot="10800000">
            <a:off x="-6497433" y="-1482670"/>
            <a:ext cx="9318224" cy="5169033"/>
            <a:chOff x="0" y="-38100"/>
            <a:chExt cx="406400" cy="225405"/>
          </a:xfrm>
        </p:grpSpPr>
        <p:sp>
          <p:nvSpPr>
            <p:cNvPr id="1637" name="Google Shape;1637;p70"/>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638" name="Google Shape;1638;p70"/>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639" name="Google Shape;1639;p70"/>
          <p:cNvSpPr txBox="1"/>
          <p:nvPr/>
        </p:nvSpPr>
        <p:spPr>
          <a:xfrm>
            <a:off x="1028700" y="1799778"/>
            <a:ext cx="16230600" cy="71235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Clr>
                <a:srgbClr val="000000"/>
              </a:buClr>
              <a:buSzPts val="2600"/>
              <a:buFont typeface="Arial"/>
              <a:buNone/>
            </a:pPr>
            <a:r>
              <a:rPr lang="en-US" sz="2600" b="1" i="0" u="none" strike="noStrike" cap="none">
                <a:solidFill>
                  <a:srgbClr val="01051C"/>
                </a:solidFill>
                <a:latin typeface="Roboto"/>
                <a:ea typeface="Roboto"/>
                <a:cs typeface="Roboto"/>
                <a:sym typeface="Roboto"/>
              </a:rPr>
              <a:t>Question 26: C. Making cars</a:t>
            </a:r>
            <a:endParaRPr sz="1400" b="0" i="0" u="none" strike="noStrike" cap="none">
              <a:solidFill>
                <a:srgbClr val="000000"/>
              </a:solidFill>
              <a:latin typeface="Roboto"/>
              <a:ea typeface="Roboto"/>
              <a:cs typeface="Roboto"/>
              <a:sym typeface="Roboto"/>
            </a:endParaRPr>
          </a:p>
          <a:p>
            <a:pPr marL="0" marR="0" lvl="0" indent="0" algn="just" rtl="0">
              <a:lnSpc>
                <a:spcPct val="120000"/>
              </a:lnSpc>
              <a:spcBef>
                <a:spcPts val="0"/>
              </a:spcBef>
              <a:spcAft>
                <a:spcPts val="0"/>
              </a:spcAft>
              <a:buClr>
                <a:srgbClr val="000000"/>
              </a:buClr>
              <a:buSzPts val="2600"/>
              <a:buFont typeface="Arial"/>
              <a:buNone/>
            </a:pPr>
            <a:r>
              <a:rPr lang="en-US" sz="2600" b="0" i="0" u="none" strike="noStrike" cap="none">
                <a:solidFill>
                  <a:srgbClr val="01051C"/>
                </a:solidFill>
                <a:latin typeface="Roboto"/>
                <a:ea typeface="Roboto"/>
                <a:cs typeface="Roboto"/>
                <a:sym typeface="Roboto"/>
              </a:rPr>
              <a:t>“…</a:t>
            </a:r>
            <a:r>
              <a:rPr lang="en-US" sz="2600" b="0" i="0" u="none" strike="noStrike" cap="none">
                <a:solidFill>
                  <a:srgbClr val="FF0000"/>
                </a:solidFill>
                <a:latin typeface="Roboto"/>
                <a:ea typeface="Roboto"/>
                <a:cs typeface="Roboto"/>
                <a:sym typeface="Roboto"/>
              </a:rPr>
              <a:t>What do a bicycle, a chair, a house, and a T-shirt have in common? </a:t>
            </a:r>
            <a:r>
              <a:rPr lang="en-US" sz="2600" b="0" i="0" u="none" strike="noStrike" cap="none">
                <a:solidFill>
                  <a:srgbClr val="01051C"/>
                </a:solidFill>
                <a:latin typeface="Roboto"/>
                <a:ea typeface="Roboto"/>
                <a:cs typeface="Roboto"/>
                <a:sym typeface="Roboto"/>
              </a:rPr>
              <a:t>They can all be made using bamboo! Bamboo is one of the most amazing plants on earth…”</a:t>
            </a:r>
            <a:endParaRPr sz="2600" b="0" i="0" u="none" strike="noStrike" cap="none">
              <a:solidFill>
                <a:srgbClr val="01051C"/>
              </a:solidFill>
              <a:latin typeface="Roboto"/>
              <a:ea typeface="Roboto"/>
              <a:cs typeface="Roboto"/>
              <a:sym typeface="Roboto"/>
            </a:endParaRPr>
          </a:p>
          <a:p>
            <a:pPr marL="0" marR="0" lvl="0" indent="0" algn="just" rtl="0">
              <a:lnSpc>
                <a:spcPct val="120000"/>
              </a:lnSpc>
              <a:spcBef>
                <a:spcPts val="0"/>
              </a:spcBef>
              <a:spcAft>
                <a:spcPts val="0"/>
              </a:spcAft>
              <a:buClr>
                <a:srgbClr val="000000"/>
              </a:buClr>
              <a:buSzPts val="2600"/>
              <a:buFont typeface="Arial"/>
              <a:buNone/>
            </a:pPr>
            <a:r>
              <a:rPr lang="en-US" sz="2600" b="1" i="0" u="none" strike="noStrike" cap="none">
                <a:solidFill>
                  <a:srgbClr val="01051C"/>
                </a:solidFill>
                <a:latin typeface="Roboto"/>
                <a:ea typeface="Roboto"/>
                <a:cs typeface="Roboto"/>
                <a:sym typeface="Roboto"/>
              </a:rPr>
              <a:t>Question 27: B. reaches a useful size in 3 to 7 years.. </a:t>
            </a:r>
            <a:endParaRPr sz="1400" b="0" i="0" u="none" strike="noStrike" cap="none">
              <a:solidFill>
                <a:srgbClr val="000000"/>
              </a:solidFill>
              <a:latin typeface="Roboto"/>
              <a:ea typeface="Roboto"/>
              <a:cs typeface="Roboto"/>
              <a:sym typeface="Roboto"/>
            </a:endParaRPr>
          </a:p>
          <a:p>
            <a:pPr marL="0" marR="0" lvl="0" indent="0" algn="just" rtl="0">
              <a:lnSpc>
                <a:spcPct val="120000"/>
              </a:lnSpc>
              <a:spcBef>
                <a:spcPts val="0"/>
              </a:spcBef>
              <a:spcAft>
                <a:spcPts val="0"/>
              </a:spcAft>
              <a:buClr>
                <a:srgbClr val="000000"/>
              </a:buClr>
              <a:buSzPts val="2600"/>
              <a:buFont typeface="Arial"/>
              <a:buNone/>
            </a:pPr>
            <a:r>
              <a:rPr lang="en-US" sz="2600" b="0" i="0" u="none" strike="noStrike" cap="none">
                <a:solidFill>
                  <a:srgbClr val="01051C"/>
                </a:solidFill>
                <a:latin typeface="Roboto"/>
                <a:ea typeface="Roboto"/>
                <a:cs typeface="Roboto"/>
                <a:sym typeface="Roboto"/>
              </a:rPr>
              <a:t>“…. It takes twenty years or more for a tree to grow to a useful size. </a:t>
            </a:r>
            <a:r>
              <a:rPr lang="en-US" sz="2600" b="0" i="0" u="none" strike="noStrike" cap="none">
                <a:solidFill>
                  <a:srgbClr val="FF0000"/>
                </a:solidFill>
                <a:latin typeface="Roboto"/>
                <a:ea typeface="Roboto"/>
                <a:cs typeface="Roboto"/>
                <a:sym typeface="Roboto"/>
              </a:rPr>
              <a:t>Bamboo reaches its useful size in only three to seven years</a:t>
            </a:r>
            <a:r>
              <a:rPr lang="en-US" sz="2600" b="0" i="0" u="none" strike="noStrike" cap="none">
                <a:solidFill>
                  <a:srgbClr val="01051C"/>
                </a:solidFill>
                <a:latin typeface="Roboto"/>
                <a:ea typeface="Roboto"/>
                <a:cs typeface="Roboto"/>
                <a:sym typeface="Roboto"/>
              </a:rPr>
              <a:t>.…”</a:t>
            </a:r>
            <a:endParaRPr sz="2600" b="0" i="0" u="none" strike="noStrike" cap="none">
              <a:solidFill>
                <a:srgbClr val="01051C"/>
              </a:solidFill>
              <a:latin typeface="Roboto"/>
              <a:ea typeface="Roboto"/>
              <a:cs typeface="Roboto"/>
              <a:sym typeface="Roboto"/>
            </a:endParaRPr>
          </a:p>
          <a:p>
            <a:pPr marL="0" marR="0" lvl="0" indent="0" algn="just" rtl="0">
              <a:lnSpc>
                <a:spcPct val="120000"/>
              </a:lnSpc>
              <a:spcBef>
                <a:spcPts val="0"/>
              </a:spcBef>
              <a:spcAft>
                <a:spcPts val="0"/>
              </a:spcAft>
              <a:buClr>
                <a:srgbClr val="000000"/>
              </a:buClr>
              <a:buSzPts val="2600"/>
              <a:buFont typeface="Arial"/>
              <a:buNone/>
            </a:pPr>
            <a:r>
              <a:rPr lang="en-US" sz="2600" b="1" i="0" u="none" strike="noStrike" cap="none">
                <a:solidFill>
                  <a:srgbClr val="01051C"/>
                </a:solidFill>
                <a:latin typeface="Roboto"/>
                <a:ea typeface="Roboto"/>
                <a:cs typeface="Roboto"/>
                <a:sym typeface="Roboto"/>
              </a:rPr>
              <a:t>Question 28: A. It is very strong.</a:t>
            </a:r>
            <a:endParaRPr sz="1400" b="0" i="0" u="none" strike="noStrike" cap="none">
              <a:solidFill>
                <a:srgbClr val="000000"/>
              </a:solidFill>
              <a:latin typeface="Roboto"/>
              <a:ea typeface="Roboto"/>
              <a:cs typeface="Roboto"/>
              <a:sym typeface="Roboto"/>
            </a:endParaRPr>
          </a:p>
          <a:p>
            <a:pPr marL="0" marR="0" lvl="0" indent="0" algn="just" rtl="0">
              <a:lnSpc>
                <a:spcPct val="120000"/>
              </a:lnSpc>
              <a:spcBef>
                <a:spcPts val="0"/>
              </a:spcBef>
              <a:spcAft>
                <a:spcPts val="0"/>
              </a:spcAft>
              <a:buClr>
                <a:srgbClr val="000000"/>
              </a:buClr>
              <a:buSzPts val="2600"/>
              <a:buFont typeface="Arial"/>
              <a:buNone/>
            </a:pPr>
            <a:r>
              <a:rPr lang="en-US" sz="2600" b="0" i="0" u="none" strike="noStrike" cap="none">
                <a:solidFill>
                  <a:srgbClr val="01051C"/>
                </a:solidFill>
                <a:latin typeface="Roboto"/>
                <a:ea typeface="Roboto"/>
                <a:cs typeface="Roboto"/>
                <a:sym typeface="Roboto"/>
              </a:rPr>
              <a:t>“…Many kinds of bamboo are actually harder than wood. </a:t>
            </a:r>
            <a:r>
              <a:rPr lang="en-US" sz="2600" b="0" i="0" u="none" strike="noStrike" cap="none">
                <a:solidFill>
                  <a:srgbClr val="FF0000"/>
                </a:solidFill>
                <a:latin typeface="Roboto"/>
                <a:ea typeface="Roboto"/>
                <a:cs typeface="Roboto"/>
                <a:sym typeface="Roboto"/>
              </a:rPr>
              <a:t>People all over the world have built houses with bamboo. </a:t>
            </a:r>
            <a:r>
              <a:rPr lang="en-US" sz="2600" b="0" i="0" u="none" strike="noStrike" cap="none">
                <a:solidFill>
                  <a:srgbClr val="202020"/>
                </a:solidFill>
                <a:latin typeface="Roboto"/>
                <a:ea typeface="Roboto"/>
                <a:cs typeface="Roboto"/>
                <a:sym typeface="Roboto"/>
              </a:rPr>
              <a:t>Bamboo has other uses as well</a:t>
            </a:r>
            <a:r>
              <a:rPr lang="en-US" sz="2600" b="0" i="0" u="none" strike="noStrike" cap="none">
                <a:solidFill>
                  <a:srgbClr val="01051C"/>
                </a:solidFill>
                <a:latin typeface="Roboto"/>
                <a:ea typeface="Roboto"/>
                <a:cs typeface="Roboto"/>
                <a:sym typeface="Roboto"/>
              </a:rPr>
              <a:t>…”</a:t>
            </a:r>
            <a:endParaRPr sz="2600" b="0" i="0" u="none" strike="noStrike" cap="none">
              <a:solidFill>
                <a:srgbClr val="01051C"/>
              </a:solidFill>
              <a:latin typeface="Roboto"/>
              <a:ea typeface="Roboto"/>
              <a:cs typeface="Roboto"/>
              <a:sym typeface="Roboto"/>
            </a:endParaRPr>
          </a:p>
          <a:p>
            <a:pPr marL="0" marR="0" lvl="0" indent="0" algn="just" rtl="0">
              <a:lnSpc>
                <a:spcPct val="120000"/>
              </a:lnSpc>
              <a:spcBef>
                <a:spcPts val="0"/>
              </a:spcBef>
              <a:spcAft>
                <a:spcPts val="0"/>
              </a:spcAft>
              <a:buClr>
                <a:srgbClr val="000000"/>
              </a:buClr>
              <a:buSzPts val="2600"/>
              <a:buFont typeface="Arial"/>
              <a:buNone/>
            </a:pPr>
            <a:r>
              <a:rPr lang="en-US" sz="2600" b="1" i="0" u="none" strike="noStrike" cap="none">
                <a:solidFill>
                  <a:srgbClr val="01051C"/>
                </a:solidFill>
                <a:latin typeface="Roboto"/>
                <a:ea typeface="Roboto"/>
                <a:cs typeface="Roboto"/>
                <a:sym typeface="Roboto"/>
              </a:rPr>
              <a:t>Question 29: </a:t>
            </a:r>
            <a:r>
              <a:rPr lang="en-US" sz="2600" b="1">
                <a:solidFill>
                  <a:srgbClr val="01051C"/>
                </a:solidFill>
                <a:latin typeface="Roboto"/>
                <a:ea typeface="Roboto"/>
                <a:cs typeface="Roboto"/>
                <a:sym typeface="Roboto"/>
              </a:rPr>
              <a:t>B. It grows faster than trees</a:t>
            </a:r>
            <a:endParaRPr sz="1400" b="0" i="0" u="none" strike="noStrike" cap="none">
              <a:solidFill>
                <a:srgbClr val="000000"/>
              </a:solidFill>
              <a:latin typeface="Roboto"/>
              <a:ea typeface="Roboto"/>
              <a:cs typeface="Roboto"/>
              <a:sym typeface="Roboto"/>
            </a:endParaRPr>
          </a:p>
          <a:p>
            <a:pPr marL="0" marR="0" lvl="0" indent="0" algn="just" rtl="0">
              <a:lnSpc>
                <a:spcPct val="120000"/>
              </a:lnSpc>
              <a:spcBef>
                <a:spcPts val="0"/>
              </a:spcBef>
              <a:spcAft>
                <a:spcPts val="0"/>
              </a:spcAft>
              <a:buClr>
                <a:srgbClr val="000000"/>
              </a:buClr>
              <a:buSzPts val="2600"/>
              <a:buFont typeface="Arial"/>
              <a:buNone/>
            </a:pPr>
            <a:r>
              <a:rPr lang="en-US" sz="2600" b="0" i="0" u="none" strike="noStrike" cap="none">
                <a:solidFill>
                  <a:srgbClr val="01051C"/>
                </a:solidFill>
                <a:latin typeface="Roboto"/>
                <a:ea typeface="Roboto"/>
                <a:cs typeface="Roboto"/>
                <a:sym typeface="Roboto"/>
              </a:rPr>
              <a:t>“…</a:t>
            </a:r>
            <a:r>
              <a:rPr lang="en-US" sz="2600" b="0" i="0" u="none" strike="noStrike" cap="none">
                <a:solidFill>
                  <a:srgbClr val="FF0000"/>
                </a:solidFill>
                <a:latin typeface="Roboto"/>
                <a:ea typeface="Roboto"/>
                <a:cs typeface="Roboto"/>
                <a:sym typeface="Roboto"/>
              </a:rPr>
              <a:t>It can grow about three centimeters per hour!</a:t>
            </a:r>
            <a:r>
              <a:rPr lang="en-US" sz="2600" b="0" i="0" u="none" strike="noStrike" cap="none">
                <a:solidFill>
                  <a:srgbClr val="01051C"/>
                </a:solidFill>
                <a:latin typeface="Roboto"/>
                <a:ea typeface="Roboto"/>
                <a:cs typeface="Roboto"/>
                <a:sym typeface="Roboto"/>
              </a:rPr>
              <a:t> </a:t>
            </a:r>
            <a:r>
              <a:rPr lang="en-US" sz="2600" b="0" i="0" u="none" strike="noStrike" cap="none">
                <a:solidFill>
                  <a:srgbClr val="FF0000"/>
                </a:solidFill>
                <a:latin typeface="Roboto"/>
                <a:ea typeface="Roboto"/>
                <a:cs typeface="Roboto"/>
                <a:sym typeface="Roboto"/>
              </a:rPr>
              <a:t>Trees take much longer to grow, of course</a:t>
            </a:r>
            <a:r>
              <a:rPr lang="en-US" sz="2600" b="0" i="0" u="none" strike="noStrike" cap="none">
                <a:solidFill>
                  <a:srgbClr val="01051C"/>
                </a:solidFill>
                <a:latin typeface="Roboto"/>
                <a:ea typeface="Roboto"/>
                <a:cs typeface="Roboto"/>
                <a:sym typeface="Roboto"/>
              </a:rPr>
              <a:t>. It takes twenty years or more for a tree to grow to a useful size…”</a:t>
            </a:r>
            <a:endParaRPr sz="2600" b="0" i="0" u="none" strike="noStrike" cap="none">
              <a:solidFill>
                <a:srgbClr val="01051C"/>
              </a:solidFill>
              <a:latin typeface="Roboto"/>
              <a:ea typeface="Roboto"/>
              <a:cs typeface="Roboto"/>
              <a:sym typeface="Roboto"/>
            </a:endParaRPr>
          </a:p>
          <a:p>
            <a:pPr marL="0" marR="0" lvl="0" indent="0" algn="just" rtl="0">
              <a:lnSpc>
                <a:spcPct val="120000"/>
              </a:lnSpc>
              <a:spcBef>
                <a:spcPts val="0"/>
              </a:spcBef>
              <a:spcAft>
                <a:spcPts val="0"/>
              </a:spcAft>
              <a:buClr>
                <a:srgbClr val="000000"/>
              </a:buClr>
              <a:buSzPts val="2600"/>
              <a:buFont typeface="Arial"/>
              <a:buNone/>
            </a:pPr>
            <a:r>
              <a:rPr lang="en-US" sz="2600" b="1" i="0" u="none" strike="noStrike" cap="none">
                <a:solidFill>
                  <a:srgbClr val="01051C"/>
                </a:solidFill>
                <a:latin typeface="Roboto"/>
                <a:ea typeface="Roboto"/>
                <a:cs typeface="Roboto"/>
                <a:sym typeface="Roboto"/>
              </a:rPr>
              <a:t>Question </a:t>
            </a:r>
            <a:r>
              <a:rPr lang="en-US" sz="2600" b="1">
                <a:solidFill>
                  <a:srgbClr val="01051C"/>
                </a:solidFill>
                <a:latin typeface="Roboto"/>
                <a:ea typeface="Roboto"/>
                <a:cs typeface="Roboto"/>
                <a:sym typeface="Roboto"/>
              </a:rPr>
              <a:t>3</a:t>
            </a:r>
            <a:r>
              <a:rPr lang="en-US" sz="2600" b="1" i="0" u="none" strike="noStrike" cap="none">
                <a:solidFill>
                  <a:srgbClr val="01051C"/>
                </a:solidFill>
                <a:latin typeface="Roboto"/>
                <a:ea typeface="Roboto"/>
                <a:cs typeface="Roboto"/>
                <a:sym typeface="Roboto"/>
              </a:rPr>
              <a:t>0: B. Using bamboo can help to save trees. </a:t>
            </a:r>
            <a:endParaRPr sz="1400" b="0" i="0" u="none" strike="noStrike" cap="none">
              <a:solidFill>
                <a:srgbClr val="000000"/>
              </a:solidFill>
              <a:latin typeface="Roboto"/>
              <a:ea typeface="Roboto"/>
              <a:cs typeface="Roboto"/>
              <a:sym typeface="Roboto"/>
            </a:endParaRPr>
          </a:p>
          <a:p>
            <a:pPr marL="0" marR="0" lvl="0" indent="0" algn="just" rtl="0">
              <a:lnSpc>
                <a:spcPct val="120000"/>
              </a:lnSpc>
              <a:spcBef>
                <a:spcPts val="0"/>
              </a:spcBef>
              <a:spcAft>
                <a:spcPts val="0"/>
              </a:spcAft>
              <a:buClr>
                <a:srgbClr val="000000"/>
              </a:buClr>
              <a:buSzPts val="2600"/>
              <a:buFont typeface="Arial"/>
              <a:buNone/>
            </a:pPr>
            <a:r>
              <a:rPr lang="en-US" sz="2600" b="0" i="0" u="none" strike="noStrike" cap="none">
                <a:solidFill>
                  <a:srgbClr val="01051C"/>
                </a:solidFill>
                <a:latin typeface="Roboto"/>
                <a:ea typeface="Roboto"/>
                <a:cs typeface="Roboto"/>
                <a:sym typeface="Roboto"/>
              </a:rPr>
              <a:t>“…</a:t>
            </a:r>
            <a:r>
              <a:rPr lang="en-US" sz="2600" b="0" i="0" u="none" strike="noStrike" cap="none">
                <a:solidFill>
                  <a:srgbClr val="414041"/>
                </a:solidFill>
                <a:latin typeface="Roboto"/>
                <a:ea typeface="Roboto"/>
                <a:cs typeface="Roboto"/>
                <a:sym typeface="Roboto"/>
              </a:rPr>
              <a:t>But the number of trees is limited</a:t>
            </a:r>
            <a:r>
              <a:rPr lang="en-US" sz="2600" b="0" i="0" u="none" strike="noStrike" cap="none">
                <a:solidFill>
                  <a:srgbClr val="FF0000"/>
                </a:solidFill>
                <a:latin typeface="Roboto"/>
                <a:ea typeface="Roboto"/>
                <a:cs typeface="Roboto"/>
                <a:sym typeface="Roboto"/>
              </a:rPr>
              <a:t>. If people used bamboo instead, many trees could be saved</a:t>
            </a:r>
            <a:r>
              <a:rPr lang="en-US" sz="2600" b="0" i="0" u="none" strike="noStrike" cap="none">
                <a:solidFill>
                  <a:srgbClr val="414041"/>
                </a:solidFill>
                <a:latin typeface="Roboto"/>
                <a:ea typeface="Roboto"/>
                <a:cs typeface="Roboto"/>
                <a:sym typeface="Roboto"/>
              </a:rPr>
              <a:t>. Scientists and inventors are working hard to find</a:t>
            </a:r>
            <a:r>
              <a:rPr lang="en-US" sz="2600" b="0" i="0" u="none" strike="noStrike" cap="none">
                <a:solidFill>
                  <a:srgbClr val="01051C"/>
                </a:solidFill>
                <a:latin typeface="Roboto"/>
                <a:ea typeface="Roboto"/>
                <a:cs typeface="Roboto"/>
                <a:sym typeface="Roboto"/>
              </a:rPr>
              <a:t>…”</a:t>
            </a:r>
            <a:endParaRPr sz="1400" b="0" i="0" u="none" strike="noStrike" cap="none">
              <a:solidFill>
                <a:srgbClr val="000000"/>
              </a:solidFill>
              <a:latin typeface="Roboto"/>
              <a:ea typeface="Roboto"/>
              <a:cs typeface="Roboto"/>
              <a:sym typeface="Roboto"/>
            </a:endParaRPr>
          </a:p>
        </p:txBody>
      </p:sp>
      <p:grpSp>
        <p:nvGrpSpPr>
          <p:cNvPr id="1640" name="Google Shape;1640;p70"/>
          <p:cNvGrpSpPr/>
          <p:nvPr/>
        </p:nvGrpSpPr>
        <p:grpSpPr>
          <a:xfrm>
            <a:off x="-2718010" y="9275955"/>
            <a:ext cx="7950378" cy="1707451"/>
            <a:chOff x="0" y="-384760"/>
            <a:chExt cx="10600504" cy="2276297"/>
          </a:xfrm>
        </p:grpSpPr>
        <p:grpSp>
          <p:nvGrpSpPr>
            <p:cNvPr id="1641" name="Google Shape;1641;p70"/>
            <p:cNvGrpSpPr/>
            <p:nvPr/>
          </p:nvGrpSpPr>
          <p:grpSpPr>
            <a:xfrm>
              <a:off x="0" y="-384760"/>
              <a:ext cx="10600504" cy="2276297"/>
              <a:chOff x="0" y="-38100"/>
              <a:chExt cx="1049690" cy="225405"/>
            </a:xfrm>
          </p:grpSpPr>
          <p:sp>
            <p:nvSpPr>
              <p:cNvPr id="1642" name="Google Shape;1642;p70"/>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643" name="Google Shape;1643;p70"/>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644" name="Google Shape;1644;p70"/>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35"/>
                                        </p:tgtEl>
                                        <p:attrNameLst>
                                          <p:attrName>style.visibility</p:attrName>
                                        </p:attrNameLst>
                                      </p:cBhvr>
                                      <p:to>
                                        <p:strVal val="visible"/>
                                      </p:to>
                                    </p:set>
                                    <p:animEffect transition="in" filter="fade">
                                      <p:cBhvr>
                                        <p:cTn id="7" dur="500"/>
                                        <p:tgtEl>
                                          <p:spTgt spid="16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9"/>
                                        </p:tgtEl>
                                        <p:attrNameLst>
                                          <p:attrName>style.visibility</p:attrName>
                                        </p:attrNameLst>
                                      </p:cBhvr>
                                      <p:to>
                                        <p:strVal val="visible"/>
                                      </p:to>
                                    </p:set>
                                    <p:animEffect transition="in" filter="fade">
                                      <p:cBhvr>
                                        <p:cTn id="12" dur="500"/>
                                        <p:tgtEl>
                                          <p:spTgt spid="1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648"/>
        <p:cNvGrpSpPr/>
        <p:nvPr/>
      </p:nvGrpSpPr>
      <p:grpSpPr>
        <a:xfrm>
          <a:off x="0" y="0"/>
          <a:ext cx="0" cy="0"/>
          <a:chOff x="0" y="0"/>
          <a:chExt cx="0" cy="0"/>
        </a:xfrm>
      </p:grpSpPr>
      <p:grpSp>
        <p:nvGrpSpPr>
          <p:cNvPr id="1649" name="Google Shape;1649;p71"/>
          <p:cNvGrpSpPr/>
          <p:nvPr/>
        </p:nvGrpSpPr>
        <p:grpSpPr>
          <a:xfrm rot="10800000">
            <a:off x="15044545" y="-741632"/>
            <a:ext cx="7681773" cy="4261259"/>
            <a:chOff x="0" y="-38100"/>
            <a:chExt cx="406400" cy="225405"/>
          </a:xfrm>
        </p:grpSpPr>
        <p:sp>
          <p:nvSpPr>
            <p:cNvPr id="1650" name="Google Shape;1650;p71"/>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651" name="Google Shape;1651;p71"/>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652" name="Google Shape;1652;p71"/>
          <p:cNvSpPr/>
          <p:nvPr/>
        </p:nvSpPr>
        <p:spPr>
          <a:xfrm>
            <a:off x="5095877" y="525511"/>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3">
              <a:alphaModFix/>
            </a:blip>
            <a:stretch>
              <a:fillRect/>
            </a:stretch>
          </a:blipFill>
          <a:ln>
            <a:noFill/>
          </a:ln>
        </p:spPr>
      </p:sp>
      <p:grpSp>
        <p:nvGrpSpPr>
          <p:cNvPr id="1653" name="Google Shape;1653;p71"/>
          <p:cNvGrpSpPr/>
          <p:nvPr/>
        </p:nvGrpSpPr>
        <p:grpSpPr>
          <a:xfrm>
            <a:off x="-2718010" y="9275955"/>
            <a:ext cx="7950378" cy="1707451"/>
            <a:chOff x="0" y="-384760"/>
            <a:chExt cx="10600504" cy="2276297"/>
          </a:xfrm>
        </p:grpSpPr>
        <p:grpSp>
          <p:nvGrpSpPr>
            <p:cNvPr id="1654" name="Google Shape;1654;p71"/>
            <p:cNvGrpSpPr/>
            <p:nvPr/>
          </p:nvGrpSpPr>
          <p:grpSpPr>
            <a:xfrm>
              <a:off x="0" y="-384760"/>
              <a:ext cx="10600504" cy="2276297"/>
              <a:chOff x="0" y="-38100"/>
              <a:chExt cx="1049690" cy="225405"/>
            </a:xfrm>
          </p:grpSpPr>
          <p:sp>
            <p:nvSpPr>
              <p:cNvPr id="1655" name="Google Shape;1655;p71"/>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656" name="Google Shape;1656;p71"/>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657" name="Google Shape;1657;p71"/>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658" name="Google Shape;1658;p71"/>
          <p:cNvSpPr txBox="1"/>
          <p:nvPr/>
        </p:nvSpPr>
        <p:spPr>
          <a:xfrm>
            <a:off x="474867" y="1274591"/>
            <a:ext cx="16989000" cy="461700"/>
          </a:xfrm>
          <a:prstGeom prst="rect">
            <a:avLst/>
          </a:prstGeom>
          <a:noFill/>
          <a:ln>
            <a:noFill/>
          </a:ln>
        </p:spPr>
        <p:txBody>
          <a:bodyPr spcFirstLastPara="1" wrap="square" lIns="91400" tIns="45650" rIns="91400" bIns="4565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18146"/>
                </a:solidFill>
                <a:latin typeface="Roboto"/>
                <a:ea typeface="Roboto"/>
                <a:cs typeface="Roboto"/>
                <a:sym typeface="Roboto"/>
              </a:rPr>
              <a:t>Talk 3: Listen to a tour guide talking to some visitors at a museum about the BBC computer</a:t>
            </a:r>
            <a:endParaRPr sz="1400" b="0" i="0" u="none" strike="noStrike" cap="none">
              <a:solidFill>
                <a:srgbClr val="000000"/>
              </a:solidFill>
              <a:latin typeface="Arial"/>
              <a:ea typeface="Arial"/>
              <a:cs typeface="Arial"/>
              <a:sym typeface="Arial"/>
            </a:endParaRPr>
          </a:p>
        </p:txBody>
      </p:sp>
      <p:sp>
        <p:nvSpPr>
          <p:cNvPr id="1659" name="Google Shape;1659;p71"/>
          <p:cNvSpPr txBox="1"/>
          <p:nvPr/>
        </p:nvSpPr>
        <p:spPr>
          <a:xfrm>
            <a:off x="9144001" y="1974616"/>
            <a:ext cx="8039100" cy="5337900"/>
          </a:xfrm>
          <a:prstGeom prst="rect">
            <a:avLst/>
          </a:prstGeom>
          <a:noFill/>
          <a:ln>
            <a:noFill/>
          </a:ln>
        </p:spPr>
        <p:txBody>
          <a:bodyPr spcFirstLastPara="1" wrap="square" lIns="91400" tIns="45650" rIns="91400" bIns="45650" anchor="t" anchorCtr="0">
            <a:spAutoFit/>
          </a:bodyPr>
          <a:lstStyle/>
          <a:p>
            <a:pPr marL="0" marR="0" lvl="0" indent="0" algn="l" rtl="0">
              <a:lnSpc>
                <a:spcPct val="120000"/>
              </a:lnSpc>
              <a:spcBef>
                <a:spcPts val="0"/>
              </a:spcBef>
              <a:spcAft>
                <a:spcPts val="0"/>
              </a:spcAft>
              <a:buNone/>
            </a:pPr>
            <a:r>
              <a:rPr lang="en-US" sz="2400" b="1">
                <a:solidFill>
                  <a:srgbClr val="018345"/>
                </a:solidFill>
                <a:latin typeface="Roboto"/>
                <a:ea typeface="Roboto"/>
                <a:cs typeface="Roboto"/>
                <a:sym typeface="Roboto"/>
              </a:rPr>
              <a:t>3</a:t>
            </a:r>
            <a:r>
              <a:rPr lang="en-US" sz="2400" b="1" i="0" strike="noStrike" cap="none">
                <a:solidFill>
                  <a:srgbClr val="018345"/>
                </a:solidFill>
                <a:latin typeface="Roboto"/>
                <a:ea typeface="Roboto"/>
                <a:cs typeface="Roboto"/>
                <a:sym typeface="Roboto"/>
              </a:rPr>
              <a:t>4. How did the BBC turn the “microcomputers” into reality (thành hiện thực)?</a:t>
            </a:r>
            <a:endParaRPr sz="2800" b="0" i="0" strike="noStrike" cap="none">
              <a:solidFill>
                <a:srgbClr val="018345"/>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A. They made their computers with lots of functions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B. They found a computer company to make their computers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C. They started a new division to make their computers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D. They hired a big corporation to finish their ideas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1">
                <a:solidFill>
                  <a:srgbClr val="018345"/>
                </a:solidFill>
                <a:latin typeface="Roboto"/>
                <a:ea typeface="Roboto"/>
                <a:cs typeface="Roboto"/>
                <a:sym typeface="Roboto"/>
              </a:rPr>
              <a:t>3</a:t>
            </a:r>
            <a:r>
              <a:rPr lang="en-US" sz="2400" b="1" i="0" strike="noStrike" cap="none">
                <a:solidFill>
                  <a:srgbClr val="018345"/>
                </a:solidFill>
                <a:latin typeface="Roboto"/>
                <a:ea typeface="Roboto"/>
                <a:cs typeface="Roboto"/>
                <a:sym typeface="Roboto"/>
              </a:rPr>
              <a:t>5. The BBC computers ………</a:t>
            </a:r>
            <a:endParaRPr sz="2800" b="0" i="0" strike="noStrike" cap="none">
              <a:solidFill>
                <a:srgbClr val="018345"/>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A. Were made by a big company.	</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B. Were famous with Model C</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C. Were not successful at first	</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D. Were mainly used by children at schools</a:t>
            </a:r>
            <a:endParaRPr sz="2800" b="0" i="0" strike="noStrike" cap="none">
              <a:solidFill>
                <a:srgbClr val="000000"/>
              </a:solidFill>
              <a:latin typeface="Arial"/>
              <a:ea typeface="Arial"/>
              <a:cs typeface="Arial"/>
              <a:sym typeface="Arial"/>
            </a:endParaRPr>
          </a:p>
        </p:txBody>
      </p:sp>
      <p:sp>
        <p:nvSpPr>
          <p:cNvPr id="1660" name="Google Shape;1660;p71"/>
          <p:cNvSpPr txBox="1"/>
          <p:nvPr/>
        </p:nvSpPr>
        <p:spPr>
          <a:xfrm>
            <a:off x="474868" y="1974617"/>
            <a:ext cx="8225100" cy="7554300"/>
          </a:xfrm>
          <a:prstGeom prst="rect">
            <a:avLst/>
          </a:prstGeom>
          <a:noFill/>
          <a:ln>
            <a:noFill/>
          </a:ln>
        </p:spPr>
        <p:txBody>
          <a:bodyPr spcFirstLastPara="1" wrap="square" lIns="91400" tIns="45650" rIns="91400" bIns="45650" anchor="t" anchorCtr="0">
            <a:spAutoFit/>
          </a:bodyPr>
          <a:lstStyle/>
          <a:p>
            <a:pPr marL="0" marR="0" lvl="0" indent="0" algn="l" rtl="0">
              <a:lnSpc>
                <a:spcPct val="120000"/>
              </a:lnSpc>
              <a:spcBef>
                <a:spcPts val="0"/>
              </a:spcBef>
              <a:spcAft>
                <a:spcPts val="0"/>
              </a:spcAft>
              <a:buNone/>
            </a:pPr>
            <a:r>
              <a:rPr lang="en-US" sz="2400" b="1">
                <a:solidFill>
                  <a:srgbClr val="018345"/>
                </a:solidFill>
                <a:latin typeface="Roboto"/>
                <a:ea typeface="Roboto"/>
                <a:cs typeface="Roboto"/>
                <a:sym typeface="Roboto"/>
              </a:rPr>
              <a:t>3</a:t>
            </a:r>
            <a:r>
              <a:rPr lang="en-US" sz="2400" b="1" i="0" strike="noStrike" cap="none">
                <a:solidFill>
                  <a:srgbClr val="018345"/>
                </a:solidFill>
                <a:latin typeface="Roboto"/>
                <a:ea typeface="Roboto"/>
                <a:cs typeface="Roboto"/>
                <a:sym typeface="Roboto"/>
              </a:rPr>
              <a:t>1. Which is TRUE about the computers in 1980?</a:t>
            </a:r>
            <a:endParaRPr sz="2800" b="0" i="0" strike="noStrike" cap="none">
              <a:solidFill>
                <a:srgbClr val="018345"/>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A. They were popular in schools and libraries only</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B. They were made with a size of a box</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C. They were too expensive</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D. They were used to solve math problems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1">
                <a:solidFill>
                  <a:srgbClr val="018345"/>
                </a:solidFill>
                <a:latin typeface="Roboto"/>
                <a:ea typeface="Roboto"/>
                <a:cs typeface="Roboto"/>
                <a:sym typeface="Roboto"/>
              </a:rPr>
              <a:t>3</a:t>
            </a:r>
            <a:r>
              <a:rPr lang="en-US" sz="2400" b="1" i="0" strike="noStrike" cap="none">
                <a:solidFill>
                  <a:srgbClr val="018345"/>
                </a:solidFill>
                <a:latin typeface="Roboto"/>
                <a:ea typeface="Roboto"/>
                <a:cs typeface="Roboto"/>
                <a:sym typeface="Roboto"/>
              </a:rPr>
              <a:t>2. After the BBC showed the program “The Mighty Micro”</a:t>
            </a:r>
            <a:r>
              <a:rPr lang="en-US" sz="2400" b="1">
                <a:solidFill>
                  <a:srgbClr val="018345"/>
                </a:solidFill>
                <a:latin typeface="Roboto"/>
                <a:ea typeface="Roboto"/>
                <a:cs typeface="Roboto"/>
                <a:sym typeface="Roboto"/>
              </a:rPr>
              <a:t>.</a:t>
            </a:r>
            <a:endParaRPr sz="2800" b="0" i="0" strike="noStrike" cap="none">
              <a:solidFill>
                <a:srgbClr val="018345"/>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A. Some built the first computer</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B. Computers became very expensive</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C. People in Britain became interested in small computers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D. A company started their research on tiny computers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1">
                <a:solidFill>
                  <a:srgbClr val="018345"/>
                </a:solidFill>
                <a:latin typeface="Roboto"/>
                <a:ea typeface="Roboto"/>
                <a:cs typeface="Roboto"/>
                <a:sym typeface="Roboto"/>
              </a:rPr>
              <a:t>3</a:t>
            </a:r>
            <a:r>
              <a:rPr lang="en-US" sz="2400" b="1" i="0" strike="noStrike" cap="none">
                <a:solidFill>
                  <a:srgbClr val="018345"/>
                </a:solidFill>
                <a:latin typeface="Roboto"/>
                <a:ea typeface="Roboto"/>
                <a:cs typeface="Roboto"/>
                <a:sym typeface="Roboto"/>
              </a:rPr>
              <a:t>3. The BBC wanted to design a microcomputer that was …………</a:t>
            </a:r>
            <a:endParaRPr sz="2800" b="0" i="0" strike="noStrike" cap="none">
              <a:solidFill>
                <a:srgbClr val="018345"/>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A. Expensive.	</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B. Affordable.</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C. Big.	</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D. TV-oriented</a:t>
            </a:r>
            <a:endParaRPr sz="2800" b="0" i="0" strike="noStrike" cap="none">
              <a:solidFill>
                <a:srgbClr val="000000"/>
              </a:solidFill>
              <a:latin typeface="Arial"/>
              <a:ea typeface="Arial"/>
              <a:cs typeface="Arial"/>
              <a:sym typeface="Arial"/>
            </a:endParaRPr>
          </a:p>
        </p:txBody>
      </p:sp>
      <p:sp>
        <p:nvSpPr>
          <p:cNvPr id="1661" name="Google Shape;1661;p71"/>
          <p:cNvSpPr txBox="1"/>
          <p:nvPr/>
        </p:nvSpPr>
        <p:spPr>
          <a:xfrm>
            <a:off x="6411878" y="489770"/>
            <a:ext cx="116874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Clr>
                <a:srgbClr val="000000"/>
              </a:buClr>
              <a:buSzPts val="4504"/>
              <a:buFont typeface="Arial"/>
              <a:buNone/>
            </a:pPr>
            <a:r>
              <a:rPr lang="en-US" sz="4504" b="1">
                <a:solidFill>
                  <a:srgbClr val="018345"/>
                </a:solidFill>
                <a:latin typeface="Montserrat"/>
                <a:ea typeface="Montserrat"/>
                <a:cs typeface="Montserrat"/>
                <a:sym typeface="Montserrat"/>
              </a:rPr>
              <a:t>07. </a:t>
            </a:r>
            <a:r>
              <a:rPr lang="en-US" sz="4504" b="1" i="0" u="none" strike="noStrike" cap="none">
                <a:solidFill>
                  <a:srgbClr val="018345"/>
                </a:solidFill>
                <a:latin typeface="Montserrat"/>
                <a:ea typeface="Montserrat"/>
                <a:cs typeface="Montserrat"/>
                <a:sym typeface="Montserrat"/>
              </a:rPr>
              <a:t>Listening Practi</a:t>
            </a:r>
            <a:r>
              <a:rPr lang="en-US" sz="4504" b="1">
                <a:solidFill>
                  <a:srgbClr val="018345"/>
                </a:solidFill>
                <a:latin typeface="Montserrat"/>
                <a:ea typeface="Montserrat"/>
                <a:cs typeface="Montserrat"/>
                <a:sym typeface="Montserrat"/>
              </a:rPr>
              <a:t>ce: P</a:t>
            </a:r>
            <a:r>
              <a:rPr lang="en-US" sz="4504" b="1" i="0" u="none" strike="noStrike" cap="none">
                <a:solidFill>
                  <a:srgbClr val="018345"/>
                </a:solidFill>
                <a:latin typeface="Montserrat"/>
                <a:ea typeface="Montserrat"/>
                <a:cs typeface="Montserrat"/>
                <a:sym typeface="Montserrat"/>
              </a:rPr>
              <a:t>art 3</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665"/>
        <p:cNvGrpSpPr/>
        <p:nvPr/>
      </p:nvGrpSpPr>
      <p:grpSpPr>
        <a:xfrm>
          <a:off x="0" y="0"/>
          <a:ext cx="0" cy="0"/>
          <a:chOff x="0" y="0"/>
          <a:chExt cx="0" cy="0"/>
        </a:xfrm>
      </p:grpSpPr>
      <p:grpSp>
        <p:nvGrpSpPr>
          <p:cNvPr id="1666" name="Google Shape;1666;p72"/>
          <p:cNvGrpSpPr/>
          <p:nvPr/>
        </p:nvGrpSpPr>
        <p:grpSpPr>
          <a:xfrm rot="10800000">
            <a:off x="15044545" y="-741632"/>
            <a:ext cx="7681773" cy="4261259"/>
            <a:chOff x="0" y="-38100"/>
            <a:chExt cx="406400" cy="225405"/>
          </a:xfrm>
        </p:grpSpPr>
        <p:sp>
          <p:nvSpPr>
            <p:cNvPr id="1667" name="Google Shape;1667;p72"/>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668" name="Google Shape;1668;p72"/>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669" name="Google Shape;1669;p72"/>
          <p:cNvSpPr/>
          <p:nvPr/>
        </p:nvSpPr>
        <p:spPr>
          <a:xfrm>
            <a:off x="5095877" y="525511"/>
            <a:ext cx="751438" cy="804753"/>
          </a:xfrm>
          <a:custGeom>
            <a:avLst/>
            <a:gdLst/>
            <a:ahLst/>
            <a:cxnLst/>
            <a:rect l="l" t="t" r="r" b="b"/>
            <a:pathLst>
              <a:path w="751438" h="804753" extrusionOk="0">
                <a:moveTo>
                  <a:pt x="0" y="0"/>
                </a:moveTo>
                <a:lnTo>
                  <a:pt x="751438" y="0"/>
                </a:lnTo>
                <a:lnTo>
                  <a:pt x="751438" y="804753"/>
                </a:lnTo>
                <a:lnTo>
                  <a:pt x="0" y="804753"/>
                </a:lnTo>
                <a:lnTo>
                  <a:pt x="0" y="0"/>
                </a:lnTo>
                <a:close/>
              </a:path>
            </a:pathLst>
          </a:custGeom>
          <a:blipFill rotWithShape="1">
            <a:blip r:embed="rId3">
              <a:alphaModFix/>
            </a:blip>
            <a:stretch>
              <a:fillRect/>
            </a:stretch>
          </a:blipFill>
          <a:ln>
            <a:noFill/>
          </a:ln>
        </p:spPr>
      </p:sp>
      <p:grpSp>
        <p:nvGrpSpPr>
          <p:cNvPr id="1670" name="Google Shape;1670;p72"/>
          <p:cNvGrpSpPr/>
          <p:nvPr/>
        </p:nvGrpSpPr>
        <p:grpSpPr>
          <a:xfrm>
            <a:off x="-2718010" y="9275955"/>
            <a:ext cx="7950378" cy="1707451"/>
            <a:chOff x="0" y="-384760"/>
            <a:chExt cx="10600504" cy="2276297"/>
          </a:xfrm>
        </p:grpSpPr>
        <p:grpSp>
          <p:nvGrpSpPr>
            <p:cNvPr id="1671" name="Google Shape;1671;p72"/>
            <p:cNvGrpSpPr/>
            <p:nvPr/>
          </p:nvGrpSpPr>
          <p:grpSpPr>
            <a:xfrm>
              <a:off x="0" y="-384760"/>
              <a:ext cx="10600504" cy="2276297"/>
              <a:chOff x="0" y="-38100"/>
              <a:chExt cx="1049690" cy="225405"/>
            </a:xfrm>
          </p:grpSpPr>
          <p:sp>
            <p:nvSpPr>
              <p:cNvPr id="1672" name="Google Shape;1672;p72"/>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673" name="Google Shape;1673;p72"/>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674" name="Google Shape;1674;p72"/>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675" name="Google Shape;1675;p72"/>
          <p:cNvSpPr txBox="1"/>
          <p:nvPr/>
        </p:nvSpPr>
        <p:spPr>
          <a:xfrm>
            <a:off x="474867" y="1274591"/>
            <a:ext cx="16989000" cy="461700"/>
          </a:xfrm>
          <a:prstGeom prst="rect">
            <a:avLst/>
          </a:prstGeom>
          <a:noFill/>
          <a:ln>
            <a:noFill/>
          </a:ln>
        </p:spPr>
        <p:txBody>
          <a:bodyPr spcFirstLastPara="1" wrap="square" lIns="91400" tIns="45650" rIns="91400" bIns="4565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18146"/>
                </a:solidFill>
                <a:latin typeface="Roboto"/>
                <a:ea typeface="Roboto"/>
                <a:cs typeface="Roboto"/>
                <a:sym typeface="Roboto"/>
              </a:rPr>
              <a:t>Talk 3: Listen to a tour guide talking to some visitors at a museum about the BBC computer</a:t>
            </a:r>
            <a:endParaRPr sz="1400" b="0" i="0" u="none" strike="noStrike" cap="none">
              <a:solidFill>
                <a:srgbClr val="000000"/>
              </a:solidFill>
              <a:latin typeface="Arial"/>
              <a:ea typeface="Arial"/>
              <a:cs typeface="Arial"/>
              <a:sym typeface="Arial"/>
            </a:endParaRPr>
          </a:p>
        </p:txBody>
      </p:sp>
      <p:sp>
        <p:nvSpPr>
          <p:cNvPr id="1676" name="Google Shape;1676;p72"/>
          <p:cNvSpPr txBox="1"/>
          <p:nvPr/>
        </p:nvSpPr>
        <p:spPr>
          <a:xfrm>
            <a:off x="9144001" y="1974616"/>
            <a:ext cx="8039100" cy="5337900"/>
          </a:xfrm>
          <a:prstGeom prst="rect">
            <a:avLst/>
          </a:prstGeom>
          <a:noFill/>
          <a:ln>
            <a:noFill/>
          </a:ln>
        </p:spPr>
        <p:txBody>
          <a:bodyPr spcFirstLastPara="1" wrap="square" lIns="91400" tIns="45650" rIns="91400" bIns="45650" anchor="t" anchorCtr="0">
            <a:spAutoFit/>
          </a:bodyPr>
          <a:lstStyle/>
          <a:p>
            <a:pPr marL="0" marR="0" lvl="0" indent="0" algn="l" rtl="0">
              <a:lnSpc>
                <a:spcPct val="120000"/>
              </a:lnSpc>
              <a:spcBef>
                <a:spcPts val="0"/>
              </a:spcBef>
              <a:spcAft>
                <a:spcPts val="0"/>
              </a:spcAft>
              <a:buNone/>
            </a:pPr>
            <a:r>
              <a:rPr lang="en-US" sz="2400" b="1">
                <a:solidFill>
                  <a:srgbClr val="018345"/>
                </a:solidFill>
                <a:latin typeface="Roboto"/>
                <a:ea typeface="Roboto"/>
                <a:cs typeface="Roboto"/>
                <a:sym typeface="Roboto"/>
              </a:rPr>
              <a:t>3</a:t>
            </a:r>
            <a:r>
              <a:rPr lang="en-US" sz="2400" b="1" i="0" strike="noStrike" cap="none">
                <a:solidFill>
                  <a:srgbClr val="018345"/>
                </a:solidFill>
                <a:latin typeface="Roboto"/>
                <a:ea typeface="Roboto"/>
                <a:cs typeface="Roboto"/>
                <a:sym typeface="Roboto"/>
              </a:rPr>
              <a:t>4. How did the BBC turn the “microcomputers” into reality (thành hiện thực)?</a:t>
            </a:r>
            <a:endParaRPr sz="2800" b="0" i="0" strike="noStrike" cap="none">
              <a:solidFill>
                <a:srgbClr val="018345"/>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A. They made their computers with lots of functions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B. They found a computer company to make their computers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C. They started a new division to make their computers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D. They hired a big corporation to finish their ideas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1">
                <a:solidFill>
                  <a:srgbClr val="018345"/>
                </a:solidFill>
                <a:latin typeface="Roboto"/>
                <a:ea typeface="Roboto"/>
                <a:cs typeface="Roboto"/>
                <a:sym typeface="Roboto"/>
              </a:rPr>
              <a:t>3</a:t>
            </a:r>
            <a:r>
              <a:rPr lang="en-US" sz="2400" b="1" i="0" strike="noStrike" cap="none">
                <a:solidFill>
                  <a:srgbClr val="018345"/>
                </a:solidFill>
                <a:latin typeface="Roboto"/>
                <a:ea typeface="Roboto"/>
                <a:cs typeface="Roboto"/>
                <a:sym typeface="Roboto"/>
              </a:rPr>
              <a:t>5. The BBC computers ………</a:t>
            </a:r>
            <a:endParaRPr sz="2800" b="0" i="0" strike="noStrike" cap="none">
              <a:solidFill>
                <a:srgbClr val="018345"/>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A. Were made by a big company.	</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B. Were famous with Model C</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C. Were not successful at first	</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D. Were mainly used by children at schools</a:t>
            </a:r>
            <a:endParaRPr sz="2800" b="0" i="0" strike="noStrike" cap="none">
              <a:solidFill>
                <a:srgbClr val="000000"/>
              </a:solidFill>
              <a:latin typeface="Arial"/>
              <a:ea typeface="Arial"/>
              <a:cs typeface="Arial"/>
              <a:sym typeface="Arial"/>
            </a:endParaRPr>
          </a:p>
        </p:txBody>
      </p:sp>
      <p:sp>
        <p:nvSpPr>
          <p:cNvPr id="1677" name="Google Shape;1677;p72"/>
          <p:cNvSpPr txBox="1"/>
          <p:nvPr/>
        </p:nvSpPr>
        <p:spPr>
          <a:xfrm>
            <a:off x="474868" y="1974617"/>
            <a:ext cx="8225100" cy="7554300"/>
          </a:xfrm>
          <a:prstGeom prst="rect">
            <a:avLst/>
          </a:prstGeom>
          <a:noFill/>
          <a:ln>
            <a:noFill/>
          </a:ln>
        </p:spPr>
        <p:txBody>
          <a:bodyPr spcFirstLastPara="1" wrap="square" lIns="91400" tIns="45650" rIns="91400" bIns="45650" anchor="t" anchorCtr="0">
            <a:spAutoFit/>
          </a:bodyPr>
          <a:lstStyle/>
          <a:p>
            <a:pPr marL="0" marR="0" lvl="0" indent="0" algn="l" rtl="0">
              <a:lnSpc>
                <a:spcPct val="120000"/>
              </a:lnSpc>
              <a:spcBef>
                <a:spcPts val="0"/>
              </a:spcBef>
              <a:spcAft>
                <a:spcPts val="0"/>
              </a:spcAft>
              <a:buNone/>
            </a:pPr>
            <a:r>
              <a:rPr lang="en-US" sz="2400" b="1">
                <a:solidFill>
                  <a:srgbClr val="018345"/>
                </a:solidFill>
                <a:latin typeface="Roboto"/>
                <a:ea typeface="Roboto"/>
                <a:cs typeface="Roboto"/>
                <a:sym typeface="Roboto"/>
              </a:rPr>
              <a:t>3</a:t>
            </a:r>
            <a:r>
              <a:rPr lang="en-US" sz="2400" b="1" i="0" strike="noStrike" cap="none">
                <a:solidFill>
                  <a:srgbClr val="018345"/>
                </a:solidFill>
                <a:latin typeface="Roboto"/>
                <a:ea typeface="Roboto"/>
                <a:cs typeface="Roboto"/>
                <a:sym typeface="Roboto"/>
              </a:rPr>
              <a:t>1. Which is TRUE about the computers in 1980?</a:t>
            </a:r>
            <a:endParaRPr sz="2800" b="0" i="0" strike="noStrike" cap="none">
              <a:solidFill>
                <a:srgbClr val="018345"/>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A. They were popular in schools and libraries only</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B. They were made with a size of a box</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C. They were too expensive</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D. They were used to solve math problems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1">
                <a:solidFill>
                  <a:srgbClr val="018345"/>
                </a:solidFill>
                <a:latin typeface="Roboto"/>
                <a:ea typeface="Roboto"/>
                <a:cs typeface="Roboto"/>
                <a:sym typeface="Roboto"/>
              </a:rPr>
              <a:t>3</a:t>
            </a:r>
            <a:r>
              <a:rPr lang="en-US" sz="2400" b="1" i="0" strike="noStrike" cap="none">
                <a:solidFill>
                  <a:srgbClr val="018345"/>
                </a:solidFill>
                <a:latin typeface="Roboto"/>
                <a:ea typeface="Roboto"/>
                <a:cs typeface="Roboto"/>
                <a:sym typeface="Roboto"/>
              </a:rPr>
              <a:t>2. After the BBC showed the program “The Mighty Micro”</a:t>
            </a:r>
            <a:r>
              <a:rPr lang="en-US" sz="2400" b="1">
                <a:solidFill>
                  <a:srgbClr val="018345"/>
                </a:solidFill>
                <a:latin typeface="Roboto"/>
                <a:ea typeface="Roboto"/>
                <a:cs typeface="Roboto"/>
                <a:sym typeface="Roboto"/>
              </a:rPr>
              <a:t>.</a:t>
            </a:r>
            <a:endParaRPr sz="2800" b="0" i="0" strike="noStrike" cap="none">
              <a:solidFill>
                <a:srgbClr val="018345"/>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A. Some built the first computer</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B. Computers became very expensive</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C. People in Britain became interested in small computers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D. A company started their research on tiny computers</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1">
                <a:solidFill>
                  <a:srgbClr val="018345"/>
                </a:solidFill>
                <a:latin typeface="Roboto"/>
                <a:ea typeface="Roboto"/>
                <a:cs typeface="Roboto"/>
                <a:sym typeface="Roboto"/>
              </a:rPr>
              <a:t>3</a:t>
            </a:r>
            <a:r>
              <a:rPr lang="en-US" sz="2400" b="1" i="0" strike="noStrike" cap="none">
                <a:solidFill>
                  <a:srgbClr val="018345"/>
                </a:solidFill>
                <a:latin typeface="Roboto"/>
                <a:ea typeface="Roboto"/>
                <a:cs typeface="Roboto"/>
                <a:sym typeface="Roboto"/>
              </a:rPr>
              <a:t>3. The BBC wanted to design a microcomputer that was …………</a:t>
            </a:r>
            <a:endParaRPr sz="2800" b="0" i="0" strike="noStrike" cap="none">
              <a:solidFill>
                <a:srgbClr val="018345"/>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A. Expensive.	</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B. Affordable.</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C. Big.	</a:t>
            </a:r>
            <a:endParaRPr sz="2800" b="0" i="0"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r>
              <a:rPr lang="en-US" sz="2400" b="0" i="0" strike="noStrike" cap="none">
                <a:solidFill>
                  <a:srgbClr val="414041"/>
                </a:solidFill>
                <a:latin typeface="Roboto"/>
                <a:ea typeface="Roboto"/>
                <a:cs typeface="Roboto"/>
                <a:sym typeface="Roboto"/>
              </a:rPr>
              <a:t>D. TV-oriented</a:t>
            </a:r>
            <a:endParaRPr sz="2800" b="0" i="0" strike="noStrike" cap="none">
              <a:solidFill>
                <a:srgbClr val="000000"/>
              </a:solidFill>
              <a:latin typeface="Arial"/>
              <a:ea typeface="Arial"/>
              <a:cs typeface="Arial"/>
              <a:sym typeface="Arial"/>
            </a:endParaRPr>
          </a:p>
        </p:txBody>
      </p:sp>
      <p:sp>
        <p:nvSpPr>
          <p:cNvPr id="1678" name="Google Shape;1678;p72"/>
          <p:cNvSpPr txBox="1"/>
          <p:nvPr/>
        </p:nvSpPr>
        <p:spPr>
          <a:xfrm>
            <a:off x="6411878" y="489770"/>
            <a:ext cx="116874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Clr>
                <a:srgbClr val="000000"/>
              </a:buClr>
              <a:buSzPts val="4504"/>
              <a:buFont typeface="Arial"/>
              <a:buNone/>
            </a:pPr>
            <a:r>
              <a:rPr lang="en-US" sz="4504" b="1">
                <a:solidFill>
                  <a:srgbClr val="018345"/>
                </a:solidFill>
                <a:latin typeface="Montserrat"/>
                <a:ea typeface="Montserrat"/>
                <a:cs typeface="Montserrat"/>
                <a:sym typeface="Montserrat"/>
              </a:rPr>
              <a:t>07. </a:t>
            </a:r>
            <a:r>
              <a:rPr lang="en-US" sz="4504" b="1" i="0" u="none" strike="noStrike" cap="none">
                <a:solidFill>
                  <a:srgbClr val="018345"/>
                </a:solidFill>
                <a:latin typeface="Montserrat"/>
                <a:ea typeface="Montserrat"/>
                <a:cs typeface="Montserrat"/>
                <a:sym typeface="Montserrat"/>
              </a:rPr>
              <a:t>Listening Practi</a:t>
            </a:r>
            <a:r>
              <a:rPr lang="en-US" sz="4504" b="1">
                <a:solidFill>
                  <a:srgbClr val="018345"/>
                </a:solidFill>
                <a:latin typeface="Montserrat"/>
                <a:ea typeface="Montserrat"/>
                <a:cs typeface="Montserrat"/>
                <a:sym typeface="Montserrat"/>
              </a:rPr>
              <a:t>ce: P</a:t>
            </a:r>
            <a:r>
              <a:rPr lang="en-US" sz="4504" b="1" i="0" u="none" strike="noStrike" cap="none">
                <a:solidFill>
                  <a:srgbClr val="018345"/>
                </a:solidFill>
                <a:latin typeface="Montserrat"/>
                <a:ea typeface="Montserrat"/>
                <a:cs typeface="Montserrat"/>
                <a:sym typeface="Montserrat"/>
              </a:rPr>
              <a:t>art 3</a:t>
            </a:r>
            <a:endParaRPr sz="1400" b="0" i="0" u="none" strike="noStrike" cap="none">
              <a:solidFill>
                <a:srgbClr val="000000"/>
              </a:solidFill>
              <a:latin typeface="Arial"/>
              <a:ea typeface="Arial"/>
              <a:cs typeface="Arial"/>
              <a:sym typeface="Arial"/>
            </a:endParaRPr>
          </a:p>
        </p:txBody>
      </p:sp>
      <p:sp>
        <p:nvSpPr>
          <p:cNvPr id="1679" name="Google Shape;1679;p72"/>
          <p:cNvSpPr/>
          <p:nvPr/>
        </p:nvSpPr>
        <p:spPr>
          <a:xfrm>
            <a:off x="450850" y="3290475"/>
            <a:ext cx="470100" cy="461700"/>
          </a:xfrm>
          <a:prstGeom prst="ellipse">
            <a:avLst/>
          </a:prstGeom>
          <a:noFill/>
          <a:ln w="19050"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680" name="Google Shape;1680;p72"/>
          <p:cNvSpPr/>
          <p:nvPr/>
        </p:nvSpPr>
        <p:spPr>
          <a:xfrm>
            <a:off x="450850" y="8111500"/>
            <a:ext cx="470100" cy="461700"/>
          </a:xfrm>
          <a:prstGeom prst="ellipse">
            <a:avLst/>
          </a:prstGeom>
          <a:noFill/>
          <a:ln w="19050"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681" name="Google Shape;1681;p72"/>
          <p:cNvSpPr/>
          <p:nvPr/>
        </p:nvSpPr>
        <p:spPr>
          <a:xfrm>
            <a:off x="406450" y="5935750"/>
            <a:ext cx="470100" cy="461700"/>
          </a:xfrm>
          <a:prstGeom prst="ellipse">
            <a:avLst/>
          </a:prstGeom>
          <a:noFill/>
          <a:ln w="19050"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682" name="Google Shape;1682;p72"/>
          <p:cNvSpPr/>
          <p:nvPr/>
        </p:nvSpPr>
        <p:spPr>
          <a:xfrm>
            <a:off x="9098700" y="3290475"/>
            <a:ext cx="470100" cy="461700"/>
          </a:xfrm>
          <a:prstGeom prst="ellipse">
            <a:avLst/>
          </a:prstGeom>
          <a:noFill/>
          <a:ln w="19050"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683" name="Google Shape;1683;p72"/>
          <p:cNvSpPr/>
          <p:nvPr/>
        </p:nvSpPr>
        <p:spPr>
          <a:xfrm>
            <a:off x="9054300" y="6850825"/>
            <a:ext cx="470100" cy="461700"/>
          </a:xfrm>
          <a:prstGeom prst="ellipse">
            <a:avLst/>
          </a:prstGeom>
          <a:noFill/>
          <a:ln w="19050" cap="flat" cmpd="sng">
            <a:solidFill>
              <a:srgbClr val="EC1B2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687"/>
        <p:cNvGrpSpPr/>
        <p:nvPr/>
      </p:nvGrpSpPr>
      <p:grpSpPr>
        <a:xfrm>
          <a:off x="0" y="0"/>
          <a:ext cx="0" cy="0"/>
          <a:chOff x="0" y="0"/>
          <a:chExt cx="0" cy="0"/>
        </a:xfrm>
      </p:grpSpPr>
      <p:cxnSp>
        <p:nvCxnSpPr>
          <p:cNvPr id="1688" name="Google Shape;1688;p73"/>
          <p:cNvCxnSpPr/>
          <p:nvPr/>
        </p:nvCxnSpPr>
        <p:spPr>
          <a:xfrm>
            <a:off x="-249883" y="5125235"/>
            <a:ext cx="5303400" cy="0"/>
          </a:xfrm>
          <a:prstGeom prst="straightConnector1">
            <a:avLst/>
          </a:prstGeom>
          <a:noFill/>
          <a:ln w="38100" cap="flat" cmpd="sng">
            <a:solidFill>
              <a:srgbClr val="FFFFFF"/>
            </a:solidFill>
            <a:prstDash val="solid"/>
            <a:round/>
            <a:headEnd type="none" w="sm" len="sm"/>
            <a:tailEnd type="none" w="sm" len="sm"/>
          </a:ln>
        </p:spPr>
      </p:cxnSp>
      <p:sp>
        <p:nvSpPr>
          <p:cNvPr id="1689" name="Google Shape;1689;p73" descr="Books with solid fill"/>
          <p:cNvSpPr/>
          <p:nvPr/>
        </p:nvSpPr>
        <p:spPr>
          <a:xfrm>
            <a:off x="3241317" y="6938897"/>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1690" name="Google Shape;1690;p73"/>
          <p:cNvSpPr/>
          <p:nvPr/>
        </p:nvSpPr>
        <p:spPr>
          <a:xfrm>
            <a:off x="18099269" y="1809304"/>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1691" name="Google Shape;1691;p73"/>
          <p:cNvSpPr/>
          <p:nvPr/>
        </p:nvSpPr>
        <p:spPr>
          <a:xfrm>
            <a:off x="1028700" y="171160"/>
            <a:ext cx="1487252" cy="1427762"/>
          </a:xfrm>
          <a:custGeom>
            <a:avLst/>
            <a:gdLst/>
            <a:ahLst/>
            <a:cxnLst/>
            <a:rect l="l" t="t" r="r" b="b"/>
            <a:pathLst>
              <a:path w="1487252" h="1427762" extrusionOk="0">
                <a:moveTo>
                  <a:pt x="0" y="0"/>
                </a:moveTo>
                <a:lnTo>
                  <a:pt x="1487252" y="0"/>
                </a:lnTo>
                <a:lnTo>
                  <a:pt x="1487252" y="1427762"/>
                </a:lnTo>
                <a:lnTo>
                  <a:pt x="0" y="1427762"/>
                </a:lnTo>
                <a:lnTo>
                  <a:pt x="0" y="0"/>
                </a:lnTo>
                <a:close/>
              </a:path>
            </a:pathLst>
          </a:custGeom>
          <a:blipFill rotWithShape="1">
            <a:blip r:embed="rId5">
              <a:alphaModFix/>
            </a:blip>
            <a:stretch>
              <a:fillRect/>
            </a:stretch>
          </a:blipFill>
          <a:ln>
            <a:noFill/>
          </a:ln>
        </p:spPr>
      </p:sp>
      <p:grpSp>
        <p:nvGrpSpPr>
          <p:cNvPr id="1692" name="Google Shape;1692;p73"/>
          <p:cNvGrpSpPr/>
          <p:nvPr/>
        </p:nvGrpSpPr>
        <p:grpSpPr>
          <a:xfrm rot="10800000">
            <a:off x="-6497433" y="-1482670"/>
            <a:ext cx="9318224" cy="5169033"/>
            <a:chOff x="0" y="-38100"/>
            <a:chExt cx="406400" cy="225405"/>
          </a:xfrm>
        </p:grpSpPr>
        <p:sp>
          <p:nvSpPr>
            <p:cNvPr id="1693" name="Google Shape;1693;p73"/>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694" name="Google Shape;1694;p73"/>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695" name="Google Shape;1695;p73"/>
          <p:cNvSpPr txBox="1"/>
          <p:nvPr/>
        </p:nvSpPr>
        <p:spPr>
          <a:xfrm>
            <a:off x="1028700" y="1618775"/>
            <a:ext cx="16230600" cy="7655400"/>
          </a:xfrm>
          <a:prstGeom prst="rect">
            <a:avLst/>
          </a:prstGeom>
          <a:noFill/>
          <a:ln>
            <a:noFill/>
          </a:ln>
        </p:spPr>
        <p:txBody>
          <a:bodyPr spcFirstLastPara="1" wrap="square" lIns="0" tIns="0" rIns="0" bIns="0" anchor="t" anchorCtr="0">
            <a:spAutoFit/>
          </a:bodyPr>
          <a:lstStyle/>
          <a:p>
            <a:pPr marL="0" marR="0" lvl="0" indent="0" algn="just" rtl="0">
              <a:lnSpc>
                <a:spcPct val="135014"/>
              </a:lnSpc>
              <a:spcBef>
                <a:spcPts val="0"/>
              </a:spcBef>
              <a:spcAft>
                <a:spcPts val="0"/>
              </a:spcAft>
              <a:buClr>
                <a:srgbClr val="000000"/>
              </a:buClr>
              <a:buSzPts val="2499"/>
              <a:buFont typeface="Arial"/>
              <a:buNone/>
            </a:pPr>
            <a:r>
              <a:rPr lang="en-US" sz="2499" b="1" i="0" u="none" strike="noStrike" cap="none">
                <a:solidFill>
                  <a:srgbClr val="01051C"/>
                </a:solidFill>
                <a:latin typeface="Roboto"/>
                <a:ea typeface="Roboto"/>
                <a:cs typeface="Roboto"/>
                <a:sym typeface="Roboto"/>
              </a:rPr>
              <a:t>Question </a:t>
            </a:r>
            <a:r>
              <a:rPr lang="en-US" sz="2499" b="1">
                <a:solidFill>
                  <a:srgbClr val="01051C"/>
                </a:solidFill>
                <a:latin typeface="Roboto"/>
                <a:ea typeface="Roboto"/>
                <a:cs typeface="Roboto"/>
                <a:sym typeface="Roboto"/>
              </a:rPr>
              <a:t>3</a:t>
            </a:r>
            <a:r>
              <a:rPr lang="en-US" sz="2499" b="1" i="0" u="none" strike="noStrike" cap="none">
                <a:solidFill>
                  <a:srgbClr val="01051C"/>
                </a:solidFill>
                <a:latin typeface="Roboto"/>
                <a:ea typeface="Roboto"/>
                <a:cs typeface="Roboto"/>
                <a:sym typeface="Roboto"/>
              </a:rPr>
              <a:t>1: C. They were too expensive. </a:t>
            </a:r>
            <a:endParaRPr sz="1400" b="0" i="0" u="none" strike="noStrike" cap="none">
              <a:solidFill>
                <a:srgbClr val="000000"/>
              </a:solidFill>
              <a:latin typeface="Roboto"/>
              <a:ea typeface="Roboto"/>
              <a:cs typeface="Roboto"/>
              <a:sym typeface="Roboto"/>
            </a:endParaRPr>
          </a:p>
          <a:p>
            <a:pPr marL="0" marR="0" lvl="0" indent="0" algn="just" rtl="0">
              <a:lnSpc>
                <a:spcPct val="135014"/>
              </a:lnSpc>
              <a:spcBef>
                <a:spcPts val="0"/>
              </a:spcBef>
              <a:spcAft>
                <a:spcPts val="0"/>
              </a:spcAft>
              <a:buClr>
                <a:srgbClr val="000000"/>
              </a:buClr>
              <a:buSzPts val="2499"/>
              <a:buFont typeface="Arial"/>
              <a:buNone/>
            </a:pPr>
            <a:r>
              <a:rPr lang="en-US" sz="2499" b="0" i="0" u="none" strike="noStrike" cap="none">
                <a:solidFill>
                  <a:srgbClr val="01051C"/>
                </a:solidFill>
                <a:latin typeface="Roboto"/>
                <a:ea typeface="Roboto"/>
                <a:cs typeface="Roboto"/>
                <a:sym typeface="Roboto"/>
              </a:rPr>
              <a:t>“…</a:t>
            </a:r>
            <a:r>
              <a:rPr lang="en-US" sz="2499" b="0" i="0" u="none" strike="noStrike" cap="none">
                <a:solidFill>
                  <a:srgbClr val="414041"/>
                </a:solidFill>
                <a:latin typeface="Roboto"/>
                <a:ea typeface="Roboto"/>
                <a:cs typeface="Roboto"/>
                <a:sym typeface="Roboto"/>
              </a:rPr>
              <a:t>Now, you have to remember that in 1980, there were no computers in homes, in schools, in libraries. </a:t>
            </a:r>
            <a:r>
              <a:rPr lang="en-US" sz="2499" b="0" i="0" u="none" strike="noStrike" cap="none">
                <a:solidFill>
                  <a:srgbClr val="FF0000"/>
                </a:solidFill>
                <a:latin typeface="Roboto"/>
                <a:ea typeface="Roboto"/>
                <a:cs typeface="Roboto"/>
                <a:sym typeface="Roboto"/>
              </a:rPr>
              <a:t>Computers were big and expensive</a:t>
            </a:r>
            <a:r>
              <a:rPr lang="en-US" sz="2499" b="0" i="0" u="none" strike="noStrike" cap="none">
                <a:solidFill>
                  <a:srgbClr val="414041"/>
                </a:solidFill>
                <a:latin typeface="Roboto"/>
                <a:ea typeface="Roboto"/>
                <a:cs typeface="Roboto"/>
                <a:sym typeface="Roboto"/>
              </a:rPr>
              <a:t>, so they still weren’t something </a:t>
            </a:r>
            <a:r>
              <a:rPr lang="en-US" sz="2499" b="0" i="0" u="none" strike="noStrike" cap="none">
                <a:solidFill>
                  <a:srgbClr val="01051C"/>
                </a:solidFill>
                <a:latin typeface="Roboto"/>
                <a:ea typeface="Roboto"/>
                <a:cs typeface="Roboto"/>
                <a:sym typeface="Roboto"/>
              </a:rPr>
              <a:t>…”</a:t>
            </a:r>
            <a:endParaRPr sz="2499" b="0" i="0" u="none" strike="noStrike" cap="none">
              <a:solidFill>
                <a:srgbClr val="01051C"/>
              </a:solidFill>
              <a:latin typeface="Roboto"/>
              <a:ea typeface="Roboto"/>
              <a:cs typeface="Roboto"/>
              <a:sym typeface="Roboto"/>
            </a:endParaRPr>
          </a:p>
          <a:p>
            <a:pPr marL="0" marR="0" lvl="0" indent="0" algn="just" rtl="0">
              <a:lnSpc>
                <a:spcPct val="135014"/>
              </a:lnSpc>
              <a:spcBef>
                <a:spcPts val="0"/>
              </a:spcBef>
              <a:spcAft>
                <a:spcPts val="0"/>
              </a:spcAft>
              <a:buClr>
                <a:srgbClr val="000000"/>
              </a:buClr>
              <a:buSzPts val="2499"/>
              <a:buFont typeface="Arial"/>
              <a:buNone/>
            </a:pPr>
            <a:r>
              <a:rPr lang="en-US" sz="2499" b="1" i="0" u="none" strike="noStrike" cap="none">
                <a:solidFill>
                  <a:srgbClr val="01051C"/>
                </a:solidFill>
                <a:latin typeface="Roboto"/>
                <a:ea typeface="Roboto"/>
                <a:cs typeface="Roboto"/>
                <a:sym typeface="Roboto"/>
              </a:rPr>
              <a:t>Question </a:t>
            </a:r>
            <a:r>
              <a:rPr lang="en-US" sz="2499" b="1">
                <a:solidFill>
                  <a:srgbClr val="01051C"/>
                </a:solidFill>
                <a:latin typeface="Roboto"/>
                <a:ea typeface="Roboto"/>
                <a:cs typeface="Roboto"/>
                <a:sym typeface="Roboto"/>
              </a:rPr>
              <a:t>3</a:t>
            </a:r>
            <a:r>
              <a:rPr lang="en-US" sz="2499" b="1" i="0" u="none" strike="noStrike" cap="none">
                <a:solidFill>
                  <a:srgbClr val="01051C"/>
                </a:solidFill>
                <a:latin typeface="Roboto"/>
                <a:ea typeface="Roboto"/>
                <a:cs typeface="Roboto"/>
                <a:sym typeface="Roboto"/>
              </a:rPr>
              <a:t>2: C. people in Britain became interested in small computers.</a:t>
            </a:r>
            <a:endParaRPr sz="1400" b="0" i="0" u="none" strike="noStrike" cap="none">
              <a:solidFill>
                <a:srgbClr val="000000"/>
              </a:solidFill>
              <a:latin typeface="Roboto"/>
              <a:ea typeface="Roboto"/>
              <a:cs typeface="Roboto"/>
              <a:sym typeface="Roboto"/>
            </a:endParaRPr>
          </a:p>
          <a:p>
            <a:pPr marL="0" marR="0" lvl="0" indent="0" algn="just" rtl="0">
              <a:lnSpc>
                <a:spcPct val="135014"/>
              </a:lnSpc>
              <a:spcBef>
                <a:spcPts val="0"/>
              </a:spcBef>
              <a:spcAft>
                <a:spcPts val="0"/>
              </a:spcAft>
              <a:buClr>
                <a:srgbClr val="000000"/>
              </a:buClr>
              <a:buSzPts val="2499"/>
              <a:buFont typeface="Arial"/>
              <a:buNone/>
            </a:pPr>
            <a:r>
              <a:rPr lang="en-US" sz="2499" b="0" i="0" u="none" strike="noStrike" cap="none">
                <a:solidFill>
                  <a:srgbClr val="01051C"/>
                </a:solidFill>
                <a:latin typeface="Roboto"/>
                <a:ea typeface="Roboto"/>
                <a:cs typeface="Roboto"/>
                <a:sym typeface="Roboto"/>
              </a:rPr>
              <a:t>“….“</a:t>
            </a:r>
            <a:r>
              <a:rPr lang="en-US" sz="2499" b="0" i="0" u="none" strike="noStrike" cap="none">
                <a:solidFill>
                  <a:srgbClr val="FF0000"/>
                </a:solidFill>
                <a:latin typeface="Roboto"/>
                <a:ea typeface="Roboto"/>
                <a:cs typeface="Roboto"/>
                <a:sym typeface="Roboto"/>
              </a:rPr>
              <a:t>The Mighty Micro” in which a professor, his name was Dr. Christopher Evans</a:t>
            </a:r>
            <a:r>
              <a:rPr lang="en-US" sz="2499" b="0" i="0" u="none" strike="noStrike" cap="none">
                <a:solidFill>
                  <a:srgbClr val="01051C"/>
                </a:solidFill>
                <a:latin typeface="Roboto"/>
                <a:ea typeface="Roboto"/>
                <a:cs typeface="Roboto"/>
                <a:sym typeface="Roboto"/>
              </a:rPr>
              <a:t>.…, and </a:t>
            </a:r>
            <a:r>
              <a:rPr lang="en-US" sz="2499" b="0" i="0" u="none" strike="noStrike" cap="none">
                <a:solidFill>
                  <a:srgbClr val="FF0000"/>
                </a:solidFill>
                <a:latin typeface="Roboto"/>
                <a:ea typeface="Roboto"/>
                <a:cs typeface="Roboto"/>
                <a:sym typeface="Roboto"/>
              </a:rPr>
              <a:t>Evan’s predictions caught the attention of many people in Britain</a:t>
            </a:r>
            <a:r>
              <a:rPr lang="en-US" sz="2499" b="0" i="0" u="none" strike="noStrike" cap="none">
                <a:solidFill>
                  <a:srgbClr val="01051C"/>
                </a:solidFill>
                <a:latin typeface="Roboto"/>
                <a:ea typeface="Roboto"/>
                <a:cs typeface="Roboto"/>
                <a:sym typeface="Roboto"/>
              </a:rPr>
              <a:t>. In fact, even the British Parliament…”</a:t>
            </a:r>
            <a:endParaRPr sz="2499" b="0" i="0" u="none" strike="noStrike" cap="none">
              <a:solidFill>
                <a:srgbClr val="01051C"/>
              </a:solidFill>
              <a:latin typeface="Roboto"/>
              <a:ea typeface="Roboto"/>
              <a:cs typeface="Roboto"/>
              <a:sym typeface="Roboto"/>
            </a:endParaRPr>
          </a:p>
          <a:p>
            <a:pPr marL="0" marR="0" lvl="0" indent="0" algn="just" rtl="0">
              <a:lnSpc>
                <a:spcPct val="135014"/>
              </a:lnSpc>
              <a:spcBef>
                <a:spcPts val="0"/>
              </a:spcBef>
              <a:spcAft>
                <a:spcPts val="0"/>
              </a:spcAft>
              <a:buClr>
                <a:srgbClr val="000000"/>
              </a:buClr>
              <a:buSzPts val="2499"/>
              <a:buFont typeface="Arial"/>
              <a:buNone/>
            </a:pPr>
            <a:r>
              <a:rPr lang="en-US" sz="2499" b="1" i="0" u="none" strike="noStrike" cap="none">
                <a:solidFill>
                  <a:srgbClr val="01051C"/>
                </a:solidFill>
                <a:latin typeface="Roboto"/>
                <a:ea typeface="Roboto"/>
                <a:cs typeface="Roboto"/>
                <a:sym typeface="Roboto"/>
              </a:rPr>
              <a:t>Question </a:t>
            </a:r>
            <a:r>
              <a:rPr lang="en-US" sz="2499" b="1">
                <a:solidFill>
                  <a:srgbClr val="01051C"/>
                </a:solidFill>
                <a:latin typeface="Roboto"/>
                <a:ea typeface="Roboto"/>
                <a:cs typeface="Roboto"/>
                <a:sym typeface="Roboto"/>
              </a:rPr>
              <a:t>3</a:t>
            </a:r>
            <a:r>
              <a:rPr lang="en-US" sz="2499" b="1" i="0" u="none" strike="noStrike" cap="none">
                <a:solidFill>
                  <a:srgbClr val="01051C"/>
                </a:solidFill>
                <a:latin typeface="Roboto"/>
                <a:ea typeface="Roboto"/>
                <a:cs typeface="Roboto"/>
                <a:sym typeface="Roboto"/>
              </a:rPr>
              <a:t>3: B. affordable.</a:t>
            </a:r>
            <a:endParaRPr sz="1400" b="0" i="0" u="none" strike="noStrike" cap="none">
              <a:solidFill>
                <a:srgbClr val="000000"/>
              </a:solidFill>
              <a:latin typeface="Roboto"/>
              <a:ea typeface="Roboto"/>
              <a:cs typeface="Roboto"/>
              <a:sym typeface="Roboto"/>
            </a:endParaRPr>
          </a:p>
          <a:p>
            <a:pPr marL="0" marR="0" lvl="0" indent="0" algn="just" rtl="0">
              <a:lnSpc>
                <a:spcPct val="135014"/>
              </a:lnSpc>
              <a:spcBef>
                <a:spcPts val="0"/>
              </a:spcBef>
              <a:spcAft>
                <a:spcPts val="0"/>
              </a:spcAft>
              <a:buClr>
                <a:srgbClr val="000000"/>
              </a:buClr>
              <a:buSzPts val="2499"/>
              <a:buFont typeface="Arial"/>
              <a:buNone/>
            </a:pPr>
            <a:r>
              <a:rPr lang="en-US" sz="2499" b="0" i="0" u="none" strike="noStrike" cap="none">
                <a:solidFill>
                  <a:srgbClr val="01051C"/>
                </a:solidFill>
                <a:latin typeface="Roboto"/>
                <a:ea typeface="Roboto"/>
                <a:cs typeface="Roboto"/>
                <a:sym typeface="Roboto"/>
              </a:rPr>
              <a:t>“…So the BBC decided to start a new project: </a:t>
            </a:r>
            <a:r>
              <a:rPr lang="en-US" sz="2499" b="0" i="0" u="none" strike="noStrike" cap="none">
                <a:solidFill>
                  <a:srgbClr val="FF0000"/>
                </a:solidFill>
                <a:latin typeface="Roboto"/>
                <a:ea typeface="Roboto"/>
                <a:cs typeface="Roboto"/>
                <a:sym typeface="Roboto"/>
              </a:rPr>
              <a:t>to build a computer that was affordable</a:t>
            </a:r>
            <a:r>
              <a:rPr lang="en-US" sz="2499" b="0" i="0" u="none" strike="noStrike" cap="none">
                <a:solidFill>
                  <a:srgbClr val="01051C"/>
                </a:solidFill>
                <a:latin typeface="Roboto"/>
                <a:ea typeface="Roboto"/>
                <a:cs typeface="Roboto"/>
                <a:sym typeface="Roboto"/>
              </a:rPr>
              <a:t>, but that had lots of functions - text, graphics, sound, music, programming, even artificial intelligence…”</a:t>
            </a:r>
            <a:endParaRPr sz="2499" b="0" i="0" u="none" strike="noStrike" cap="none">
              <a:solidFill>
                <a:srgbClr val="01051C"/>
              </a:solidFill>
              <a:latin typeface="Roboto"/>
              <a:ea typeface="Roboto"/>
              <a:cs typeface="Roboto"/>
              <a:sym typeface="Roboto"/>
            </a:endParaRPr>
          </a:p>
          <a:p>
            <a:pPr marL="0" marR="0" lvl="0" indent="0" algn="just" rtl="0">
              <a:lnSpc>
                <a:spcPct val="135014"/>
              </a:lnSpc>
              <a:spcBef>
                <a:spcPts val="0"/>
              </a:spcBef>
              <a:spcAft>
                <a:spcPts val="0"/>
              </a:spcAft>
              <a:buClr>
                <a:srgbClr val="000000"/>
              </a:buClr>
              <a:buSzPts val="2499"/>
              <a:buFont typeface="Arial"/>
              <a:buNone/>
            </a:pPr>
            <a:r>
              <a:rPr lang="en-US" sz="2499" b="1" i="0" u="none" strike="noStrike" cap="none">
                <a:solidFill>
                  <a:srgbClr val="01051C"/>
                </a:solidFill>
                <a:latin typeface="Roboto"/>
                <a:ea typeface="Roboto"/>
                <a:cs typeface="Roboto"/>
                <a:sym typeface="Roboto"/>
              </a:rPr>
              <a:t>Question </a:t>
            </a:r>
            <a:r>
              <a:rPr lang="en-US" sz="2499" b="1">
                <a:solidFill>
                  <a:srgbClr val="01051C"/>
                </a:solidFill>
                <a:latin typeface="Roboto"/>
                <a:ea typeface="Roboto"/>
                <a:cs typeface="Roboto"/>
                <a:sym typeface="Roboto"/>
              </a:rPr>
              <a:t>3</a:t>
            </a:r>
            <a:r>
              <a:rPr lang="en-US" sz="2499" b="1" i="0" u="none" strike="noStrike" cap="none">
                <a:solidFill>
                  <a:srgbClr val="01051C"/>
                </a:solidFill>
                <a:latin typeface="Roboto"/>
                <a:ea typeface="Roboto"/>
                <a:cs typeface="Roboto"/>
                <a:sym typeface="Roboto"/>
              </a:rPr>
              <a:t>4: B. They found a computer company to make their computer.. </a:t>
            </a:r>
            <a:endParaRPr sz="1400" b="0" i="0" u="none" strike="noStrike" cap="none">
              <a:solidFill>
                <a:srgbClr val="000000"/>
              </a:solidFill>
              <a:latin typeface="Roboto"/>
              <a:ea typeface="Roboto"/>
              <a:cs typeface="Roboto"/>
              <a:sym typeface="Roboto"/>
            </a:endParaRPr>
          </a:p>
          <a:p>
            <a:pPr marL="0" marR="0" lvl="0" indent="0" algn="just" rtl="0">
              <a:lnSpc>
                <a:spcPct val="135014"/>
              </a:lnSpc>
              <a:spcBef>
                <a:spcPts val="0"/>
              </a:spcBef>
              <a:spcAft>
                <a:spcPts val="0"/>
              </a:spcAft>
              <a:buClr>
                <a:srgbClr val="000000"/>
              </a:buClr>
              <a:buSzPts val="2499"/>
              <a:buFont typeface="Arial"/>
              <a:buNone/>
            </a:pPr>
            <a:r>
              <a:rPr lang="en-US" sz="2499" b="0" i="0" u="none" strike="noStrike" cap="none">
                <a:solidFill>
                  <a:srgbClr val="01051C"/>
                </a:solidFill>
                <a:latin typeface="Roboto"/>
                <a:ea typeface="Roboto"/>
                <a:cs typeface="Roboto"/>
                <a:sym typeface="Roboto"/>
              </a:rPr>
              <a:t>“…in the business of making television and radio programs, not computers. </a:t>
            </a:r>
            <a:r>
              <a:rPr lang="en-US" sz="2499" b="0" i="0" u="none" strike="noStrike" cap="none">
                <a:solidFill>
                  <a:srgbClr val="FF0000"/>
                </a:solidFill>
                <a:latin typeface="Roboto"/>
                <a:ea typeface="Roboto"/>
                <a:cs typeface="Roboto"/>
                <a:sym typeface="Roboto"/>
              </a:rPr>
              <a:t>So they wanted to find a computer company that could make the computer </a:t>
            </a:r>
            <a:r>
              <a:rPr lang="en-US" sz="2499" b="0" i="0" u="none" strike="noStrike" cap="none">
                <a:solidFill>
                  <a:srgbClr val="01051C"/>
                </a:solidFill>
                <a:latin typeface="Roboto"/>
                <a:ea typeface="Roboto"/>
                <a:cs typeface="Roboto"/>
                <a:sym typeface="Roboto"/>
              </a:rPr>
              <a:t>and put the BBC’s name on it. In Cambridge,…”</a:t>
            </a:r>
            <a:endParaRPr sz="1400" b="0" i="0" u="none" strike="noStrike" cap="none">
              <a:solidFill>
                <a:srgbClr val="000000"/>
              </a:solidFill>
              <a:latin typeface="Roboto"/>
              <a:ea typeface="Roboto"/>
              <a:cs typeface="Roboto"/>
              <a:sym typeface="Roboto"/>
            </a:endParaRPr>
          </a:p>
          <a:p>
            <a:pPr marL="0" marR="0" lvl="0" indent="0" algn="just" rtl="0">
              <a:lnSpc>
                <a:spcPct val="135014"/>
              </a:lnSpc>
              <a:spcBef>
                <a:spcPts val="0"/>
              </a:spcBef>
              <a:spcAft>
                <a:spcPts val="0"/>
              </a:spcAft>
              <a:buClr>
                <a:srgbClr val="000000"/>
              </a:buClr>
              <a:buSzPts val="2499"/>
              <a:buFont typeface="Arial"/>
              <a:buNone/>
            </a:pPr>
            <a:r>
              <a:rPr lang="en-US" sz="2499" b="1" i="0" u="none" strike="noStrike" cap="none">
                <a:solidFill>
                  <a:srgbClr val="01051C"/>
                </a:solidFill>
                <a:latin typeface="Roboto"/>
                <a:ea typeface="Roboto"/>
                <a:cs typeface="Roboto"/>
                <a:sym typeface="Roboto"/>
              </a:rPr>
              <a:t>Question </a:t>
            </a:r>
            <a:r>
              <a:rPr lang="en-US" sz="2499" b="1">
                <a:solidFill>
                  <a:srgbClr val="01051C"/>
                </a:solidFill>
                <a:latin typeface="Roboto"/>
                <a:ea typeface="Roboto"/>
                <a:cs typeface="Roboto"/>
                <a:sym typeface="Roboto"/>
              </a:rPr>
              <a:t>3</a:t>
            </a:r>
            <a:r>
              <a:rPr lang="en-US" sz="2499" b="1" i="0" u="none" strike="noStrike" cap="none">
                <a:solidFill>
                  <a:srgbClr val="01051C"/>
                </a:solidFill>
                <a:latin typeface="Roboto"/>
                <a:ea typeface="Roboto"/>
                <a:cs typeface="Roboto"/>
                <a:sym typeface="Roboto"/>
              </a:rPr>
              <a:t>5: D. were mainly used by children in schools.</a:t>
            </a:r>
            <a:endParaRPr sz="1400" b="0" i="0" u="none" strike="noStrike" cap="none">
              <a:solidFill>
                <a:srgbClr val="000000"/>
              </a:solidFill>
              <a:latin typeface="Roboto"/>
              <a:ea typeface="Roboto"/>
              <a:cs typeface="Roboto"/>
              <a:sym typeface="Roboto"/>
            </a:endParaRPr>
          </a:p>
          <a:p>
            <a:pPr marL="0" marR="0" lvl="0" indent="0" algn="just" rtl="0">
              <a:lnSpc>
                <a:spcPct val="135014"/>
              </a:lnSpc>
              <a:spcBef>
                <a:spcPts val="0"/>
              </a:spcBef>
              <a:spcAft>
                <a:spcPts val="0"/>
              </a:spcAft>
              <a:buClr>
                <a:srgbClr val="000000"/>
              </a:buClr>
              <a:buSzPts val="2499"/>
              <a:buFont typeface="Arial"/>
              <a:buNone/>
            </a:pPr>
            <a:r>
              <a:rPr lang="en-US" sz="2499" b="0" i="0" u="none" strike="noStrike" cap="none">
                <a:solidFill>
                  <a:srgbClr val="01051C"/>
                </a:solidFill>
                <a:latin typeface="Roboto"/>
                <a:ea typeface="Roboto"/>
                <a:cs typeface="Roboto"/>
                <a:sym typeface="Roboto"/>
              </a:rPr>
              <a:t>“…</a:t>
            </a:r>
            <a:r>
              <a:rPr lang="en-US" sz="2499" b="0" i="0" u="none" strike="noStrike" cap="none">
                <a:solidFill>
                  <a:srgbClr val="414041"/>
                </a:solidFill>
                <a:latin typeface="Roboto"/>
                <a:ea typeface="Roboto"/>
                <a:cs typeface="Roboto"/>
                <a:sym typeface="Roboto"/>
              </a:rPr>
              <a:t>The computer was an immediate success, </a:t>
            </a:r>
            <a:r>
              <a:rPr lang="en-US" sz="2499" b="0" i="0" u="none" strike="noStrike" cap="none">
                <a:solidFill>
                  <a:srgbClr val="FF0000"/>
                </a:solidFill>
                <a:latin typeface="Roboto"/>
                <a:ea typeface="Roboto"/>
                <a:cs typeface="Roboto"/>
                <a:sym typeface="Roboto"/>
              </a:rPr>
              <a:t>mainly because schools in Britain bought many of them to teach computer skills to students</a:t>
            </a:r>
            <a:r>
              <a:rPr lang="en-US" sz="2499" b="0" i="0" u="none" strike="noStrike" cap="none">
                <a:solidFill>
                  <a:srgbClr val="414041"/>
                </a:solidFill>
                <a:latin typeface="Roboto"/>
                <a:ea typeface="Roboto"/>
                <a:cs typeface="Roboto"/>
                <a:sym typeface="Roboto"/>
              </a:rPr>
              <a:t>.</a:t>
            </a:r>
            <a:r>
              <a:rPr lang="en-US" sz="2499" b="0" i="0" u="none" strike="noStrike" cap="none">
                <a:solidFill>
                  <a:srgbClr val="01051C"/>
                </a:solidFill>
                <a:latin typeface="Roboto"/>
                <a:ea typeface="Roboto"/>
                <a:cs typeface="Roboto"/>
                <a:sym typeface="Roboto"/>
              </a:rPr>
              <a:t>…”</a:t>
            </a:r>
            <a:endParaRPr sz="1400" b="0" i="0" u="none" strike="noStrike" cap="none">
              <a:solidFill>
                <a:srgbClr val="000000"/>
              </a:solidFill>
              <a:latin typeface="Roboto"/>
              <a:ea typeface="Roboto"/>
              <a:cs typeface="Roboto"/>
              <a:sym typeface="Roboto"/>
            </a:endParaRPr>
          </a:p>
        </p:txBody>
      </p:sp>
      <p:sp>
        <p:nvSpPr>
          <p:cNvPr id="1696" name="Google Shape;1696;p73"/>
          <p:cNvSpPr txBox="1"/>
          <p:nvPr/>
        </p:nvSpPr>
        <p:spPr>
          <a:xfrm>
            <a:off x="3269892" y="571588"/>
            <a:ext cx="11687400" cy="693300"/>
          </a:xfrm>
          <a:prstGeom prst="rect">
            <a:avLst/>
          </a:prstGeom>
          <a:noFill/>
          <a:ln>
            <a:noFill/>
          </a:ln>
        </p:spPr>
        <p:txBody>
          <a:bodyPr spcFirstLastPara="1" wrap="square" lIns="0" tIns="0" rIns="0" bIns="0" anchor="t" anchorCtr="0">
            <a:spAutoFit/>
          </a:bodyPr>
          <a:lstStyle/>
          <a:p>
            <a:pPr marL="0" marR="0" lvl="0" indent="0" algn="l" rtl="0">
              <a:lnSpc>
                <a:spcPct val="134991"/>
              </a:lnSpc>
              <a:spcBef>
                <a:spcPts val="0"/>
              </a:spcBef>
              <a:spcAft>
                <a:spcPts val="0"/>
              </a:spcAft>
              <a:buClr>
                <a:srgbClr val="000000"/>
              </a:buClr>
              <a:buSzPts val="4504"/>
              <a:buFont typeface="Arial"/>
              <a:buNone/>
            </a:pPr>
            <a:r>
              <a:rPr lang="en-US" sz="4504" b="1" i="0" u="none" strike="noStrike" cap="none">
                <a:solidFill>
                  <a:srgbClr val="018345"/>
                </a:solidFill>
                <a:latin typeface="Montserrat"/>
                <a:ea typeface="Montserrat"/>
                <a:cs typeface="Montserrat"/>
                <a:sym typeface="Montserrat"/>
              </a:rPr>
              <a:t>PHẦN ĐÁP ÁN VÀ GIẢI THÍCH</a:t>
            </a:r>
            <a:endParaRPr sz="1400" b="0" i="0" u="none" strike="noStrike" cap="none">
              <a:solidFill>
                <a:srgbClr val="000000"/>
              </a:solidFill>
              <a:latin typeface="Arial"/>
              <a:ea typeface="Arial"/>
              <a:cs typeface="Arial"/>
              <a:sym typeface="Arial"/>
            </a:endParaRPr>
          </a:p>
        </p:txBody>
      </p:sp>
      <p:grpSp>
        <p:nvGrpSpPr>
          <p:cNvPr id="1697" name="Google Shape;1697;p73"/>
          <p:cNvGrpSpPr/>
          <p:nvPr/>
        </p:nvGrpSpPr>
        <p:grpSpPr>
          <a:xfrm>
            <a:off x="-2718010" y="9275955"/>
            <a:ext cx="7950378" cy="1707451"/>
            <a:chOff x="0" y="-384760"/>
            <a:chExt cx="10600504" cy="2276297"/>
          </a:xfrm>
        </p:grpSpPr>
        <p:grpSp>
          <p:nvGrpSpPr>
            <p:cNvPr id="1698" name="Google Shape;1698;p73"/>
            <p:cNvGrpSpPr/>
            <p:nvPr/>
          </p:nvGrpSpPr>
          <p:grpSpPr>
            <a:xfrm>
              <a:off x="0" y="-384760"/>
              <a:ext cx="10600504" cy="2276297"/>
              <a:chOff x="0" y="-38100"/>
              <a:chExt cx="1049690" cy="225405"/>
            </a:xfrm>
          </p:grpSpPr>
          <p:sp>
            <p:nvSpPr>
              <p:cNvPr id="1699" name="Google Shape;1699;p73"/>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700" name="Google Shape;1700;p73"/>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701" name="Google Shape;1701;p73"/>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95"/>
                                        </p:tgtEl>
                                        <p:attrNameLst>
                                          <p:attrName>style.visibility</p:attrName>
                                        </p:attrNameLst>
                                      </p:cBhvr>
                                      <p:to>
                                        <p:strVal val="visible"/>
                                      </p:to>
                                    </p:set>
                                    <p:animEffect transition="in" filter="fade">
                                      <p:cBhvr>
                                        <p:cTn id="7" dur="500"/>
                                        <p:tgtEl>
                                          <p:spTgt spid="1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13"/>
        <p:cNvGrpSpPr/>
        <p:nvPr/>
      </p:nvGrpSpPr>
      <p:grpSpPr>
        <a:xfrm>
          <a:off x="0" y="0"/>
          <a:ext cx="0" cy="0"/>
          <a:chOff x="0" y="0"/>
          <a:chExt cx="0" cy="0"/>
        </a:xfrm>
      </p:grpSpPr>
      <p:sp>
        <p:nvSpPr>
          <p:cNvPr id="1714" name="Google Shape;1714;p75"/>
          <p:cNvSpPr/>
          <p:nvPr/>
        </p:nvSpPr>
        <p:spPr>
          <a:xfrm>
            <a:off x="3779050" y="2679694"/>
            <a:ext cx="10729800" cy="4050600"/>
          </a:xfrm>
          <a:prstGeom prst="roundRect">
            <a:avLst>
              <a:gd name="adj" fmla="val 10955"/>
            </a:avLst>
          </a:prstGeom>
          <a:solidFill>
            <a:schemeClr val="accent2"/>
          </a:solidFill>
          <a:ln w="9525" cap="flat" cmpd="sng">
            <a:solidFill>
              <a:schemeClr val="dk1"/>
            </a:solidFill>
            <a:prstDash val="solid"/>
            <a:round/>
            <a:headEnd type="none" w="sm" len="sm"/>
            <a:tailEnd type="none" w="sm" len="sm"/>
          </a:ln>
          <a:effectLst>
            <a:outerShdw dist="57150" dir="3000000" algn="bl" rotWithShape="0">
              <a:schemeClr val="dk1"/>
            </a:outerShdw>
          </a:effectLst>
        </p:spPr>
        <p:txBody>
          <a:bodyPr spcFirstLastPara="1" wrap="square" lIns="182850" tIns="182850" rIns="182850" bIns="182850" anchor="ctr" anchorCtr="0">
            <a:noAutofit/>
          </a:bodyPr>
          <a:lstStyle/>
          <a:p>
            <a:pPr marL="0" marR="0" lvl="0" indent="0" algn="ctr" rtl="0">
              <a:spcBef>
                <a:spcPts val="0"/>
              </a:spcBef>
              <a:spcAft>
                <a:spcPts val="0"/>
              </a:spcAft>
              <a:buNone/>
            </a:pPr>
            <a:r>
              <a:rPr lang="en-US" sz="8800" b="1" i="0" u="none" strike="noStrike" cap="none">
                <a:solidFill>
                  <a:schemeClr val="dk1"/>
                </a:solidFill>
                <a:latin typeface="Playfair Display"/>
                <a:ea typeface="Playfair Display"/>
                <a:cs typeface="Playfair Display"/>
                <a:sym typeface="Playfair Display"/>
              </a:rPr>
              <a:t>Cảm ơn các bạn</a:t>
            </a:r>
            <a:br>
              <a:rPr lang="en-US" sz="8800" b="1" i="0" u="none" strike="noStrike" cap="none">
                <a:solidFill>
                  <a:schemeClr val="dk1"/>
                </a:solidFill>
                <a:latin typeface="Playfair Display"/>
                <a:ea typeface="Playfair Display"/>
                <a:cs typeface="Playfair Display"/>
                <a:sym typeface="Playfair Display"/>
              </a:rPr>
            </a:br>
            <a:r>
              <a:rPr lang="en-US" sz="8800" b="1" i="0" u="none" strike="noStrike" cap="none">
                <a:solidFill>
                  <a:schemeClr val="dk1"/>
                </a:solidFill>
                <a:latin typeface="Playfair Display"/>
                <a:ea typeface="Playfair Display"/>
                <a:cs typeface="Playfair Display"/>
                <a:sym typeface="Playfair Display"/>
              </a:rPr>
              <a:t>đã chú ý theo dõi</a:t>
            </a:r>
            <a:endParaRPr sz="8800" b="0" i="0" u="none" strike="noStrike" cap="none">
              <a:solidFill>
                <a:srgbClr val="000000"/>
              </a:solidFill>
              <a:latin typeface="Arial"/>
              <a:ea typeface="Arial"/>
              <a:cs typeface="Arial"/>
              <a:sym typeface="Arial"/>
            </a:endParaRPr>
          </a:p>
        </p:txBody>
      </p:sp>
      <p:sp>
        <p:nvSpPr>
          <p:cNvPr id="1715" name="Google Shape;1715;p75"/>
          <p:cNvSpPr/>
          <p:nvPr/>
        </p:nvSpPr>
        <p:spPr>
          <a:xfrm>
            <a:off x="1145500" y="4947144"/>
            <a:ext cx="1251000" cy="1251000"/>
          </a:xfrm>
          <a:prstGeom prst="star4">
            <a:avLst>
              <a:gd name="adj" fmla="val 8977"/>
            </a:avLst>
          </a:prstGeom>
          <a:solidFill>
            <a:srgbClr val="EB1C24"/>
          </a:solidFill>
          <a:ln>
            <a:noFill/>
          </a:ln>
        </p:spPr>
        <p:txBody>
          <a:bodyPr spcFirstLastPara="1" wrap="square" lIns="182850" tIns="182850" rIns="182850" bIns="182850" anchor="ctr" anchorCtr="0">
            <a:noAutofit/>
          </a:bodyPr>
          <a:lstStyle/>
          <a:p>
            <a:pPr marL="0" marR="0" lvl="0" indent="0" algn="l" rtl="0">
              <a:spcBef>
                <a:spcPts val="0"/>
              </a:spcBef>
              <a:spcAft>
                <a:spcPts val="0"/>
              </a:spcAft>
              <a:buNone/>
            </a:pPr>
            <a:endParaRPr sz="2800" b="0" i="0" u="none" strike="noStrike" cap="none">
              <a:solidFill>
                <a:srgbClr val="000000"/>
              </a:solidFill>
              <a:latin typeface="Arial"/>
              <a:ea typeface="Arial"/>
              <a:cs typeface="Arial"/>
              <a:sym typeface="Arial"/>
            </a:endParaRPr>
          </a:p>
        </p:txBody>
      </p:sp>
      <p:sp>
        <p:nvSpPr>
          <p:cNvPr id="1716" name="Google Shape;1716;p75"/>
          <p:cNvSpPr/>
          <p:nvPr/>
        </p:nvSpPr>
        <p:spPr>
          <a:xfrm>
            <a:off x="13651638" y="630657"/>
            <a:ext cx="1251000" cy="1251000"/>
          </a:xfrm>
          <a:prstGeom prst="star4">
            <a:avLst>
              <a:gd name="adj" fmla="val 8977"/>
            </a:avLst>
          </a:prstGeom>
          <a:solidFill>
            <a:srgbClr val="018146"/>
          </a:solidFill>
          <a:ln>
            <a:noFill/>
          </a:ln>
        </p:spPr>
        <p:txBody>
          <a:bodyPr spcFirstLastPara="1" wrap="square" lIns="182850" tIns="182850" rIns="182850" bIns="182850" anchor="ctr" anchorCtr="0">
            <a:noAutofit/>
          </a:bodyPr>
          <a:lstStyle/>
          <a:p>
            <a:pPr marL="0" marR="0" lvl="0" indent="0" algn="l" rtl="0">
              <a:spcBef>
                <a:spcPts val="0"/>
              </a:spcBef>
              <a:spcAft>
                <a:spcPts val="0"/>
              </a:spcAft>
              <a:buNone/>
            </a:pPr>
            <a:endParaRPr sz="2800" b="0" i="0" u="none" strike="noStrike" cap="none">
              <a:solidFill>
                <a:srgbClr val="000000"/>
              </a:solidFill>
              <a:latin typeface="Arial"/>
              <a:ea typeface="Arial"/>
              <a:cs typeface="Arial"/>
              <a:sym typeface="Arial"/>
            </a:endParaRPr>
          </a:p>
        </p:txBody>
      </p:sp>
      <p:grpSp>
        <p:nvGrpSpPr>
          <p:cNvPr id="1717" name="Google Shape;1717;p75"/>
          <p:cNvGrpSpPr/>
          <p:nvPr/>
        </p:nvGrpSpPr>
        <p:grpSpPr>
          <a:xfrm>
            <a:off x="4071722" y="6554536"/>
            <a:ext cx="10723086" cy="1947334"/>
            <a:chOff x="4936626" y="6458344"/>
            <a:chExt cx="8993614" cy="1633258"/>
          </a:xfrm>
        </p:grpSpPr>
        <p:sp>
          <p:nvSpPr>
            <p:cNvPr id="1718" name="Google Shape;1718;p75"/>
            <p:cNvSpPr/>
            <p:nvPr/>
          </p:nvSpPr>
          <p:spPr>
            <a:xfrm>
              <a:off x="4936626" y="6458344"/>
              <a:ext cx="8415000" cy="1065600"/>
            </a:xfrm>
            <a:prstGeom prst="roundRect">
              <a:avLst>
                <a:gd name="adj" fmla="val 28819"/>
              </a:avLst>
            </a:prstGeom>
            <a:solidFill>
              <a:srgbClr val="EB1C24"/>
            </a:solidFill>
            <a:ln w="9525" cap="flat" cmpd="sng">
              <a:solidFill>
                <a:schemeClr val="dk1"/>
              </a:solidFill>
              <a:prstDash val="solid"/>
              <a:round/>
              <a:headEnd type="none" w="sm" len="sm"/>
              <a:tailEnd type="none" w="sm" len="sm"/>
            </a:ln>
            <a:effectLst>
              <a:outerShdw dist="57150" dir="3000000" algn="bl" rotWithShape="0">
                <a:schemeClr val="dk1"/>
              </a:outerShdw>
            </a:effectLst>
          </p:spPr>
          <p:txBody>
            <a:bodyPr spcFirstLastPara="1" wrap="square" lIns="182850" tIns="182850" rIns="182850" bIns="182850" anchor="ctr" anchorCtr="0">
              <a:noAutofit/>
            </a:bodyPr>
            <a:lstStyle/>
            <a:p>
              <a:pPr marL="0" marR="0" lvl="0" indent="0" algn="ctr" rtl="0">
                <a:spcBef>
                  <a:spcPts val="0"/>
                </a:spcBef>
                <a:spcAft>
                  <a:spcPts val="0"/>
                </a:spcAft>
                <a:buNone/>
              </a:pPr>
              <a:r>
                <a:rPr lang="en-US" sz="3600" b="1" i="0" u="none" strike="noStrike" cap="none">
                  <a:solidFill>
                    <a:schemeClr val="accent2"/>
                  </a:solidFill>
                  <a:latin typeface="Roboto"/>
                  <a:ea typeface="Roboto"/>
                  <a:cs typeface="Roboto"/>
                  <a:sym typeface="Roboto"/>
                </a:rPr>
                <a:t>Hẹn gặp lại các bạn ở những bài học tiếp theo</a:t>
              </a:r>
              <a:endParaRPr/>
            </a:p>
          </p:txBody>
        </p:sp>
        <p:grpSp>
          <p:nvGrpSpPr>
            <p:cNvPr id="1719" name="Google Shape;1719;p75"/>
            <p:cNvGrpSpPr/>
            <p:nvPr/>
          </p:nvGrpSpPr>
          <p:grpSpPr>
            <a:xfrm>
              <a:off x="13106520" y="7236776"/>
              <a:ext cx="823720" cy="854826"/>
              <a:chOff x="4954288" y="3041460"/>
              <a:chExt cx="490368" cy="508886"/>
            </a:xfrm>
          </p:grpSpPr>
          <p:sp>
            <p:nvSpPr>
              <p:cNvPr id="1720" name="Google Shape;1720;p75"/>
              <p:cNvSpPr/>
              <p:nvPr/>
            </p:nvSpPr>
            <p:spPr>
              <a:xfrm>
                <a:off x="4954288" y="3041460"/>
                <a:ext cx="490368" cy="508886"/>
              </a:xfrm>
              <a:custGeom>
                <a:avLst/>
                <a:gdLst/>
                <a:ahLst/>
                <a:cxnLst/>
                <a:rect l="l" t="t" r="r" b="b"/>
                <a:pathLst>
                  <a:path w="96815" h="100471" extrusionOk="0">
                    <a:moveTo>
                      <a:pt x="13561" y="0"/>
                    </a:moveTo>
                    <a:lnTo>
                      <a:pt x="12618" y="118"/>
                    </a:lnTo>
                    <a:lnTo>
                      <a:pt x="11674" y="236"/>
                    </a:lnTo>
                    <a:lnTo>
                      <a:pt x="10731" y="590"/>
                    </a:lnTo>
                    <a:lnTo>
                      <a:pt x="9906" y="944"/>
                    </a:lnTo>
                    <a:lnTo>
                      <a:pt x="9080" y="1415"/>
                    </a:lnTo>
                    <a:lnTo>
                      <a:pt x="8255" y="1887"/>
                    </a:lnTo>
                    <a:lnTo>
                      <a:pt x="7547" y="2477"/>
                    </a:lnTo>
                    <a:lnTo>
                      <a:pt x="6840" y="3184"/>
                    </a:lnTo>
                    <a:lnTo>
                      <a:pt x="6250" y="3892"/>
                    </a:lnTo>
                    <a:lnTo>
                      <a:pt x="5778" y="4717"/>
                    </a:lnTo>
                    <a:lnTo>
                      <a:pt x="5307" y="5425"/>
                    </a:lnTo>
                    <a:lnTo>
                      <a:pt x="4953" y="6368"/>
                    </a:lnTo>
                    <a:lnTo>
                      <a:pt x="4717" y="7194"/>
                    </a:lnTo>
                    <a:lnTo>
                      <a:pt x="4599" y="8137"/>
                    </a:lnTo>
                    <a:lnTo>
                      <a:pt x="4481" y="8962"/>
                    </a:lnTo>
                    <a:lnTo>
                      <a:pt x="4481" y="9906"/>
                    </a:lnTo>
                    <a:lnTo>
                      <a:pt x="4481" y="10849"/>
                    </a:lnTo>
                    <a:lnTo>
                      <a:pt x="4717" y="11793"/>
                    </a:lnTo>
                    <a:lnTo>
                      <a:pt x="4953" y="12736"/>
                    </a:lnTo>
                    <a:lnTo>
                      <a:pt x="5307" y="13561"/>
                    </a:lnTo>
                    <a:lnTo>
                      <a:pt x="26886" y="59198"/>
                    </a:lnTo>
                    <a:lnTo>
                      <a:pt x="10495" y="57429"/>
                    </a:lnTo>
                    <a:lnTo>
                      <a:pt x="10377" y="57429"/>
                    </a:lnTo>
                    <a:lnTo>
                      <a:pt x="9198" y="57311"/>
                    </a:lnTo>
                    <a:lnTo>
                      <a:pt x="7901" y="57429"/>
                    </a:lnTo>
                    <a:lnTo>
                      <a:pt x="6604" y="57783"/>
                    </a:lnTo>
                    <a:lnTo>
                      <a:pt x="5424" y="58254"/>
                    </a:lnTo>
                    <a:lnTo>
                      <a:pt x="4599" y="58726"/>
                    </a:lnTo>
                    <a:lnTo>
                      <a:pt x="3774" y="59198"/>
                    </a:lnTo>
                    <a:lnTo>
                      <a:pt x="3066" y="59905"/>
                    </a:lnTo>
                    <a:lnTo>
                      <a:pt x="2358" y="60495"/>
                    </a:lnTo>
                    <a:lnTo>
                      <a:pt x="1887" y="61202"/>
                    </a:lnTo>
                    <a:lnTo>
                      <a:pt x="1297" y="62028"/>
                    </a:lnTo>
                    <a:lnTo>
                      <a:pt x="943" y="62853"/>
                    </a:lnTo>
                    <a:lnTo>
                      <a:pt x="590" y="63679"/>
                    </a:lnTo>
                    <a:lnTo>
                      <a:pt x="236" y="64504"/>
                    </a:lnTo>
                    <a:lnTo>
                      <a:pt x="118" y="65448"/>
                    </a:lnTo>
                    <a:lnTo>
                      <a:pt x="0" y="66273"/>
                    </a:lnTo>
                    <a:lnTo>
                      <a:pt x="0" y="67217"/>
                    </a:lnTo>
                    <a:lnTo>
                      <a:pt x="118" y="68160"/>
                    </a:lnTo>
                    <a:lnTo>
                      <a:pt x="236" y="69103"/>
                    </a:lnTo>
                    <a:lnTo>
                      <a:pt x="472" y="70047"/>
                    </a:lnTo>
                    <a:lnTo>
                      <a:pt x="943" y="70872"/>
                    </a:lnTo>
                    <a:lnTo>
                      <a:pt x="1533" y="72169"/>
                    </a:lnTo>
                    <a:lnTo>
                      <a:pt x="2358" y="73231"/>
                    </a:lnTo>
                    <a:lnTo>
                      <a:pt x="3302" y="74174"/>
                    </a:lnTo>
                    <a:lnTo>
                      <a:pt x="4481" y="74882"/>
                    </a:lnTo>
                    <a:lnTo>
                      <a:pt x="39033" y="97051"/>
                    </a:lnTo>
                    <a:lnTo>
                      <a:pt x="40212" y="97759"/>
                    </a:lnTo>
                    <a:lnTo>
                      <a:pt x="41391" y="98348"/>
                    </a:lnTo>
                    <a:lnTo>
                      <a:pt x="42688" y="98938"/>
                    </a:lnTo>
                    <a:lnTo>
                      <a:pt x="43985" y="99410"/>
                    </a:lnTo>
                    <a:lnTo>
                      <a:pt x="45282" y="99763"/>
                    </a:lnTo>
                    <a:lnTo>
                      <a:pt x="46580" y="99999"/>
                    </a:lnTo>
                    <a:lnTo>
                      <a:pt x="47877" y="100235"/>
                    </a:lnTo>
                    <a:lnTo>
                      <a:pt x="49174" y="100353"/>
                    </a:lnTo>
                    <a:lnTo>
                      <a:pt x="50471" y="100471"/>
                    </a:lnTo>
                    <a:lnTo>
                      <a:pt x="51886" y="100353"/>
                    </a:lnTo>
                    <a:lnTo>
                      <a:pt x="53183" y="100235"/>
                    </a:lnTo>
                    <a:lnTo>
                      <a:pt x="54480" y="99999"/>
                    </a:lnTo>
                    <a:lnTo>
                      <a:pt x="55896" y="99763"/>
                    </a:lnTo>
                    <a:lnTo>
                      <a:pt x="57193" y="99410"/>
                    </a:lnTo>
                    <a:lnTo>
                      <a:pt x="58490" y="98938"/>
                    </a:lnTo>
                    <a:lnTo>
                      <a:pt x="59669" y="98348"/>
                    </a:lnTo>
                    <a:lnTo>
                      <a:pt x="84551" y="86556"/>
                    </a:lnTo>
                    <a:lnTo>
                      <a:pt x="86556" y="85495"/>
                    </a:lnTo>
                    <a:lnTo>
                      <a:pt x="88324" y="84315"/>
                    </a:lnTo>
                    <a:lnTo>
                      <a:pt x="89857" y="83018"/>
                    </a:lnTo>
                    <a:lnTo>
                      <a:pt x="91390" y="81485"/>
                    </a:lnTo>
                    <a:lnTo>
                      <a:pt x="92688" y="79834"/>
                    </a:lnTo>
                    <a:lnTo>
                      <a:pt x="93867" y="78183"/>
                    </a:lnTo>
                    <a:lnTo>
                      <a:pt x="94810" y="76297"/>
                    </a:lnTo>
                    <a:lnTo>
                      <a:pt x="95518" y="74410"/>
                    </a:lnTo>
                    <a:lnTo>
                      <a:pt x="96225" y="72523"/>
                    </a:lnTo>
                    <a:lnTo>
                      <a:pt x="96579" y="70518"/>
                    </a:lnTo>
                    <a:lnTo>
                      <a:pt x="96815" y="68396"/>
                    </a:lnTo>
                    <a:lnTo>
                      <a:pt x="96815" y="66391"/>
                    </a:lnTo>
                    <a:lnTo>
                      <a:pt x="96579" y="64269"/>
                    </a:lnTo>
                    <a:lnTo>
                      <a:pt x="96225" y="62146"/>
                    </a:lnTo>
                    <a:lnTo>
                      <a:pt x="95636" y="60141"/>
                    </a:lnTo>
                    <a:lnTo>
                      <a:pt x="94810" y="58136"/>
                    </a:lnTo>
                    <a:lnTo>
                      <a:pt x="77476" y="21580"/>
                    </a:lnTo>
                    <a:lnTo>
                      <a:pt x="77004" y="20637"/>
                    </a:lnTo>
                    <a:lnTo>
                      <a:pt x="76532" y="19929"/>
                    </a:lnTo>
                    <a:lnTo>
                      <a:pt x="75943" y="19222"/>
                    </a:lnTo>
                    <a:lnTo>
                      <a:pt x="75235" y="18514"/>
                    </a:lnTo>
                    <a:lnTo>
                      <a:pt x="74527" y="17925"/>
                    </a:lnTo>
                    <a:lnTo>
                      <a:pt x="73702" y="17453"/>
                    </a:lnTo>
                    <a:lnTo>
                      <a:pt x="72994" y="16981"/>
                    </a:lnTo>
                    <a:lnTo>
                      <a:pt x="72051" y="16627"/>
                    </a:lnTo>
                    <a:lnTo>
                      <a:pt x="71226" y="16392"/>
                    </a:lnTo>
                    <a:lnTo>
                      <a:pt x="70282" y="16274"/>
                    </a:lnTo>
                    <a:lnTo>
                      <a:pt x="69457" y="16156"/>
                    </a:lnTo>
                    <a:lnTo>
                      <a:pt x="67570" y="16156"/>
                    </a:lnTo>
                    <a:lnTo>
                      <a:pt x="66627" y="16392"/>
                    </a:lnTo>
                    <a:lnTo>
                      <a:pt x="65683" y="16627"/>
                    </a:lnTo>
                    <a:lnTo>
                      <a:pt x="64858" y="16981"/>
                    </a:lnTo>
                    <a:lnTo>
                      <a:pt x="63561" y="17689"/>
                    </a:lnTo>
                    <a:lnTo>
                      <a:pt x="62499" y="18632"/>
                    </a:lnTo>
                    <a:lnTo>
                      <a:pt x="61556" y="19576"/>
                    </a:lnTo>
                    <a:lnTo>
                      <a:pt x="60730" y="20755"/>
                    </a:lnTo>
                    <a:lnTo>
                      <a:pt x="59669" y="19811"/>
                    </a:lnTo>
                    <a:lnTo>
                      <a:pt x="58372" y="18986"/>
                    </a:lnTo>
                    <a:lnTo>
                      <a:pt x="57075" y="18396"/>
                    </a:lnTo>
                    <a:lnTo>
                      <a:pt x="55660" y="18043"/>
                    </a:lnTo>
                    <a:lnTo>
                      <a:pt x="54245" y="17925"/>
                    </a:lnTo>
                    <a:lnTo>
                      <a:pt x="52830" y="17925"/>
                    </a:lnTo>
                    <a:lnTo>
                      <a:pt x="51297" y="18278"/>
                    </a:lnTo>
                    <a:lnTo>
                      <a:pt x="49881" y="18868"/>
                    </a:lnTo>
                    <a:lnTo>
                      <a:pt x="48702" y="19576"/>
                    </a:lnTo>
                    <a:lnTo>
                      <a:pt x="47523" y="20401"/>
                    </a:lnTo>
                    <a:lnTo>
                      <a:pt x="46580" y="21462"/>
                    </a:lnTo>
                    <a:lnTo>
                      <a:pt x="45754" y="22524"/>
                    </a:lnTo>
                    <a:lnTo>
                      <a:pt x="44693" y="21580"/>
                    </a:lnTo>
                    <a:lnTo>
                      <a:pt x="43514" y="20873"/>
                    </a:lnTo>
                    <a:lnTo>
                      <a:pt x="42099" y="20283"/>
                    </a:lnTo>
                    <a:lnTo>
                      <a:pt x="40801" y="19811"/>
                    </a:lnTo>
                    <a:lnTo>
                      <a:pt x="39268" y="19693"/>
                    </a:lnTo>
                    <a:lnTo>
                      <a:pt x="37853" y="19811"/>
                    </a:lnTo>
                    <a:lnTo>
                      <a:pt x="36438" y="20047"/>
                    </a:lnTo>
                    <a:lnTo>
                      <a:pt x="35023" y="20637"/>
                    </a:lnTo>
                    <a:lnTo>
                      <a:pt x="33844" y="21226"/>
                    </a:lnTo>
                    <a:lnTo>
                      <a:pt x="32901" y="21934"/>
                    </a:lnTo>
                    <a:lnTo>
                      <a:pt x="31957" y="22877"/>
                    </a:lnTo>
                    <a:lnTo>
                      <a:pt x="31250" y="23821"/>
                    </a:lnTo>
                    <a:lnTo>
                      <a:pt x="22523" y="5425"/>
                    </a:lnTo>
                    <a:lnTo>
                      <a:pt x="22052" y="4599"/>
                    </a:lnTo>
                    <a:lnTo>
                      <a:pt x="21580" y="3774"/>
                    </a:lnTo>
                    <a:lnTo>
                      <a:pt x="20990" y="3066"/>
                    </a:lnTo>
                    <a:lnTo>
                      <a:pt x="20283" y="2477"/>
                    </a:lnTo>
                    <a:lnTo>
                      <a:pt x="19575" y="1887"/>
                    </a:lnTo>
                    <a:lnTo>
                      <a:pt x="18750" y="1297"/>
                    </a:lnTo>
                    <a:lnTo>
                      <a:pt x="18042" y="944"/>
                    </a:lnTo>
                    <a:lnTo>
                      <a:pt x="17099" y="590"/>
                    </a:lnTo>
                    <a:lnTo>
                      <a:pt x="16273" y="354"/>
                    </a:lnTo>
                    <a:lnTo>
                      <a:pt x="15330" y="118"/>
                    </a:lnTo>
                    <a:lnTo>
                      <a:pt x="14505" y="0"/>
                    </a:lnTo>
                    <a:close/>
                  </a:path>
                </a:pathLst>
              </a:custGeom>
              <a:solidFill>
                <a:schemeClr val="accent2"/>
              </a:solidFill>
              <a:ln w="9525" cap="flat" cmpd="sng">
                <a:solidFill>
                  <a:schemeClr val="dk1"/>
                </a:solidFill>
                <a:prstDash val="solid"/>
                <a:round/>
                <a:headEnd type="none" w="sm" len="sm"/>
                <a:tailEnd type="none" w="sm" len="sm"/>
              </a:ln>
              <a:effectLst>
                <a:outerShdw dist="38100" dir="3000000" algn="bl" rotWithShape="0">
                  <a:schemeClr val="dk1"/>
                </a:outerShdw>
              </a:effectLst>
            </p:spPr>
            <p:txBody>
              <a:bodyPr spcFirstLastPara="1" wrap="square" lIns="182850" tIns="182850" rIns="182850" bIns="182850" anchor="ctr" anchorCtr="0">
                <a:noAutofit/>
              </a:bodyPr>
              <a:lstStyle/>
              <a:p>
                <a:pPr marL="0" marR="0" lvl="0" indent="0" algn="l" rtl="0">
                  <a:spcBef>
                    <a:spcPts val="0"/>
                  </a:spcBef>
                  <a:spcAft>
                    <a:spcPts val="0"/>
                  </a:spcAft>
                  <a:buNone/>
                </a:pPr>
                <a:endParaRPr sz="2800" b="0" i="0" u="none" strike="noStrike" cap="none">
                  <a:solidFill>
                    <a:srgbClr val="000000"/>
                  </a:solidFill>
                  <a:latin typeface="Arial"/>
                  <a:ea typeface="Arial"/>
                  <a:cs typeface="Arial"/>
                  <a:sym typeface="Arial"/>
                </a:endParaRPr>
              </a:p>
            </p:txBody>
          </p:sp>
          <p:cxnSp>
            <p:nvCxnSpPr>
              <p:cNvPr id="1721" name="Google Shape;1721;p75"/>
              <p:cNvCxnSpPr/>
              <p:nvPr/>
            </p:nvCxnSpPr>
            <p:spPr>
              <a:xfrm>
                <a:off x="5110175" y="3157550"/>
                <a:ext cx="63600" cy="141000"/>
              </a:xfrm>
              <a:prstGeom prst="straightConnector1">
                <a:avLst/>
              </a:prstGeom>
              <a:noFill/>
              <a:ln w="9525" cap="rnd" cmpd="sng">
                <a:solidFill>
                  <a:schemeClr val="dk1"/>
                </a:solidFill>
                <a:prstDash val="solid"/>
                <a:round/>
                <a:headEnd type="none" w="sm" len="sm"/>
                <a:tailEnd type="none" w="sm" len="sm"/>
              </a:ln>
            </p:spPr>
          </p:cxnSp>
          <p:cxnSp>
            <p:nvCxnSpPr>
              <p:cNvPr id="1722" name="Google Shape;1722;p75"/>
              <p:cNvCxnSpPr/>
              <p:nvPr/>
            </p:nvCxnSpPr>
            <p:spPr>
              <a:xfrm>
                <a:off x="5186375" y="3157550"/>
                <a:ext cx="47100" cy="105000"/>
              </a:xfrm>
              <a:prstGeom prst="straightConnector1">
                <a:avLst/>
              </a:prstGeom>
              <a:noFill/>
              <a:ln w="9525" cap="rnd" cmpd="sng">
                <a:solidFill>
                  <a:schemeClr val="dk1"/>
                </a:solidFill>
                <a:prstDash val="solid"/>
                <a:round/>
                <a:headEnd type="none" w="sm" len="sm"/>
                <a:tailEnd type="none" w="sm" len="sm"/>
              </a:ln>
            </p:spPr>
          </p:cxnSp>
          <p:cxnSp>
            <p:nvCxnSpPr>
              <p:cNvPr id="1723" name="Google Shape;1723;p75"/>
              <p:cNvCxnSpPr/>
              <p:nvPr/>
            </p:nvCxnSpPr>
            <p:spPr>
              <a:xfrm>
                <a:off x="5259003" y="3144450"/>
                <a:ext cx="39600" cy="89700"/>
              </a:xfrm>
              <a:prstGeom prst="straightConnector1">
                <a:avLst/>
              </a:prstGeom>
              <a:noFill/>
              <a:ln w="9525" cap="rnd" cmpd="sng">
                <a:solidFill>
                  <a:schemeClr val="dk1"/>
                </a:solidFill>
                <a:prstDash val="solid"/>
                <a:round/>
                <a:headEnd type="none" w="sm" len="sm"/>
                <a:tailEnd type="none" w="sm" len="sm"/>
              </a:ln>
            </p:spPr>
          </p:cxnSp>
        </p:grpSp>
      </p:grpSp>
      <p:pic>
        <p:nvPicPr>
          <p:cNvPr id="1724" name="Google Shape;1724;p75" descr="Logo"/>
          <p:cNvPicPr preferRelativeResize="0"/>
          <p:nvPr/>
        </p:nvPicPr>
        <p:blipFill rotWithShape="1">
          <a:blip r:embed="rId3">
            <a:alphaModFix/>
          </a:blip>
          <a:srcRect/>
          <a:stretch/>
        </p:blipFill>
        <p:spPr>
          <a:xfrm>
            <a:off x="7308278" y="1408434"/>
            <a:ext cx="3671343" cy="94644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Custom 30">
      <a:dk1>
        <a:srgbClr val="414041"/>
      </a:dk1>
      <a:lt1>
        <a:srgbClr val="FFFFFF"/>
      </a:lt1>
      <a:dk2>
        <a:srgbClr val="018146"/>
      </a:dk2>
      <a:lt2>
        <a:srgbClr val="EB1C24"/>
      </a:lt2>
      <a:accent1>
        <a:srgbClr val="5B9BD5"/>
      </a:accent1>
      <a:accent2>
        <a:srgbClr val="DE6927"/>
      </a:accent2>
      <a:accent3>
        <a:srgbClr val="A5A5A5"/>
      </a:accent3>
      <a:accent4>
        <a:srgbClr val="FCB94C"/>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 National Online Learning Day by Slidesgo">
  <a:themeElements>
    <a:clrScheme name="Simple Light">
      <a:dk1>
        <a:srgbClr val="292929"/>
      </a:dk1>
      <a:lt1>
        <a:srgbClr val="4B77B7"/>
      </a:lt1>
      <a:dk2>
        <a:srgbClr val="F6F4EE"/>
      </a:dk2>
      <a:lt2>
        <a:srgbClr val="FFCF3B"/>
      </a:lt2>
      <a:accent1>
        <a:srgbClr val="F181B0"/>
      </a:accent1>
      <a:accent2>
        <a:srgbClr val="FFFFFF"/>
      </a:accent2>
      <a:accent3>
        <a:srgbClr val="E4E2DB"/>
      </a:accent3>
      <a:accent4>
        <a:srgbClr val="E54D31"/>
      </a:accent4>
      <a:accent5>
        <a:srgbClr val="FFFFFF"/>
      </a:accent5>
      <a:accent6>
        <a:srgbClr val="FFFFFF"/>
      </a:accent6>
      <a:hlink>
        <a:srgbClr val="29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7762</Words>
  <Application>Microsoft Macintosh PowerPoint</Application>
  <PresentationFormat>Custom</PresentationFormat>
  <Paragraphs>618</Paragraphs>
  <Slides>36</Slides>
  <Notes>36</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36</vt:i4>
      </vt:variant>
    </vt:vector>
  </HeadingPairs>
  <TitlesOfParts>
    <vt:vector size="50" baseType="lpstr">
      <vt:lpstr>Lexend</vt:lpstr>
      <vt:lpstr>EB Garamond ExtraBold</vt:lpstr>
      <vt:lpstr>Montserrat ExtraBold</vt:lpstr>
      <vt:lpstr>Arial</vt:lpstr>
      <vt:lpstr>Montserrat</vt:lpstr>
      <vt:lpstr>Playfair Display</vt:lpstr>
      <vt:lpstr>Public Sans Black</vt:lpstr>
      <vt:lpstr>Calibri</vt:lpstr>
      <vt:lpstr>Roboto Medium</vt:lpstr>
      <vt:lpstr>Roboto</vt:lpstr>
      <vt:lpstr>Roboto Black</vt:lpstr>
      <vt:lpstr>Office Theme</vt:lpstr>
      <vt:lpstr>US National Online Learning Day by Slidesgo</vt:lpstr>
      <vt:lpstr>Office Theme</vt:lpstr>
      <vt:lpstr>PowerPoint Presentation</vt:lpstr>
      <vt:lpstr>01. Cấu trúc chung của đề thi tiếng Anh VSTEP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Microsoft Office User</cp:lastModifiedBy>
  <cp:revision>1</cp:revision>
  <dcterms:modified xsi:type="dcterms:W3CDTF">2025-04-08T08:36:36Z</dcterms:modified>
</cp:coreProperties>
</file>